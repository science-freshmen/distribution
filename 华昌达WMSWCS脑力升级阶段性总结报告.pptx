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1.svg" ContentType="image/svg+xml"/>
  <Override PartName="/ppt/media/image23.svg" ContentType="image/svg+xml"/>
  <Override PartName="/ppt/media/image2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tags/tag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tags/tag893.xml" ContentType="application/vnd.openxmlformats-officedocument.presentationml.tags+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00.xml" ContentType="application/vnd.openxmlformats-officedocument.presentationml.tags+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tags/tag91.xml" ContentType="application/vnd.openxmlformats-officedocument.presentationml.tags+xml"/>
  <Override PartName="/ppt/tags/tag910.xml" ContentType="application/vnd.openxmlformats-officedocument.presentationml.tags+xml"/>
  <Override PartName="/ppt/tags/tag911.xml" ContentType="application/vnd.openxmlformats-officedocument.presentationml.tags+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tags/tag916.xml" ContentType="application/vnd.openxmlformats-officedocument.presentationml.tags+xml"/>
  <Override PartName="/ppt/tags/tag917.xml" ContentType="application/vnd.openxmlformats-officedocument.presentationml.tags+xml"/>
  <Override PartName="/ppt/tags/tag918.xml" ContentType="application/vnd.openxmlformats-officedocument.presentationml.tags+xml"/>
  <Override PartName="/ppt/tags/tag919.xml" ContentType="application/vnd.openxmlformats-officedocument.presentationml.tags+xml"/>
  <Override PartName="/ppt/tags/tag92.xml" ContentType="application/vnd.openxmlformats-officedocument.presentationml.tags+xml"/>
  <Override PartName="/ppt/tags/tag920.xml" ContentType="application/vnd.openxmlformats-officedocument.presentationml.tags+xml"/>
  <Override PartName="/ppt/tags/tag921.xml" ContentType="application/vnd.openxmlformats-officedocument.presentationml.tags+xml"/>
  <Override PartName="/ppt/tags/tag922.xml" ContentType="application/vnd.openxmlformats-officedocument.presentationml.tags+xml"/>
  <Override PartName="/ppt/tags/tag923.xml" ContentType="application/vnd.openxmlformats-officedocument.presentationml.tags+xml"/>
  <Override PartName="/ppt/tags/tag924.xml" ContentType="application/vnd.openxmlformats-officedocument.presentationml.tags+xml"/>
  <Override PartName="/ppt/tags/tag925.xml" ContentType="application/vnd.openxmlformats-officedocument.presentationml.tags+xml"/>
  <Override PartName="/ppt/tags/tag926.xml" ContentType="application/vnd.openxmlformats-officedocument.presentationml.tags+xml"/>
  <Override PartName="/ppt/tags/tag927.xml" ContentType="application/vnd.openxmlformats-officedocument.presentationml.tags+xml"/>
  <Override PartName="/ppt/tags/tag928.xml" ContentType="application/vnd.openxmlformats-officedocument.presentationml.tags+xml"/>
  <Override PartName="/ppt/tags/tag929.xml" ContentType="application/vnd.openxmlformats-officedocument.presentationml.tags+xml"/>
  <Override PartName="/ppt/tags/tag93.xml" ContentType="application/vnd.openxmlformats-officedocument.presentationml.tags+xml"/>
  <Override PartName="/ppt/tags/tag930.xml" ContentType="application/vnd.openxmlformats-officedocument.presentationml.tags+xml"/>
  <Override PartName="/ppt/tags/tag931.xml" ContentType="application/vnd.openxmlformats-officedocument.presentationml.tags+xml"/>
  <Override PartName="/ppt/tags/tag932.xml" ContentType="application/vnd.openxmlformats-officedocument.presentationml.tags+xml"/>
  <Override PartName="/ppt/tags/tag933.xml" ContentType="application/vnd.openxmlformats-officedocument.presentationml.tags+xml"/>
  <Override PartName="/ppt/tags/tag934.xml" ContentType="application/vnd.openxmlformats-officedocument.presentationml.tags+xml"/>
  <Override PartName="/ppt/tags/tag935.xml" ContentType="application/vnd.openxmlformats-officedocument.presentationml.tags+xml"/>
  <Override PartName="/ppt/tags/tag936.xml" ContentType="application/vnd.openxmlformats-officedocument.presentationml.tags+xml"/>
  <Override PartName="/ppt/tags/tag937.xml" ContentType="application/vnd.openxmlformats-officedocument.presentationml.tags+xml"/>
  <Override PartName="/ppt/tags/tag938.xml" ContentType="application/vnd.openxmlformats-officedocument.presentationml.tags+xml"/>
  <Override PartName="/ppt/tags/tag939.xml" ContentType="application/vnd.openxmlformats-officedocument.presentationml.tags+xml"/>
  <Override PartName="/ppt/tags/tag94.xml" ContentType="application/vnd.openxmlformats-officedocument.presentationml.tags+xml"/>
  <Override PartName="/ppt/tags/tag940.xml" ContentType="application/vnd.openxmlformats-officedocument.presentationml.tags+xml"/>
  <Override PartName="/ppt/tags/tag941.xml" ContentType="application/vnd.openxmlformats-officedocument.presentationml.tags+xml"/>
  <Override PartName="/ppt/tags/tag942.xml" ContentType="application/vnd.openxmlformats-officedocument.presentationml.tags+xml"/>
  <Override PartName="/ppt/tags/tag943.xml" ContentType="application/vnd.openxmlformats-officedocument.presentationml.tags+xml"/>
  <Override PartName="/ppt/tags/tag944.xml" ContentType="application/vnd.openxmlformats-officedocument.presentationml.tags+xml"/>
  <Override PartName="/ppt/tags/tag945.xml" ContentType="application/vnd.openxmlformats-officedocument.presentationml.tags+xml"/>
  <Override PartName="/ppt/tags/tag946.xml" ContentType="application/vnd.openxmlformats-officedocument.presentationml.tags+xml"/>
  <Override PartName="/ppt/tags/tag947.xml" ContentType="application/vnd.openxmlformats-officedocument.presentationml.tags+xml"/>
  <Override PartName="/ppt/tags/tag948.xml" ContentType="application/vnd.openxmlformats-officedocument.presentationml.tags+xml"/>
  <Override PartName="/ppt/tags/tag949.xml" ContentType="application/vnd.openxmlformats-officedocument.presentationml.tags+xml"/>
  <Override PartName="/ppt/tags/tag95.xml" ContentType="application/vnd.openxmlformats-officedocument.presentationml.tags+xml"/>
  <Override PartName="/ppt/tags/tag950.xml" ContentType="application/vnd.openxmlformats-officedocument.presentationml.tags+xml"/>
  <Override PartName="/ppt/tags/tag951.xml" ContentType="application/vnd.openxmlformats-officedocument.presentationml.tags+xml"/>
  <Override PartName="/ppt/tags/tag952.xml" ContentType="application/vnd.openxmlformats-officedocument.presentationml.tags+xml"/>
  <Override PartName="/ppt/tags/tag953.xml" ContentType="application/vnd.openxmlformats-officedocument.presentationml.tags+xml"/>
  <Override PartName="/ppt/tags/tag954.xml" ContentType="application/vnd.openxmlformats-officedocument.presentationml.tags+xml"/>
  <Override PartName="/ppt/tags/tag955.xml" ContentType="application/vnd.openxmlformats-officedocument.presentationml.tags+xml"/>
  <Override PartName="/ppt/tags/tag956.xml" ContentType="application/vnd.openxmlformats-officedocument.presentationml.tags+xml"/>
  <Override PartName="/ppt/tags/tag957.xml" ContentType="application/vnd.openxmlformats-officedocument.presentationml.tags+xml"/>
  <Override PartName="/ppt/tags/tag958.xml" ContentType="application/vnd.openxmlformats-officedocument.presentationml.tags+xml"/>
  <Override PartName="/ppt/tags/tag959.xml" ContentType="application/vnd.openxmlformats-officedocument.presentationml.tags+xml"/>
  <Override PartName="/ppt/tags/tag96.xml" ContentType="application/vnd.openxmlformats-officedocument.presentationml.tags+xml"/>
  <Override PartName="/ppt/tags/tag960.xml" ContentType="application/vnd.openxmlformats-officedocument.presentationml.tags+xml"/>
  <Override PartName="/ppt/tags/tag961.xml" ContentType="application/vnd.openxmlformats-officedocument.presentationml.tags+xml"/>
  <Override PartName="/ppt/tags/tag962.xml" ContentType="application/vnd.openxmlformats-officedocument.presentationml.tags+xml"/>
  <Override PartName="/ppt/tags/tag963.xml" ContentType="application/vnd.openxmlformats-officedocument.presentationml.tags+xml"/>
  <Override PartName="/ppt/tags/tag964.xml" ContentType="application/vnd.openxmlformats-officedocument.presentationml.tags+xml"/>
  <Override PartName="/ppt/tags/tag965.xml" ContentType="application/vnd.openxmlformats-officedocument.presentationml.tags+xml"/>
  <Override PartName="/ppt/tags/tag966.xml" ContentType="application/vnd.openxmlformats-officedocument.presentationml.tags+xml"/>
  <Override PartName="/ppt/tags/tag967.xml" ContentType="application/vnd.openxmlformats-officedocument.presentationml.tags+xml"/>
  <Override PartName="/ppt/tags/tag968.xml" ContentType="application/vnd.openxmlformats-officedocument.presentationml.tags+xml"/>
  <Override PartName="/ppt/tags/tag969.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81" r:id="rId3"/>
    <p:sldMasterId id="2147483692" r:id="rId4"/>
  </p:sldMasterIdLst>
  <p:notesMasterIdLst>
    <p:notesMasterId r:id="rId11"/>
  </p:notesMasterIdLst>
  <p:sldIdLst>
    <p:sldId id="311" r:id="rId5"/>
    <p:sldId id="261" r:id="rId6"/>
    <p:sldId id="312" r:id="rId7"/>
    <p:sldId id="263" r:id="rId8"/>
    <p:sldId id="330" r:id="rId9"/>
    <p:sldId id="321" r:id="rId10"/>
    <p:sldId id="313" r:id="rId12"/>
    <p:sldId id="314" r:id="rId13"/>
    <p:sldId id="288" r:id="rId14"/>
    <p:sldId id="289" r:id="rId15"/>
    <p:sldId id="315" r:id="rId16"/>
    <p:sldId id="271" r:id="rId17"/>
    <p:sldId id="290" r:id="rId18"/>
    <p:sldId id="316" r:id="rId19"/>
    <p:sldId id="274" r:id="rId20"/>
    <p:sldId id="292" r:id="rId21"/>
    <p:sldId id="322" r:id="rId22"/>
    <p:sldId id="291" r:id="rId23"/>
    <p:sldId id="324" r:id="rId24"/>
    <p:sldId id="278" r:id="rId25"/>
    <p:sldId id="317" r:id="rId26"/>
    <p:sldId id="280" r:id="rId27"/>
    <p:sldId id="329" r:id="rId28"/>
    <p:sldId id="293" r:id="rId29"/>
    <p:sldId id="318" r:id="rId30"/>
    <p:sldId id="283" r:id="rId31"/>
    <p:sldId id="331" r:id="rId32"/>
    <p:sldId id="332" r:id="rId33"/>
    <p:sldId id="323" r:id="rId34"/>
    <p:sldId id="325" r:id="rId35"/>
    <p:sldId id="327" r:id="rId36"/>
    <p:sldId id="328" r:id="rId37"/>
    <p:sldId id="333" r:id="rId38"/>
  </p:sldIdLst>
  <p:sldSz cx="12192000" cy="6858000"/>
  <p:notesSz cx="7103745" cy="10234295"/>
  <p:custDataLst>
    <p:tags r:id="rId4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FFE9EA"/>
    <a:srgbClr val="DE4949"/>
    <a:srgbClr val="FBEC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5987" autoAdjust="0"/>
    <p:restoredTop sz="94660"/>
  </p:normalViewPr>
  <p:slideViewPr>
    <p:cSldViewPr snapToGrid="0">
      <p:cViewPr varScale="1">
        <p:scale>
          <a:sx n="122" d="100"/>
          <a:sy n="122" d="100"/>
        </p:scale>
        <p:origin x="96" y="2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2" Type="http://schemas.openxmlformats.org/officeDocument/2006/relationships/tags" Target="tags/tag969.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Master" Target="slideMasters/slideMaster3.xml"/><Relationship Id="rId39" Type="http://schemas.openxmlformats.org/officeDocument/2006/relationships/presProps" Target="presProps.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notesMaster" Target="notesMasters/notesMaster1.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188595" cy="574719"/>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167998" y="0"/>
            <a:ext cx="3188595" cy="574719"/>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42770" y="1431824"/>
            <a:ext cx="6872756" cy="38659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35830" y="5512523"/>
            <a:ext cx="5886637" cy="4510246"/>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10879875"/>
            <a:ext cx="3188595" cy="574718"/>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167998" y="10879875"/>
            <a:ext cx="3188595" cy="574718"/>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5" Type="http://schemas.openxmlformats.org/officeDocument/2006/relationships/tags" Target="../tags/tag827.xml"/><Relationship Id="rId4" Type="http://schemas.openxmlformats.org/officeDocument/2006/relationships/tags" Target="../tags/tag826.xml"/><Relationship Id="rId3" Type="http://schemas.openxmlformats.org/officeDocument/2006/relationships/tags" Target="../tags/tag825.xml"/><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5.xml.rels><?xml version="1.0" encoding="UTF-8" standalone="yes"?>
<Relationships xmlns="http://schemas.openxmlformats.org/package/2006/relationships"><Relationship Id="rId5" Type="http://schemas.openxmlformats.org/officeDocument/2006/relationships/tags" Target="../tags/tag911.xml"/><Relationship Id="rId4" Type="http://schemas.openxmlformats.org/officeDocument/2006/relationships/tags" Target="../tags/tag910.xml"/><Relationship Id="rId3" Type="http://schemas.openxmlformats.org/officeDocument/2006/relationships/tags" Target="../tags/tag909.xml"/><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6.xml.rels><?xml version="1.0" encoding="UTF-8" standalone="yes"?>
<Relationships xmlns="http://schemas.openxmlformats.org/package/2006/relationships"><Relationship Id="rId5" Type="http://schemas.openxmlformats.org/officeDocument/2006/relationships/tags" Target="../tags/tag935.xml"/><Relationship Id="rId4" Type="http://schemas.openxmlformats.org/officeDocument/2006/relationships/tags" Target="../tags/tag934.xml"/><Relationship Id="rId3" Type="http://schemas.openxmlformats.org/officeDocument/2006/relationships/tags" Target="../tags/tag933.xml"/><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7.xml.rels><?xml version="1.0" encoding="UTF-8" standalone="yes"?>
<Relationships xmlns="http://schemas.openxmlformats.org/package/2006/relationships"><Relationship Id="rId5" Type="http://schemas.openxmlformats.org/officeDocument/2006/relationships/tags" Target="../tags/tag959.xml"/><Relationship Id="rId4" Type="http://schemas.openxmlformats.org/officeDocument/2006/relationships/tags" Target="../tags/tag958.xml"/><Relationship Id="rId3" Type="http://schemas.openxmlformats.org/officeDocument/2006/relationships/tags" Target="../tags/tag957.xml"/><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8.xml.rels><?xml version="1.0" encoding="UTF-8" standalone="yes"?>
<Relationships xmlns="http://schemas.openxmlformats.org/package/2006/relationships"><Relationship Id="rId5" Type="http://schemas.openxmlformats.org/officeDocument/2006/relationships/tags" Target="../tags/tag966.xml"/><Relationship Id="rId4" Type="http://schemas.openxmlformats.org/officeDocument/2006/relationships/tags" Target="../tags/tag965.xml"/><Relationship Id="rId3" Type="http://schemas.openxmlformats.org/officeDocument/2006/relationships/tags" Target="../tags/tag964.xml"/><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custDataLst>
              <p:tags r:id="rId3"/>
            </p:custDataLst>
          </p:nvPr>
        </p:nvSpPr>
        <p:spPr/>
      </p:sp>
      <p:sp>
        <p:nvSpPr>
          <p:cNvPr id="3" name="Notes Placeholder 2"/>
          <p:cNvSpPr>
            <a:spLocks noGrp="1"/>
          </p:cNvSpPr>
          <p:nvPr>
            <p:ph type="body" idx="1"/>
            <p:custDataLst>
              <p:tags r:id="rId4"/>
            </p:custDataLst>
          </p:nvPr>
        </p:nvSpPr>
        <p:spPr/>
        <p:txBody>
          <a:bodyPr/>
          <a:lstStyle/>
          <a:p>
            <a:endParaRPr lang="en-US" dirty="0"/>
          </a:p>
        </p:txBody>
      </p:sp>
      <p:sp>
        <p:nvSpPr>
          <p:cNvPr id="4" name="Slide Number Placeholder 3"/>
          <p:cNvSpPr>
            <a:spLocks noGrp="1"/>
          </p:cNvSpPr>
          <p:nvPr>
            <p:ph type="sldNum" sz="quarter" idx="10"/>
            <p:custDataLst>
              <p:tags r:id="rId5"/>
            </p:custDataLst>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custDataLst>
              <p:tags r:id="rId3"/>
            </p:custDataLst>
          </p:nvPr>
        </p:nvSpPr>
        <p:spPr/>
      </p:sp>
      <p:sp>
        <p:nvSpPr>
          <p:cNvPr id="3" name="Notes Placeholder 2"/>
          <p:cNvSpPr>
            <a:spLocks noGrp="1"/>
          </p:cNvSpPr>
          <p:nvPr>
            <p:ph type="body" idx="1"/>
            <p:custDataLst>
              <p:tags r:id="rId4"/>
            </p:custDataLst>
          </p:nvPr>
        </p:nvSpPr>
        <p:spPr/>
        <p:txBody>
          <a:bodyPr/>
          <a:lstStyle/>
          <a:p>
            <a:endParaRPr lang="en-US" dirty="0"/>
          </a:p>
        </p:txBody>
      </p:sp>
      <p:sp>
        <p:nvSpPr>
          <p:cNvPr id="4" name="Slide Number Placeholder 3"/>
          <p:cNvSpPr>
            <a:spLocks noGrp="1"/>
          </p:cNvSpPr>
          <p:nvPr>
            <p:ph type="sldNum" sz="quarter" idx="10"/>
            <p:custDataLst>
              <p:tags r:id="rId5"/>
            </p:custDataLst>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custDataLst>
              <p:tags r:id="rId3"/>
            </p:custDataLst>
          </p:nvPr>
        </p:nvSpPr>
        <p:spPr/>
      </p:sp>
      <p:sp>
        <p:nvSpPr>
          <p:cNvPr id="3" name="Notes Placeholder 2"/>
          <p:cNvSpPr>
            <a:spLocks noGrp="1"/>
          </p:cNvSpPr>
          <p:nvPr>
            <p:ph type="body" idx="1"/>
            <p:custDataLst>
              <p:tags r:id="rId4"/>
            </p:custDataLst>
          </p:nvPr>
        </p:nvSpPr>
        <p:spPr/>
        <p:txBody>
          <a:bodyPr/>
          <a:lstStyle/>
          <a:p>
            <a:endParaRPr lang="en-US" dirty="0"/>
          </a:p>
        </p:txBody>
      </p:sp>
      <p:sp>
        <p:nvSpPr>
          <p:cNvPr id="4" name="Slide Number Placeholder 3"/>
          <p:cNvSpPr>
            <a:spLocks noGrp="1"/>
          </p:cNvSpPr>
          <p:nvPr>
            <p:ph type="sldNum" sz="quarter" idx="10"/>
            <p:custDataLst>
              <p:tags r:id="rId5"/>
            </p:custDataLst>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custDataLst>
              <p:tags r:id="rId3"/>
            </p:custDataLst>
          </p:nvPr>
        </p:nvSpPr>
        <p:spPr/>
      </p:sp>
      <p:sp>
        <p:nvSpPr>
          <p:cNvPr id="3" name="Notes Placeholder 2"/>
          <p:cNvSpPr>
            <a:spLocks noGrp="1"/>
          </p:cNvSpPr>
          <p:nvPr>
            <p:ph type="body" idx="1"/>
            <p:custDataLst>
              <p:tags r:id="rId4"/>
            </p:custDataLst>
          </p:nvPr>
        </p:nvSpPr>
        <p:spPr/>
        <p:txBody>
          <a:bodyPr/>
          <a:lstStyle/>
          <a:p>
            <a:endParaRPr lang="en-US" dirty="0"/>
          </a:p>
        </p:txBody>
      </p:sp>
      <p:sp>
        <p:nvSpPr>
          <p:cNvPr id="4" name="Slide Number Placeholder 3"/>
          <p:cNvSpPr>
            <a:spLocks noGrp="1"/>
          </p:cNvSpPr>
          <p:nvPr>
            <p:ph type="sldNum" sz="quarter" idx="10"/>
            <p:custDataLst>
              <p:tags r:id="rId5"/>
            </p:custDataLst>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custDataLst>
              <p:tags r:id="rId3"/>
            </p:custDataLst>
          </p:nvPr>
        </p:nvSpPr>
        <p:spPr/>
      </p:sp>
      <p:sp>
        <p:nvSpPr>
          <p:cNvPr id="3" name="Notes Placeholder 2"/>
          <p:cNvSpPr>
            <a:spLocks noGrp="1"/>
          </p:cNvSpPr>
          <p:nvPr>
            <p:ph type="body" idx="1"/>
            <p:custDataLst>
              <p:tags r:id="rId4"/>
            </p:custDataLst>
          </p:nvPr>
        </p:nvSpPr>
        <p:spPr/>
        <p:txBody>
          <a:bodyPr/>
          <a:lstStyle/>
          <a:p>
            <a:endParaRPr lang="en-US" dirty="0"/>
          </a:p>
        </p:txBody>
      </p:sp>
      <p:sp>
        <p:nvSpPr>
          <p:cNvPr id="4" name="Slide Number Placeholder 3"/>
          <p:cNvSpPr>
            <a:spLocks noGrp="1"/>
          </p:cNvSpPr>
          <p:nvPr>
            <p:ph type="sldNum" sz="quarter" idx="10"/>
            <p:custDataLst>
              <p:tags r:id="rId5"/>
            </p:custDataLst>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image" Target="../media/image3.png"/><Relationship Id="rId6" Type="http://schemas.openxmlformats.org/officeDocument/2006/relationships/tags" Target="../tags/tag8.xml"/><Relationship Id="rId5" Type="http://schemas.openxmlformats.org/officeDocument/2006/relationships/image" Target="../media/image2.png"/><Relationship Id="rId4" Type="http://schemas.openxmlformats.org/officeDocument/2006/relationships/tags" Target="../tags/tag7.xml"/><Relationship Id="rId3" Type="http://schemas.openxmlformats.org/officeDocument/2006/relationships/image" Target="../media/image1.png"/><Relationship Id="rId2" Type="http://schemas.openxmlformats.org/officeDocument/2006/relationships/tags" Target="../tags/tag6.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7" Type="http://schemas.openxmlformats.org/officeDocument/2006/relationships/tags" Target="../tags/tag18.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tags" Target="../tags/tag25.xml"/><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5" Type="http://schemas.openxmlformats.org/officeDocument/2006/relationships/tags" Target="../tags/tag30.xml"/><Relationship Id="rId4" Type="http://schemas.openxmlformats.org/officeDocument/2006/relationships/tags" Target="../tags/tag29.xml"/><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9" Type="http://schemas.openxmlformats.org/officeDocument/2006/relationships/tags" Target="../tags/tag48.xml"/><Relationship Id="rId8" Type="http://schemas.openxmlformats.org/officeDocument/2006/relationships/tags" Target="../tags/tag47.xml"/><Relationship Id="rId7" Type="http://schemas.openxmlformats.org/officeDocument/2006/relationships/tags" Target="../tags/tag46.xml"/><Relationship Id="rId6" Type="http://schemas.openxmlformats.org/officeDocument/2006/relationships/tags" Target="../tags/tag45.xml"/><Relationship Id="rId5" Type="http://schemas.openxmlformats.org/officeDocument/2006/relationships/image" Target="../media/image5.png"/><Relationship Id="rId4" Type="http://schemas.openxmlformats.org/officeDocument/2006/relationships/tags" Target="../tags/tag44.xml"/><Relationship Id="rId3" Type="http://schemas.openxmlformats.org/officeDocument/2006/relationships/image" Target="../media/image4.png"/><Relationship Id="rId2" Type="http://schemas.openxmlformats.org/officeDocument/2006/relationships/tags" Target="../tags/tag43.xml"/><Relationship Id="rId11" Type="http://schemas.openxmlformats.org/officeDocument/2006/relationships/tags" Target="../tags/tag50.xml"/><Relationship Id="rId10" Type="http://schemas.openxmlformats.org/officeDocument/2006/relationships/tags" Target="../tags/tag49.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tags" Target="../tags/tag56.xml"/><Relationship Id="rId6" Type="http://schemas.openxmlformats.org/officeDocument/2006/relationships/tags" Target="../tags/tag55.xml"/><Relationship Id="rId5" Type="http://schemas.openxmlformats.org/officeDocument/2006/relationships/tags" Target="../tags/tag54.xml"/><Relationship Id="rId4" Type="http://schemas.openxmlformats.org/officeDocument/2006/relationships/tags" Target="../tags/tag53.xml"/><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62.xml"/><Relationship Id="rId7" Type="http://schemas.openxmlformats.org/officeDocument/2006/relationships/tags" Target="../tags/tag61.xml"/><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image" Target="../media/image6.png"/><Relationship Id="rId2" Type="http://schemas.openxmlformats.org/officeDocument/2006/relationships/tags" Target="../tags/tag57.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70.xml"/><Relationship Id="rId8" Type="http://schemas.openxmlformats.org/officeDocument/2006/relationships/tags" Target="../tags/tag69.xml"/><Relationship Id="rId7" Type="http://schemas.openxmlformats.org/officeDocument/2006/relationships/tags" Target="../tags/tag68.xml"/><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8" Type="http://schemas.openxmlformats.org/officeDocument/2006/relationships/tags" Target="../tags/tag79.xml"/><Relationship Id="rId17" Type="http://schemas.openxmlformats.org/officeDocument/2006/relationships/tags" Target="../tags/tag78.xml"/><Relationship Id="rId16" Type="http://schemas.openxmlformats.org/officeDocument/2006/relationships/tags" Target="../tags/tag77.xml"/><Relationship Id="rId15" Type="http://schemas.openxmlformats.org/officeDocument/2006/relationships/tags" Target="../tags/tag76.xml"/><Relationship Id="rId14" Type="http://schemas.openxmlformats.org/officeDocument/2006/relationships/tags" Target="../tags/tag75.xml"/><Relationship Id="rId13" Type="http://schemas.openxmlformats.org/officeDocument/2006/relationships/tags" Target="../tags/tag74.xml"/><Relationship Id="rId12" Type="http://schemas.openxmlformats.org/officeDocument/2006/relationships/tags" Target="../tags/tag73.xml"/><Relationship Id="rId11" Type="http://schemas.openxmlformats.org/officeDocument/2006/relationships/tags" Target="../tags/tag72.xml"/><Relationship Id="rId10" Type="http://schemas.openxmlformats.org/officeDocument/2006/relationships/tags" Target="../tags/tag71.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87.xml"/><Relationship Id="rId8" Type="http://schemas.openxmlformats.org/officeDocument/2006/relationships/tags" Target="../tags/tag86.xml"/><Relationship Id="rId7" Type="http://schemas.openxmlformats.org/officeDocument/2006/relationships/tags" Target="../tags/tag85.xml"/><Relationship Id="rId6" Type="http://schemas.openxmlformats.org/officeDocument/2006/relationships/tags" Target="../tags/tag84.xml"/><Relationship Id="rId5" Type="http://schemas.openxmlformats.org/officeDocument/2006/relationships/tags" Target="../tags/tag83.xml"/><Relationship Id="rId4" Type="http://schemas.openxmlformats.org/officeDocument/2006/relationships/tags" Target="../tags/tag82.xml"/><Relationship Id="rId3" Type="http://schemas.openxmlformats.org/officeDocument/2006/relationships/tags" Target="../tags/tag81.xml"/><Relationship Id="rId24" Type="http://schemas.openxmlformats.org/officeDocument/2006/relationships/tags" Target="../tags/tag102.xml"/><Relationship Id="rId23" Type="http://schemas.openxmlformats.org/officeDocument/2006/relationships/tags" Target="../tags/tag101.xml"/><Relationship Id="rId22" Type="http://schemas.openxmlformats.org/officeDocument/2006/relationships/tags" Target="../tags/tag100.xml"/><Relationship Id="rId21" Type="http://schemas.openxmlformats.org/officeDocument/2006/relationships/tags" Target="../tags/tag99.xml"/><Relationship Id="rId20" Type="http://schemas.openxmlformats.org/officeDocument/2006/relationships/tags" Target="../tags/tag98.xml"/><Relationship Id="rId2" Type="http://schemas.openxmlformats.org/officeDocument/2006/relationships/tags" Target="../tags/tag80.xml"/><Relationship Id="rId19" Type="http://schemas.openxmlformats.org/officeDocument/2006/relationships/tags" Target="../tags/tag97.xml"/><Relationship Id="rId18" Type="http://schemas.openxmlformats.org/officeDocument/2006/relationships/tags" Target="../tags/tag96.xml"/><Relationship Id="rId17" Type="http://schemas.openxmlformats.org/officeDocument/2006/relationships/tags" Target="../tags/tag95.xml"/><Relationship Id="rId16" Type="http://schemas.openxmlformats.org/officeDocument/2006/relationships/tags" Target="../tags/tag94.xml"/><Relationship Id="rId15" Type="http://schemas.openxmlformats.org/officeDocument/2006/relationships/tags" Target="../tags/tag93.xml"/><Relationship Id="rId14" Type="http://schemas.openxmlformats.org/officeDocument/2006/relationships/tags" Target="../tags/tag92.xml"/><Relationship Id="rId13" Type="http://schemas.openxmlformats.org/officeDocument/2006/relationships/tags" Target="../tags/tag91.xml"/><Relationship Id="rId12" Type="http://schemas.openxmlformats.org/officeDocument/2006/relationships/tags" Target="../tags/tag90.xml"/><Relationship Id="rId11" Type="http://schemas.openxmlformats.org/officeDocument/2006/relationships/tags" Target="../tags/tag89.xml"/><Relationship Id="rId10" Type="http://schemas.openxmlformats.org/officeDocument/2006/relationships/tags" Target="../tags/tag88.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6" Type="http://schemas.openxmlformats.org/officeDocument/2006/relationships/tags" Target="../tags/tag107.xml"/><Relationship Id="rId5" Type="http://schemas.openxmlformats.org/officeDocument/2006/relationships/tags" Target="../tags/tag106.xml"/><Relationship Id="rId4" Type="http://schemas.openxmlformats.org/officeDocument/2006/relationships/tags" Target="../tags/tag105.xml"/><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14.xml"/><Relationship Id="rId7" Type="http://schemas.openxmlformats.org/officeDocument/2006/relationships/tags" Target="../tags/tag113.xml"/><Relationship Id="rId6" Type="http://schemas.openxmlformats.org/officeDocument/2006/relationships/tags" Target="../tags/tag112.xml"/><Relationship Id="rId5" Type="http://schemas.openxmlformats.org/officeDocument/2006/relationships/tags" Target="../tags/tag111.xml"/><Relationship Id="rId4" Type="http://schemas.openxmlformats.org/officeDocument/2006/relationships/tags" Target="../tags/tag110.xml"/><Relationship Id="rId3" Type="http://schemas.openxmlformats.org/officeDocument/2006/relationships/tags" Target="../tags/tag109.xml"/><Relationship Id="rId2" Type="http://schemas.openxmlformats.org/officeDocument/2006/relationships/tags" Target="../tags/tag108.xm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122.xml"/><Relationship Id="rId8" Type="http://schemas.openxmlformats.org/officeDocument/2006/relationships/tags" Target="../tags/tag121.xml"/><Relationship Id="rId7" Type="http://schemas.openxmlformats.org/officeDocument/2006/relationships/tags" Target="../tags/tag120.xml"/><Relationship Id="rId6" Type="http://schemas.openxmlformats.org/officeDocument/2006/relationships/tags" Target="../tags/tag119.xml"/><Relationship Id="rId5" Type="http://schemas.openxmlformats.org/officeDocument/2006/relationships/tags" Target="../tags/tag118.xml"/><Relationship Id="rId4" Type="http://schemas.openxmlformats.org/officeDocument/2006/relationships/tags" Target="../tags/tag117.xml"/><Relationship Id="rId3" Type="http://schemas.openxmlformats.org/officeDocument/2006/relationships/tags" Target="../tags/tag116.xml"/><Relationship Id="rId2" Type="http://schemas.openxmlformats.org/officeDocument/2006/relationships/tags" Target="../tags/tag115.xml"/><Relationship Id="rId13" Type="http://schemas.openxmlformats.org/officeDocument/2006/relationships/tags" Target="../tags/tag126.xml"/><Relationship Id="rId12" Type="http://schemas.openxmlformats.org/officeDocument/2006/relationships/tags" Target="../tags/tag125.xml"/><Relationship Id="rId11" Type="http://schemas.openxmlformats.org/officeDocument/2006/relationships/tags" Target="../tags/tag124.xml"/><Relationship Id="rId10" Type="http://schemas.openxmlformats.org/officeDocument/2006/relationships/tags" Target="../tags/tag123.xm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134.xml"/><Relationship Id="rId8" Type="http://schemas.openxmlformats.org/officeDocument/2006/relationships/tags" Target="../tags/tag133.xml"/><Relationship Id="rId7" Type="http://schemas.openxmlformats.org/officeDocument/2006/relationships/tags" Target="../tags/tag132.xml"/><Relationship Id="rId6" Type="http://schemas.openxmlformats.org/officeDocument/2006/relationships/tags" Target="../tags/tag131.xml"/><Relationship Id="rId5" Type="http://schemas.openxmlformats.org/officeDocument/2006/relationships/tags" Target="../tags/tag130.xml"/><Relationship Id="rId4" Type="http://schemas.openxmlformats.org/officeDocument/2006/relationships/tags" Target="../tags/tag129.xml"/><Relationship Id="rId3" Type="http://schemas.openxmlformats.org/officeDocument/2006/relationships/tags" Target="../tags/tag128.xml"/><Relationship Id="rId2" Type="http://schemas.openxmlformats.org/officeDocument/2006/relationships/tags" Target="../tags/tag127.xml"/><Relationship Id="rId13" Type="http://schemas.openxmlformats.org/officeDocument/2006/relationships/tags" Target="../tags/tag138.xml"/><Relationship Id="rId12" Type="http://schemas.openxmlformats.org/officeDocument/2006/relationships/tags" Target="../tags/tag137.xml"/><Relationship Id="rId11" Type="http://schemas.openxmlformats.org/officeDocument/2006/relationships/tags" Target="../tags/tag136.xml"/><Relationship Id="rId10" Type="http://schemas.openxmlformats.org/officeDocument/2006/relationships/tags" Target="../tags/tag135.xm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146.xml"/><Relationship Id="rId8" Type="http://schemas.openxmlformats.org/officeDocument/2006/relationships/tags" Target="../tags/tag145.xml"/><Relationship Id="rId7" Type="http://schemas.openxmlformats.org/officeDocument/2006/relationships/tags" Target="../tags/tag144.xml"/><Relationship Id="rId6" Type="http://schemas.openxmlformats.org/officeDocument/2006/relationships/tags" Target="../tags/tag143.xml"/><Relationship Id="rId5" Type="http://schemas.openxmlformats.org/officeDocument/2006/relationships/tags" Target="../tags/tag142.xml"/><Relationship Id="rId4" Type="http://schemas.openxmlformats.org/officeDocument/2006/relationships/tags" Target="../tags/tag141.xml"/><Relationship Id="rId3" Type="http://schemas.openxmlformats.org/officeDocument/2006/relationships/tags" Target="../tags/tag140.xml"/><Relationship Id="rId2" Type="http://schemas.openxmlformats.org/officeDocument/2006/relationships/tags" Target="../tags/tag139.xml"/><Relationship Id="rId18" Type="http://schemas.openxmlformats.org/officeDocument/2006/relationships/tags" Target="../tags/tag155.xml"/><Relationship Id="rId17" Type="http://schemas.openxmlformats.org/officeDocument/2006/relationships/tags" Target="../tags/tag154.xml"/><Relationship Id="rId16" Type="http://schemas.openxmlformats.org/officeDocument/2006/relationships/tags" Target="../tags/tag153.xml"/><Relationship Id="rId15" Type="http://schemas.openxmlformats.org/officeDocument/2006/relationships/tags" Target="../tags/tag152.xml"/><Relationship Id="rId14" Type="http://schemas.openxmlformats.org/officeDocument/2006/relationships/tags" Target="../tags/tag151.xml"/><Relationship Id="rId13" Type="http://schemas.openxmlformats.org/officeDocument/2006/relationships/tags" Target="../tags/tag150.xml"/><Relationship Id="rId12" Type="http://schemas.openxmlformats.org/officeDocument/2006/relationships/tags" Target="../tags/tag149.xml"/><Relationship Id="rId11" Type="http://schemas.openxmlformats.org/officeDocument/2006/relationships/tags" Target="../tags/tag148.xml"/><Relationship Id="rId10" Type="http://schemas.openxmlformats.org/officeDocument/2006/relationships/tags" Target="../tags/tag147.xm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9" Type="http://schemas.openxmlformats.org/officeDocument/2006/relationships/tags" Target="../tags/tag163.xml"/><Relationship Id="rId8" Type="http://schemas.openxmlformats.org/officeDocument/2006/relationships/tags" Target="../tags/tag162.xml"/><Relationship Id="rId7" Type="http://schemas.openxmlformats.org/officeDocument/2006/relationships/tags" Target="../tags/tag161.xml"/><Relationship Id="rId6" Type="http://schemas.openxmlformats.org/officeDocument/2006/relationships/tags" Target="../tags/tag160.xml"/><Relationship Id="rId5" Type="http://schemas.openxmlformats.org/officeDocument/2006/relationships/tags" Target="../tags/tag159.xml"/><Relationship Id="rId4" Type="http://schemas.openxmlformats.org/officeDocument/2006/relationships/tags" Target="../tags/tag158.xml"/><Relationship Id="rId3" Type="http://schemas.openxmlformats.org/officeDocument/2006/relationships/tags" Target="../tags/tag157.xml"/><Relationship Id="rId2" Type="http://schemas.openxmlformats.org/officeDocument/2006/relationships/tags" Target="../tags/tag156.xml"/><Relationship Id="rId14" Type="http://schemas.openxmlformats.org/officeDocument/2006/relationships/tags" Target="../tags/tag168.xml"/><Relationship Id="rId13" Type="http://schemas.openxmlformats.org/officeDocument/2006/relationships/tags" Target="../tags/tag167.xml"/><Relationship Id="rId12" Type="http://schemas.openxmlformats.org/officeDocument/2006/relationships/tags" Target="../tags/tag166.xml"/><Relationship Id="rId11" Type="http://schemas.openxmlformats.org/officeDocument/2006/relationships/tags" Target="../tags/tag165.xml"/><Relationship Id="rId10" Type="http://schemas.openxmlformats.org/officeDocument/2006/relationships/tags" Target="../tags/tag164.xml"/><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9" Type="http://schemas.openxmlformats.org/officeDocument/2006/relationships/tags" Target="../tags/tag176.xml"/><Relationship Id="rId8" Type="http://schemas.openxmlformats.org/officeDocument/2006/relationships/tags" Target="../tags/tag175.xml"/><Relationship Id="rId7" Type="http://schemas.openxmlformats.org/officeDocument/2006/relationships/tags" Target="../tags/tag174.xml"/><Relationship Id="rId6" Type="http://schemas.openxmlformats.org/officeDocument/2006/relationships/tags" Target="../tags/tag173.xml"/><Relationship Id="rId5" Type="http://schemas.openxmlformats.org/officeDocument/2006/relationships/tags" Target="../tags/tag172.xml"/><Relationship Id="rId4" Type="http://schemas.openxmlformats.org/officeDocument/2006/relationships/tags" Target="../tags/tag171.xml"/><Relationship Id="rId3" Type="http://schemas.openxmlformats.org/officeDocument/2006/relationships/tags" Target="../tags/tag170.xml"/><Relationship Id="rId2" Type="http://schemas.openxmlformats.org/officeDocument/2006/relationships/tags" Target="../tags/tag169.xml"/><Relationship Id="rId15" Type="http://schemas.openxmlformats.org/officeDocument/2006/relationships/tags" Target="../tags/tag182.xml"/><Relationship Id="rId14" Type="http://schemas.openxmlformats.org/officeDocument/2006/relationships/tags" Target="../tags/tag181.xml"/><Relationship Id="rId13" Type="http://schemas.openxmlformats.org/officeDocument/2006/relationships/tags" Target="../tags/tag180.xml"/><Relationship Id="rId12" Type="http://schemas.openxmlformats.org/officeDocument/2006/relationships/tags" Target="../tags/tag179.xml"/><Relationship Id="rId11" Type="http://schemas.openxmlformats.org/officeDocument/2006/relationships/tags" Target="../tags/tag178.xml"/><Relationship Id="rId10" Type="http://schemas.openxmlformats.org/officeDocument/2006/relationships/tags" Target="../tags/tag177.xml"/><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9" Type="http://schemas.openxmlformats.org/officeDocument/2006/relationships/tags" Target="../tags/tag190.xml"/><Relationship Id="rId8" Type="http://schemas.openxmlformats.org/officeDocument/2006/relationships/tags" Target="../tags/tag189.xml"/><Relationship Id="rId7" Type="http://schemas.openxmlformats.org/officeDocument/2006/relationships/tags" Target="../tags/tag188.xml"/><Relationship Id="rId6" Type="http://schemas.openxmlformats.org/officeDocument/2006/relationships/tags" Target="../tags/tag187.xml"/><Relationship Id="rId5" Type="http://schemas.openxmlformats.org/officeDocument/2006/relationships/tags" Target="../tags/tag186.xml"/><Relationship Id="rId4" Type="http://schemas.openxmlformats.org/officeDocument/2006/relationships/tags" Target="../tags/tag185.xml"/><Relationship Id="rId3" Type="http://schemas.openxmlformats.org/officeDocument/2006/relationships/tags" Target="../tags/tag184.xml"/><Relationship Id="rId2" Type="http://schemas.openxmlformats.org/officeDocument/2006/relationships/tags" Target="../tags/tag183.xml"/><Relationship Id="rId12" Type="http://schemas.openxmlformats.org/officeDocument/2006/relationships/tags" Target="../tags/tag193.xml"/><Relationship Id="rId11" Type="http://schemas.openxmlformats.org/officeDocument/2006/relationships/tags" Target="../tags/tag192.xml"/><Relationship Id="rId10" Type="http://schemas.openxmlformats.org/officeDocument/2006/relationships/tags" Target="../tags/tag191.xml"/><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201.xml"/><Relationship Id="rId8" Type="http://schemas.openxmlformats.org/officeDocument/2006/relationships/tags" Target="../tags/tag200.xml"/><Relationship Id="rId7" Type="http://schemas.openxmlformats.org/officeDocument/2006/relationships/tags" Target="../tags/tag199.xml"/><Relationship Id="rId6" Type="http://schemas.openxmlformats.org/officeDocument/2006/relationships/tags" Target="../tags/tag198.xml"/><Relationship Id="rId5" Type="http://schemas.openxmlformats.org/officeDocument/2006/relationships/tags" Target="../tags/tag197.xml"/><Relationship Id="rId4" Type="http://schemas.openxmlformats.org/officeDocument/2006/relationships/tags" Target="../tags/tag196.xml"/><Relationship Id="rId3" Type="http://schemas.openxmlformats.org/officeDocument/2006/relationships/tags" Target="../tags/tag195.xml"/><Relationship Id="rId2" Type="http://schemas.openxmlformats.org/officeDocument/2006/relationships/tags" Target="../tags/tag194.xml"/><Relationship Id="rId17" Type="http://schemas.openxmlformats.org/officeDocument/2006/relationships/tags" Target="../tags/tag209.xml"/><Relationship Id="rId16" Type="http://schemas.openxmlformats.org/officeDocument/2006/relationships/tags" Target="../tags/tag208.xml"/><Relationship Id="rId15" Type="http://schemas.openxmlformats.org/officeDocument/2006/relationships/tags" Target="../tags/tag207.xml"/><Relationship Id="rId14" Type="http://schemas.openxmlformats.org/officeDocument/2006/relationships/tags" Target="../tags/tag206.xml"/><Relationship Id="rId13" Type="http://schemas.openxmlformats.org/officeDocument/2006/relationships/tags" Target="../tags/tag205.xml"/><Relationship Id="rId12" Type="http://schemas.openxmlformats.org/officeDocument/2006/relationships/tags" Target="../tags/tag204.xml"/><Relationship Id="rId11" Type="http://schemas.openxmlformats.org/officeDocument/2006/relationships/tags" Target="../tags/tag203.xml"/><Relationship Id="rId10" Type="http://schemas.openxmlformats.org/officeDocument/2006/relationships/tags" Target="../tags/tag202.xml"/><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9" Type="http://schemas.openxmlformats.org/officeDocument/2006/relationships/tags" Target="../tags/tag217.xml"/><Relationship Id="rId8" Type="http://schemas.openxmlformats.org/officeDocument/2006/relationships/tags" Target="../tags/tag216.xml"/><Relationship Id="rId7" Type="http://schemas.openxmlformats.org/officeDocument/2006/relationships/tags" Target="../tags/tag215.xml"/><Relationship Id="rId6" Type="http://schemas.openxmlformats.org/officeDocument/2006/relationships/tags" Target="../tags/tag214.xml"/><Relationship Id="rId5" Type="http://schemas.openxmlformats.org/officeDocument/2006/relationships/tags" Target="../tags/tag213.xml"/><Relationship Id="rId4" Type="http://schemas.openxmlformats.org/officeDocument/2006/relationships/tags" Target="../tags/tag212.xml"/><Relationship Id="rId3" Type="http://schemas.openxmlformats.org/officeDocument/2006/relationships/tags" Target="../tags/tag211.xml"/><Relationship Id="rId2" Type="http://schemas.openxmlformats.org/officeDocument/2006/relationships/tags" Target="../tags/tag210.xml"/><Relationship Id="rId13" Type="http://schemas.openxmlformats.org/officeDocument/2006/relationships/tags" Target="../tags/tag221.xml"/><Relationship Id="rId12" Type="http://schemas.openxmlformats.org/officeDocument/2006/relationships/tags" Target="../tags/tag220.xml"/><Relationship Id="rId11" Type="http://schemas.openxmlformats.org/officeDocument/2006/relationships/tags" Target="../tags/tag219.xml"/><Relationship Id="rId10" Type="http://schemas.openxmlformats.org/officeDocument/2006/relationships/tags" Target="../tags/tag218.xm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9" Type="http://schemas.openxmlformats.org/officeDocument/2006/relationships/tags" Target="../tags/tag229.xml"/><Relationship Id="rId8" Type="http://schemas.openxmlformats.org/officeDocument/2006/relationships/tags" Target="../tags/tag228.xml"/><Relationship Id="rId7" Type="http://schemas.openxmlformats.org/officeDocument/2006/relationships/tags" Target="../tags/tag227.xml"/><Relationship Id="rId6" Type="http://schemas.openxmlformats.org/officeDocument/2006/relationships/tags" Target="../tags/tag226.xml"/><Relationship Id="rId5" Type="http://schemas.openxmlformats.org/officeDocument/2006/relationships/tags" Target="../tags/tag225.xml"/><Relationship Id="rId4" Type="http://schemas.openxmlformats.org/officeDocument/2006/relationships/tags" Target="../tags/tag224.xml"/><Relationship Id="rId3" Type="http://schemas.openxmlformats.org/officeDocument/2006/relationships/tags" Target="../tags/tag223.xml"/><Relationship Id="rId21" Type="http://schemas.openxmlformats.org/officeDocument/2006/relationships/tags" Target="../tags/tag241.xml"/><Relationship Id="rId20" Type="http://schemas.openxmlformats.org/officeDocument/2006/relationships/tags" Target="../tags/tag240.xml"/><Relationship Id="rId2" Type="http://schemas.openxmlformats.org/officeDocument/2006/relationships/tags" Target="../tags/tag222.xml"/><Relationship Id="rId19" Type="http://schemas.openxmlformats.org/officeDocument/2006/relationships/tags" Target="../tags/tag239.xml"/><Relationship Id="rId18" Type="http://schemas.openxmlformats.org/officeDocument/2006/relationships/tags" Target="../tags/tag238.xml"/><Relationship Id="rId17" Type="http://schemas.openxmlformats.org/officeDocument/2006/relationships/tags" Target="../tags/tag237.xml"/><Relationship Id="rId16" Type="http://schemas.openxmlformats.org/officeDocument/2006/relationships/tags" Target="../tags/tag236.xml"/><Relationship Id="rId15" Type="http://schemas.openxmlformats.org/officeDocument/2006/relationships/tags" Target="../tags/tag235.xml"/><Relationship Id="rId14" Type="http://schemas.openxmlformats.org/officeDocument/2006/relationships/tags" Target="../tags/tag234.xml"/><Relationship Id="rId13" Type="http://schemas.openxmlformats.org/officeDocument/2006/relationships/tags" Target="../tags/tag233.xml"/><Relationship Id="rId12" Type="http://schemas.openxmlformats.org/officeDocument/2006/relationships/tags" Target="../tags/tag232.xml"/><Relationship Id="rId11" Type="http://schemas.openxmlformats.org/officeDocument/2006/relationships/tags" Target="../tags/tag231.xml"/><Relationship Id="rId10" Type="http://schemas.openxmlformats.org/officeDocument/2006/relationships/tags" Target="../tags/tag230.xml"/><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249.xml"/><Relationship Id="rId8" Type="http://schemas.openxmlformats.org/officeDocument/2006/relationships/tags" Target="../tags/tag248.xml"/><Relationship Id="rId7" Type="http://schemas.openxmlformats.org/officeDocument/2006/relationships/tags" Target="../tags/tag247.xml"/><Relationship Id="rId6" Type="http://schemas.openxmlformats.org/officeDocument/2006/relationships/tags" Target="../tags/tag246.xml"/><Relationship Id="rId5" Type="http://schemas.openxmlformats.org/officeDocument/2006/relationships/tags" Target="../tags/tag245.xml"/><Relationship Id="rId4" Type="http://schemas.openxmlformats.org/officeDocument/2006/relationships/tags" Target="../tags/tag244.xml"/><Relationship Id="rId3" Type="http://schemas.openxmlformats.org/officeDocument/2006/relationships/tags" Target="../tags/tag243.xml"/><Relationship Id="rId2" Type="http://schemas.openxmlformats.org/officeDocument/2006/relationships/tags" Target="../tags/tag242.xml"/><Relationship Id="rId14" Type="http://schemas.openxmlformats.org/officeDocument/2006/relationships/tags" Target="../tags/tag254.xml"/><Relationship Id="rId13" Type="http://schemas.openxmlformats.org/officeDocument/2006/relationships/tags" Target="../tags/tag253.xml"/><Relationship Id="rId12" Type="http://schemas.openxmlformats.org/officeDocument/2006/relationships/tags" Target="../tags/tag252.xml"/><Relationship Id="rId11" Type="http://schemas.openxmlformats.org/officeDocument/2006/relationships/tags" Target="../tags/tag251.xml"/><Relationship Id="rId10" Type="http://schemas.openxmlformats.org/officeDocument/2006/relationships/tags" Target="../tags/tag250.xml"/><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262.xml"/><Relationship Id="rId8" Type="http://schemas.openxmlformats.org/officeDocument/2006/relationships/tags" Target="../tags/tag261.xml"/><Relationship Id="rId7" Type="http://schemas.openxmlformats.org/officeDocument/2006/relationships/tags" Target="../tags/tag260.xml"/><Relationship Id="rId6" Type="http://schemas.openxmlformats.org/officeDocument/2006/relationships/tags" Target="../tags/tag259.xml"/><Relationship Id="rId5" Type="http://schemas.openxmlformats.org/officeDocument/2006/relationships/tags" Target="../tags/tag258.xml"/><Relationship Id="rId4" Type="http://schemas.openxmlformats.org/officeDocument/2006/relationships/tags" Target="../tags/tag257.xml"/><Relationship Id="rId3" Type="http://schemas.openxmlformats.org/officeDocument/2006/relationships/tags" Target="../tags/tag256.xml"/><Relationship Id="rId2" Type="http://schemas.openxmlformats.org/officeDocument/2006/relationships/tags" Target="../tags/tag255.xml"/><Relationship Id="rId17" Type="http://schemas.openxmlformats.org/officeDocument/2006/relationships/tags" Target="../tags/tag270.xml"/><Relationship Id="rId16" Type="http://schemas.openxmlformats.org/officeDocument/2006/relationships/tags" Target="../tags/tag269.xml"/><Relationship Id="rId15" Type="http://schemas.openxmlformats.org/officeDocument/2006/relationships/tags" Target="../tags/tag268.xml"/><Relationship Id="rId14" Type="http://schemas.openxmlformats.org/officeDocument/2006/relationships/tags" Target="../tags/tag267.xml"/><Relationship Id="rId13" Type="http://schemas.openxmlformats.org/officeDocument/2006/relationships/tags" Target="../tags/tag266.xml"/><Relationship Id="rId12" Type="http://schemas.openxmlformats.org/officeDocument/2006/relationships/tags" Target="../tags/tag265.xml"/><Relationship Id="rId11" Type="http://schemas.openxmlformats.org/officeDocument/2006/relationships/tags" Target="../tags/tag264.xml"/><Relationship Id="rId10" Type="http://schemas.openxmlformats.org/officeDocument/2006/relationships/tags" Target="../tags/tag263.xml"/><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278.xml"/><Relationship Id="rId8" Type="http://schemas.openxmlformats.org/officeDocument/2006/relationships/tags" Target="../tags/tag277.xml"/><Relationship Id="rId7" Type="http://schemas.openxmlformats.org/officeDocument/2006/relationships/tags" Target="../tags/tag276.xml"/><Relationship Id="rId6" Type="http://schemas.openxmlformats.org/officeDocument/2006/relationships/tags" Target="../tags/tag275.xml"/><Relationship Id="rId5" Type="http://schemas.openxmlformats.org/officeDocument/2006/relationships/tags" Target="../tags/tag274.xml"/><Relationship Id="rId4" Type="http://schemas.openxmlformats.org/officeDocument/2006/relationships/tags" Target="../tags/tag273.xml"/><Relationship Id="rId3" Type="http://schemas.openxmlformats.org/officeDocument/2006/relationships/tags" Target="../tags/tag272.xml"/><Relationship Id="rId2" Type="http://schemas.openxmlformats.org/officeDocument/2006/relationships/tags" Target="../tags/tag271.xml"/><Relationship Id="rId17" Type="http://schemas.openxmlformats.org/officeDocument/2006/relationships/tags" Target="../tags/tag286.xml"/><Relationship Id="rId16" Type="http://schemas.openxmlformats.org/officeDocument/2006/relationships/tags" Target="../tags/tag285.xml"/><Relationship Id="rId15" Type="http://schemas.openxmlformats.org/officeDocument/2006/relationships/tags" Target="../tags/tag284.xml"/><Relationship Id="rId14" Type="http://schemas.openxmlformats.org/officeDocument/2006/relationships/tags" Target="../tags/tag283.xml"/><Relationship Id="rId13" Type="http://schemas.openxmlformats.org/officeDocument/2006/relationships/tags" Target="../tags/tag282.xml"/><Relationship Id="rId12" Type="http://schemas.openxmlformats.org/officeDocument/2006/relationships/tags" Target="../tags/tag281.xml"/><Relationship Id="rId11" Type="http://schemas.openxmlformats.org/officeDocument/2006/relationships/tags" Target="../tags/tag280.xml"/><Relationship Id="rId10" Type="http://schemas.openxmlformats.org/officeDocument/2006/relationships/tags" Target="../tags/tag279.xml"/><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9" Type="http://schemas.openxmlformats.org/officeDocument/2006/relationships/tags" Target="../tags/tag294.xml"/><Relationship Id="rId8" Type="http://schemas.openxmlformats.org/officeDocument/2006/relationships/tags" Target="../tags/tag293.xml"/><Relationship Id="rId7" Type="http://schemas.openxmlformats.org/officeDocument/2006/relationships/tags" Target="../tags/tag292.xml"/><Relationship Id="rId6" Type="http://schemas.openxmlformats.org/officeDocument/2006/relationships/tags" Target="../tags/tag291.xml"/><Relationship Id="rId5" Type="http://schemas.openxmlformats.org/officeDocument/2006/relationships/tags" Target="../tags/tag290.xml"/><Relationship Id="rId4" Type="http://schemas.openxmlformats.org/officeDocument/2006/relationships/tags" Target="../tags/tag289.xml"/><Relationship Id="rId3" Type="http://schemas.openxmlformats.org/officeDocument/2006/relationships/tags" Target="../tags/tag288.xml"/><Relationship Id="rId2" Type="http://schemas.openxmlformats.org/officeDocument/2006/relationships/tags" Target="../tags/tag287.xml"/><Relationship Id="rId12" Type="http://schemas.openxmlformats.org/officeDocument/2006/relationships/tags" Target="../tags/tag297.xml"/><Relationship Id="rId11" Type="http://schemas.openxmlformats.org/officeDocument/2006/relationships/tags" Target="../tags/tag296.xml"/><Relationship Id="rId10" Type="http://schemas.openxmlformats.org/officeDocument/2006/relationships/tags" Target="../tags/tag295.xml"/><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9" Type="http://schemas.openxmlformats.org/officeDocument/2006/relationships/tags" Target="../tags/tag305.xml"/><Relationship Id="rId8" Type="http://schemas.openxmlformats.org/officeDocument/2006/relationships/tags" Target="../tags/tag304.xml"/><Relationship Id="rId7" Type="http://schemas.openxmlformats.org/officeDocument/2006/relationships/tags" Target="../tags/tag303.xml"/><Relationship Id="rId6" Type="http://schemas.openxmlformats.org/officeDocument/2006/relationships/tags" Target="../tags/tag302.xml"/><Relationship Id="rId5" Type="http://schemas.openxmlformats.org/officeDocument/2006/relationships/tags" Target="../tags/tag301.xml"/><Relationship Id="rId4" Type="http://schemas.openxmlformats.org/officeDocument/2006/relationships/tags" Target="../tags/tag300.xml"/><Relationship Id="rId3" Type="http://schemas.openxmlformats.org/officeDocument/2006/relationships/tags" Target="../tags/tag299.xml"/><Relationship Id="rId2" Type="http://schemas.openxmlformats.org/officeDocument/2006/relationships/tags" Target="../tags/tag298.xml"/><Relationship Id="rId17" Type="http://schemas.openxmlformats.org/officeDocument/2006/relationships/tags" Target="../tags/tag313.xml"/><Relationship Id="rId16" Type="http://schemas.openxmlformats.org/officeDocument/2006/relationships/tags" Target="../tags/tag312.xml"/><Relationship Id="rId15" Type="http://schemas.openxmlformats.org/officeDocument/2006/relationships/tags" Target="../tags/tag311.xml"/><Relationship Id="rId14" Type="http://schemas.openxmlformats.org/officeDocument/2006/relationships/tags" Target="../tags/tag310.xml"/><Relationship Id="rId13" Type="http://schemas.openxmlformats.org/officeDocument/2006/relationships/tags" Target="../tags/tag309.xml"/><Relationship Id="rId12" Type="http://schemas.openxmlformats.org/officeDocument/2006/relationships/tags" Target="../tags/tag308.xml"/><Relationship Id="rId11" Type="http://schemas.openxmlformats.org/officeDocument/2006/relationships/tags" Target="../tags/tag307.xml"/><Relationship Id="rId10" Type="http://schemas.openxmlformats.org/officeDocument/2006/relationships/tags" Target="../tags/tag306.xml"/><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9" Type="http://schemas.openxmlformats.org/officeDocument/2006/relationships/tags" Target="../tags/tag321.xml"/><Relationship Id="rId8" Type="http://schemas.openxmlformats.org/officeDocument/2006/relationships/tags" Target="../tags/tag320.xml"/><Relationship Id="rId7" Type="http://schemas.openxmlformats.org/officeDocument/2006/relationships/tags" Target="../tags/tag319.xml"/><Relationship Id="rId6" Type="http://schemas.openxmlformats.org/officeDocument/2006/relationships/tags" Target="../tags/tag318.xml"/><Relationship Id="rId5" Type="http://schemas.openxmlformats.org/officeDocument/2006/relationships/tags" Target="../tags/tag317.xml"/><Relationship Id="rId4" Type="http://schemas.openxmlformats.org/officeDocument/2006/relationships/tags" Target="../tags/tag316.xml"/><Relationship Id="rId3" Type="http://schemas.openxmlformats.org/officeDocument/2006/relationships/tags" Target="../tags/tag315.xml"/><Relationship Id="rId2" Type="http://schemas.openxmlformats.org/officeDocument/2006/relationships/tags" Target="../tags/tag314.xml"/><Relationship Id="rId11" Type="http://schemas.openxmlformats.org/officeDocument/2006/relationships/tags" Target="../tags/tag323.xml"/><Relationship Id="rId10" Type="http://schemas.openxmlformats.org/officeDocument/2006/relationships/tags" Target="../tags/tag322.xml"/><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9" Type="http://schemas.openxmlformats.org/officeDocument/2006/relationships/tags" Target="../tags/tag331.xml"/><Relationship Id="rId8" Type="http://schemas.openxmlformats.org/officeDocument/2006/relationships/tags" Target="../tags/tag330.xml"/><Relationship Id="rId7" Type="http://schemas.openxmlformats.org/officeDocument/2006/relationships/tags" Target="../tags/tag329.xml"/><Relationship Id="rId6" Type="http://schemas.openxmlformats.org/officeDocument/2006/relationships/tags" Target="../tags/tag328.xml"/><Relationship Id="rId5" Type="http://schemas.openxmlformats.org/officeDocument/2006/relationships/tags" Target="../tags/tag327.xml"/><Relationship Id="rId4" Type="http://schemas.openxmlformats.org/officeDocument/2006/relationships/tags" Target="../tags/tag326.xml"/><Relationship Id="rId3" Type="http://schemas.openxmlformats.org/officeDocument/2006/relationships/tags" Target="../tags/tag325.xml"/><Relationship Id="rId2" Type="http://schemas.openxmlformats.org/officeDocument/2006/relationships/tags" Target="../tags/tag324.xml"/><Relationship Id="rId18" Type="http://schemas.openxmlformats.org/officeDocument/2006/relationships/tags" Target="../tags/tag340.xml"/><Relationship Id="rId17" Type="http://schemas.openxmlformats.org/officeDocument/2006/relationships/tags" Target="../tags/tag339.xml"/><Relationship Id="rId16" Type="http://schemas.openxmlformats.org/officeDocument/2006/relationships/tags" Target="../tags/tag338.xml"/><Relationship Id="rId15" Type="http://schemas.openxmlformats.org/officeDocument/2006/relationships/tags" Target="../tags/tag337.xml"/><Relationship Id="rId14" Type="http://schemas.openxmlformats.org/officeDocument/2006/relationships/tags" Target="../tags/tag336.xml"/><Relationship Id="rId13" Type="http://schemas.openxmlformats.org/officeDocument/2006/relationships/tags" Target="../tags/tag335.xml"/><Relationship Id="rId12" Type="http://schemas.openxmlformats.org/officeDocument/2006/relationships/tags" Target="../tags/tag334.xml"/><Relationship Id="rId11" Type="http://schemas.openxmlformats.org/officeDocument/2006/relationships/tags" Target="../tags/tag333.xml"/><Relationship Id="rId10" Type="http://schemas.openxmlformats.org/officeDocument/2006/relationships/tags" Target="../tags/tag332.xml"/><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9" Type="http://schemas.openxmlformats.org/officeDocument/2006/relationships/tags" Target="../tags/tag348.xml"/><Relationship Id="rId8" Type="http://schemas.openxmlformats.org/officeDocument/2006/relationships/tags" Target="../tags/tag347.xml"/><Relationship Id="rId7" Type="http://schemas.openxmlformats.org/officeDocument/2006/relationships/tags" Target="../tags/tag346.xml"/><Relationship Id="rId6" Type="http://schemas.openxmlformats.org/officeDocument/2006/relationships/tags" Target="../tags/tag345.xml"/><Relationship Id="rId5" Type="http://schemas.openxmlformats.org/officeDocument/2006/relationships/tags" Target="../tags/tag344.xml"/><Relationship Id="rId4" Type="http://schemas.openxmlformats.org/officeDocument/2006/relationships/tags" Target="../tags/tag343.xml"/><Relationship Id="rId3" Type="http://schemas.openxmlformats.org/officeDocument/2006/relationships/tags" Target="../tags/tag342.xml"/><Relationship Id="rId2" Type="http://schemas.openxmlformats.org/officeDocument/2006/relationships/tags" Target="../tags/tag341.xml"/><Relationship Id="rId14" Type="http://schemas.openxmlformats.org/officeDocument/2006/relationships/tags" Target="../tags/tag353.xml"/><Relationship Id="rId13" Type="http://schemas.openxmlformats.org/officeDocument/2006/relationships/tags" Target="../tags/tag352.xml"/><Relationship Id="rId12" Type="http://schemas.openxmlformats.org/officeDocument/2006/relationships/tags" Target="../tags/tag351.xml"/><Relationship Id="rId11" Type="http://schemas.openxmlformats.org/officeDocument/2006/relationships/tags" Target="../tags/tag350.xml"/><Relationship Id="rId10" Type="http://schemas.openxmlformats.org/officeDocument/2006/relationships/tags" Target="../tags/tag349.xml"/><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6" Type="http://schemas.openxmlformats.org/officeDocument/2006/relationships/tags" Target="../tags/tag366.xml"/><Relationship Id="rId5" Type="http://schemas.openxmlformats.org/officeDocument/2006/relationships/tags" Target="../tags/tag365.xml"/><Relationship Id="rId4" Type="http://schemas.openxmlformats.org/officeDocument/2006/relationships/tags" Target="../tags/tag364.xml"/><Relationship Id="rId3" Type="http://schemas.openxmlformats.org/officeDocument/2006/relationships/tags" Target="../tags/tag363.xml"/><Relationship Id="rId2" Type="http://schemas.openxmlformats.org/officeDocument/2006/relationships/tags" Target="../tags/tag362.xml"/><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9" Type="http://schemas.openxmlformats.org/officeDocument/2006/relationships/tags" Target="../tags/tag371.xml"/><Relationship Id="rId8" Type="http://schemas.openxmlformats.org/officeDocument/2006/relationships/tags" Target="../tags/tag370.xml"/><Relationship Id="rId7" Type="http://schemas.openxmlformats.org/officeDocument/2006/relationships/image" Target="../media/image11.png"/><Relationship Id="rId6" Type="http://schemas.openxmlformats.org/officeDocument/2006/relationships/tags" Target="../tags/tag369.xml"/><Relationship Id="rId5" Type="http://schemas.openxmlformats.org/officeDocument/2006/relationships/image" Target="../media/image10.png"/><Relationship Id="rId4" Type="http://schemas.openxmlformats.org/officeDocument/2006/relationships/tags" Target="../tags/tag368.xml"/><Relationship Id="rId3" Type="http://schemas.openxmlformats.org/officeDocument/2006/relationships/image" Target="../media/image9.png"/><Relationship Id="rId2" Type="http://schemas.openxmlformats.org/officeDocument/2006/relationships/tags" Target="../tags/tag367.xml"/><Relationship Id="rId11" Type="http://schemas.openxmlformats.org/officeDocument/2006/relationships/tags" Target="../tags/tag373.xml"/><Relationship Id="rId10" Type="http://schemas.openxmlformats.org/officeDocument/2006/relationships/tags" Target="../tags/tag372.xml"/><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7" Type="http://schemas.openxmlformats.org/officeDocument/2006/relationships/tags" Target="../tags/tag379.xml"/><Relationship Id="rId6" Type="http://schemas.openxmlformats.org/officeDocument/2006/relationships/tags" Target="../tags/tag378.xml"/><Relationship Id="rId5" Type="http://schemas.openxmlformats.org/officeDocument/2006/relationships/tags" Target="../tags/tag377.xml"/><Relationship Id="rId4" Type="http://schemas.openxmlformats.org/officeDocument/2006/relationships/tags" Target="../tags/tag376.xml"/><Relationship Id="rId3" Type="http://schemas.openxmlformats.org/officeDocument/2006/relationships/tags" Target="../tags/tag375.xml"/><Relationship Id="rId2" Type="http://schemas.openxmlformats.org/officeDocument/2006/relationships/tags" Target="../tags/tag374.xml"/><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9" Type="http://schemas.openxmlformats.org/officeDocument/2006/relationships/tags" Target="../tags/tag387.xml"/><Relationship Id="rId8" Type="http://schemas.openxmlformats.org/officeDocument/2006/relationships/tags" Target="../tags/tag386.xml"/><Relationship Id="rId7" Type="http://schemas.openxmlformats.org/officeDocument/2006/relationships/tags" Target="../tags/tag385.xml"/><Relationship Id="rId6" Type="http://schemas.openxmlformats.org/officeDocument/2006/relationships/tags" Target="../tags/tag384.xml"/><Relationship Id="rId5" Type="http://schemas.openxmlformats.org/officeDocument/2006/relationships/tags" Target="../tags/tag383.xml"/><Relationship Id="rId4" Type="http://schemas.openxmlformats.org/officeDocument/2006/relationships/tags" Target="../tags/tag382.xml"/><Relationship Id="rId3" Type="http://schemas.openxmlformats.org/officeDocument/2006/relationships/tags" Target="../tags/tag381.xml"/><Relationship Id="rId2" Type="http://schemas.openxmlformats.org/officeDocument/2006/relationships/tags" Target="../tags/tag380.xml"/><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5" Type="http://schemas.openxmlformats.org/officeDocument/2006/relationships/tags" Target="../tags/tag391.xml"/><Relationship Id="rId4" Type="http://schemas.openxmlformats.org/officeDocument/2006/relationships/tags" Target="../tags/tag390.xml"/><Relationship Id="rId3" Type="http://schemas.openxmlformats.org/officeDocument/2006/relationships/tags" Target="../tags/tag389.xml"/><Relationship Id="rId2" Type="http://schemas.openxmlformats.org/officeDocument/2006/relationships/tags" Target="../tags/tag388.xml"/><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4" Type="http://schemas.openxmlformats.org/officeDocument/2006/relationships/tags" Target="../tags/tag394.xml"/><Relationship Id="rId3" Type="http://schemas.openxmlformats.org/officeDocument/2006/relationships/tags" Target="../tags/tag393.xml"/><Relationship Id="rId2" Type="http://schemas.openxmlformats.org/officeDocument/2006/relationships/tags" Target="../tags/tag392.xml"/><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5" Type="http://schemas.openxmlformats.org/officeDocument/2006/relationships/tags" Target="../tags/tag398.xml"/><Relationship Id="rId4" Type="http://schemas.openxmlformats.org/officeDocument/2006/relationships/tags" Target="../tags/tag397.xml"/><Relationship Id="rId3" Type="http://schemas.openxmlformats.org/officeDocument/2006/relationships/tags" Target="../tags/tag396.xml"/><Relationship Id="rId2" Type="http://schemas.openxmlformats.org/officeDocument/2006/relationships/tags" Target="../tags/tag395.xml"/><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6" Type="http://schemas.openxmlformats.org/officeDocument/2006/relationships/tags" Target="../tags/tag403.xml"/><Relationship Id="rId5" Type="http://schemas.openxmlformats.org/officeDocument/2006/relationships/tags" Target="../tags/tag402.xml"/><Relationship Id="rId4" Type="http://schemas.openxmlformats.org/officeDocument/2006/relationships/tags" Target="../tags/tag401.xml"/><Relationship Id="rId3" Type="http://schemas.openxmlformats.org/officeDocument/2006/relationships/tags" Target="../tags/tag400.xml"/><Relationship Id="rId2" Type="http://schemas.openxmlformats.org/officeDocument/2006/relationships/tags" Target="../tags/tag399.xml"/><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9" Type="http://schemas.openxmlformats.org/officeDocument/2006/relationships/tags" Target="../tags/tag409.xml"/><Relationship Id="rId8" Type="http://schemas.openxmlformats.org/officeDocument/2006/relationships/tags" Target="../tags/tag408.xml"/><Relationship Id="rId7" Type="http://schemas.openxmlformats.org/officeDocument/2006/relationships/tags" Target="../tags/tag407.xml"/><Relationship Id="rId6" Type="http://schemas.openxmlformats.org/officeDocument/2006/relationships/tags" Target="../tags/tag406.xml"/><Relationship Id="rId5" Type="http://schemas.openxmlformats.org/officeDocument/2006/relationships/image" Target="../media/image5.png"/><Relationship Id="rId4" Type="http://schemas.openxmlformats.org/officeDocument/2006/relationships/tags" Target="../tags/tag405.xml"/><Relationship Id="rId3" Type="http://schemas.openxmlformats.org/officeDocument/2006/relationships/image" Target="../media/image12.png"/><Relationship Id="rId2" Type="http://schemas.openxmlformats.org/officeDocument/2006/relationships/tags" Target="../tags/tag404.xml"/><Relationship Id="rId11" Type="http://schemas.openxmlformats.org/officeDocument/2006/relationships/tags" Target="../tags/tag411.xml"/><Relationship Id="rId10" Type="http://schemas.openxmlformats.org/officeDocument/2006/relationships/tags" Target="../tags/tag410.xml"/><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8" Type="http://schemas.openxmlformats.org/officeDocument/2006/relationships/image" Target="../media/image9.png"/><Relationship Id="rId7" Type="http://schemas.openxmlformats.org/officeDocument/2006/relationships/tags" Target="../tags/tag417.xml"/><Relationship Id="rId6" Type="http://schemas.openxmlformats.org/officeDocument/2006/relationships/tags" Target="../tags/tag416.xml"/><Relationship Id="rId5" Type="http://schemas.openxmlformats.org/officeDocument/2006/relationships/tags" Target="../tags/tag415.xml"/><Relationship Id="rId4" Type="http://schemas.openxmlformats.org/officeDocument/2006/relationships/tags" Target="../tags/tag414.xml"/><Relationship Id="rId3" Type="http://schemas.openxmlformats.org/officeDocument/2006/relationships/tags" Target="../tags/tag413.xml"/><Relationship Id="rId2" Type="http://schemas.openxmlformats.org/officeDocument/2006/relationships/tags" Target="../tags/tag412.xml"/><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8" Type="http://schemas.openxmlformats.org/officeDocument/2006/relationships/tags" Target="../tags/tag423.xml"/><Relationship Id="rId7" Type="http://schemas.openxmlformats.org/officeDocument/2006/relationships/tags" Target="../tags/tag422.xml"/><Relationship Id="rId6" Type="http://schemas.openxmlformats.org/officeDocument/2006/relationships/tags" Target="../tags/tag421.xml"/><Relationship Id="rId5" Type="http://schemas.openxmlformats.org/officeDocument/2006/relationships/tags" Target="../tags/tag420.xml"/><Relationship Id="rId4" Type="http://schemas.openxmlformats.org/officeDocument/2006/relationships/tags" Target="../tags/tag419.xml"/><Relationship Id="rId3" Type="http://schemas.openxmlformats.org/officeDocument/2006/relationships/image" Target="../media/image13.png"/><Relationship Id="rId2" Type="http://schemas.openxmlformats.org/officeDocument/2006/relationships/tags" Target="../tags/tag418.xml"/><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9" Type="http://schemas.openxmlformats.org/officeDocument/2006/relationships/tags" Target="../tags/tag431.xml"/><Relationship Id="rId8" Type="http://schemas.openxmlformats.org/officeDocument/2006/relationships/tags" Target="../tags/tag430.xml"/><Relationship Id="rId7" Type="http://schemas.openxmlformats.org/officeDocument/2006/relationships/tags" Target="../tags/tag429.xml"/><Relationship Id="rId6" Type="http://schemas.openxmlformats.org/officeDocument/2006/relationships/tags" Target="../tags/tag428.xml"/><Relationship Id="rId5" Type="http://schemas.openxmlformats.org/officeDocument/2006/relationships/tags" Target="../tags/tag427.xml"/><Relationship Id="rId4" Type="http://schemas.openxmlformats.org/officeDocument/2006/relationships/tags" Target="../tags/tag426.xml"/><Relationship Id="rId3" Type="http://schemas.openxmlformats.org/officeDocument/2006/relationships/tags" Target="../tags/tag425.xml"/><Relationship Id="rId2" Type="http://schemas.openxmlformats.org/officeDocument/2006/relationships/tags" Target="../tags/tag424.xml"/><Relationship Id="rId18" Type="http://schemas.openxmlformats.org/officeDocument/2006/relationships/tags" Target="../tags/tag440.xml"/><Relationship Id="rId17" Type="http://schemas.openxmlformats.org/officeDocument/2006/relationships/tags" Target="../tags/tag439.xml"/><Relationship Id="rId16" Type="http://schemas.openxmlformats.org/officeDocument/2006/relationships/tags" Target="../tags/tag438.xml"/><Relationship Id="rId15" Type="http://schemas.openxmlformats.org/officeDocument/2006/relationships/tags" Target="../tags/tag437.xml"/><Relationship Id="rId14" Type="http://schemas.openxmlformats.org/officeDocument/2006/relationships/tags" Target="../tags/tag436.xml"/><Relationship Id="rId13" Type="http://schemas.openxmlformats.org/officeDocument/2006/relationships/tags" Target="../tags/tag435.xml"/><Relationship Id="rId12" Type="http://schemas.openxmlformats.org/officeDocument/2006/relationships/tags" Target="../tags/tag434.xml"/><Relationship Id="rId11" Type="http://schemas.openxmlformats.org/officeDocument/2006/relationships/tags" Target="../tags/tag433.xml"/><Relationship Id="rId10" Type="http://schemas.openxmlformats.org/officeDocument/2006/relationships/tags" Target="../tags/tag432.xml"/><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9" Type="http://schemas.openxmlformats.org/officeDocument/2006/relationships/tags" Target="../tags/tag448.xml"/><Relationship Id="rId8" Type="http://schemas.openxmlformats.org/officeDocument/2006/relationships/tags" Target="../tags/tag447.xml"/><Relationship Id="rId7" Type="http://schemas.openxmlformats.org/officeDocument/2006/relationships/tags" Target="../tags/tag446.xml"/><Relationship Id="rId6" Type="http://schemas.openxmlformats.org/officeDocument/2006/relationships/tags" Target="../tags/tag445.xml"/><Relationship Id="rId5" Type="http://schemas.openxmlformats.org/officeDocument/2006/relationships/tags" Target="../tags/tag444.xml"/><Relationship Id="rId4" Type="http://schemas.openxmlformats.org/officeDocument/2006/relationships/tags" Target="../tags/tag443.xml"/><Relationship Id="rId3" Type="http://schemas.openxmlformats.org/officeDocument/2006/relationships/tags" Target="../tags/tag442.xml"/><Relationship Id="rId24" Type="http://schemas.openxmlformats.org/officeDocument/2006/relationships/tags" Target="../tags/tag463.xml"/><Relationship Id="rId23" Type="http://schemas.openxmlformats.org/officeDocument/2006/relationships/tags" Target="../tags/tag462.xml"/><Relationship Id="rId22" Type="http://schemas.openxmlformats.org/officeDocument/2006/relationships/tags" Target="../tags/tag461.xml"/><Relationship Id="rId21" Type="http://schemas.openxmlformats.org/officeDocument/2006/relationships/tags" Target="../tags/tag460.xml"/><Relationship Id="rId20" Type="http://schemas.openxmlformats.org/officeDocument/2006/relationships/tags" Target="../tags/tag459.xml"/><Relationship Id="rId2" Type="http://schemas.openxmlformats.org/officeDocument/2006/relationships/tags" Target="../tags/tag441.xml"/><Relationship Id="rId19" Type="http://schemas.openxmlformats.org/officeDocument/2006/relationships/tags" Target="../tags/tag458.xml"/><Relationship Id="rId18" Type="http://schemas.openxmlformats.org/officeDocument/2006/relationships/tags" Target="../tags/tag457.xml"/><Relationship Id="rId17" Type="http://schemas.openxmlformats.org/officeDocument/2006/relationships/tags" Target="../tags/tag456.xml"/><Relationship Id="rId16" Type="http://schemas.openxmlformats.org/officeDocument/2006/relationships/tags" Target="../tags/tag455.xml"/><Relationship Id="rId15" Type="http://schemas.openxmlformats.org/officeDocument/2006/relationships/tags" Target="../tags/tag454.xml"/><Relationship Id="rId14" Type="http://schemas.openxmlformats.org/officeDocument/2006/relationships/tags" Target="../tags/tag453.xml"/><Relationship Id="rId13" Type="http://schemas.openxmlformats.org/officeDocument/2006/relationships/tags" Target="../tags/tag452.xml"/><Relationship Id="rId12" Type="http://schemas.openxmlformats.org/officeDocument/2006/relationships/tags" Target="../tags/tag451.xml"/><Relationship Id="rId11" Type="http://schemas.openxmlformats.org/officeDocument/2006/relationships/tags" Target="../tags/tag450.xml"/><Relationship Id="rId10" Type="http://schemas.openxmlformats.org/officeDocument/2006/relationships/tags" Target="../tags/tag449.xml"/><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6" Type="http://schemas.openxmlformats.org/officeDocument/2006/relationships/tags" Target="../tags/tag468.xml"/><Relationship Id="rId5" Type="http://schemas.openxmlformats.org/officeDocument/2006/relationships/tags" Target="../tags/tag467.xml"/><Relationship Id="rId4" Type="http://schemas.openxmlformats.org/officeDocument/2006/relationships/tags" Target="../tags/tag466.xml"/><Relationship Id="rId3" Type="http://schemas.openxmlformats.org/officeDocument/2006/relationships/tags" Target="../tags/tag465.xml"/><Relationship Id="rId2" Type="http://schemas.openxmlformats.org/officeDocument/2006/relationships/tags" Target="../tags/tag464.xml"/><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8" Type="http://schemas.openxmlformats.org/officeDocument/2006/relationships/tags" Target="../tags/tag475.xml"/><Relationship Id="rId7" Type="http://schemas.openxmlformats.org/officeDocument/2006/relationships/tags" Target="../tags/tag474.xml"/><Relationship Id="rId6" Type="http://schemas.openxmlformats.org/officeDocument/2006/relationships/tags" Target="../tags/tag473.xml"/><Relationship Id="rId5" Type="http://schemas.openxmlformats.org/officeDocument/2006/relationships/tags" Target="../tags/tag472.xml"/><Relationship Id="rId4" Type="http://schemas.openxmlformats.org/officeDocument/2006/relationships/tags" Target="../tags/tag471.xml"/><Relationship Id="rId3" Type="http://schemas.openxmlformats.org/officeDocument/2006/relationships/tags" Target="../tags/tag470.xml"/><Relationship Id="rId2" Type="http://schemas.openxmlformats.org/officeDocument/2006/relationships/tags" Target="../tags/tag469.xml"/><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9" Type="http://schemas.openxmlformats.org/officeDocument/2006/relationships/tags" Target="../tags/tag483.xml"/><Relationship Id="rId8" Type="http://schemas.openxmlformats.org/officeDocument/2006/relationships/tags" Target="../tags/tag482.xml"/><Relationship Id="rId7" Type="http://schemas.openxmlformats.org/officeDocument/2006/relationships/tags" Target="../tags/tag481.xml"/><Relationship Id="rId6" Type="http://schemas.openxmlformats.org/officeDocument/2006/relationships/tags" Target="../tags/tag480.xml"/><Relationship Id="rId5" Type="http://schemas.openxmlformats.org/officeDocument/2006/relationships/tags" Target="../tags/tag479.xml"/><Relationship Id="rId4" Type="http://schemas.openxmlformats.org/officeDocument/2006/relationships/tags" Target="../tags/tag478.xml"/><Relationship Id="rId3" Type="http://schemas.openxmlformats.org/officeDocument/2006/relationships/tags" Target="../tags/tag477.xml"/><Relationship Id="rId2" Type="http://schemas.openxmlformats.org/officeDocument/2006/relationships/tags" Target="../tags/tag476.xml"/><Relationship Id="rId13" Type="http://schemas.openxmlformats.org/officeDocument/2006/relationships/tags" Target="../tags/tag487.xml"/><Relationship Id="rId12" Type="http://schemas.openxmlformats.org/officeDocument/2006/relationships/tags" Target="../tags/tag486.xml"/><Relationship Id="rId11" Type="http://schemas.openxmlformats.org/officeDocument/2006/relationships/tags" Target="../tags/tag485.xml"/><Relationship Id="rId10" Type="http://schemas.openxmlformats.org/officeDocument/2006/relationships/tags" Target="../tags/tag484.xml"/><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9" Type="http://schemas.openxmlformats.org/officeDocument/2006/relationships/tags" Target="../tags/tag495.xml"/><Relationship Id="rId8" Type="http://schemas.openxmlformats.org/officeDocument/2006/relationships/tags" Target="../tags/tag494.xml"/><Relationship Id="rId7" Type="http://schemas.openxmlformats.org/officeDocument/2006/relationships/tags" Target="../tags/tag493.xml"/><Relationship Id="rId6" Type="http://schemas.openxmlformats.org/officeDocument/2006/relationships/tags" Target="../tags/tag492.xml"/><Relationship Id="rId5" Type="http://schemas.openxmlformats.org/officeDocument/2006/relationships/tags" Target="../tags/tag491.xml"/><Relationship Id="rId4" Type="http://schemas.openxmlformats.org/officeDocument/2006/relationships/tags" Target="../tags/tag490.xml"/><Relationship Id="rId3" Type="http://schemas.openxmlformats.org/officeDocument/2006/relationships/tags" Target="../tags/tag489.xml"/><Relationship Id="rId2" Type="http://schemas.openxmlformats.org/officeDocument/2006/relationships/tags" Target="../tags/tag488.xml"/><Relationship Id="rId13" Type="http://schemas.openxmlformats.org/officeDocument/2006/relationships/tags" Target="../tags/tag499.xml"/><Relationship Id="rId12" Type="http://schemas.openxmlformats.org/officeDocument/2006/relationships/tags" Target="../tags/tag498.xml"/><Relationship Id="rId11" Type="http://schemas.openxmlformats.org/officeDocument/2006/relationships/tags" Target="../tags/tag497.xml"/><Relationship Id="rId10" Type="http://schemas.openxmlformats.org/officeDocument/2006/relationships/tags" Target="../tags/tag496.xml"/><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9" Type="http://schemas.openxmlformats.org/officeDocument/2006/relationships/tags" Target="../tags/tag507.xml"/><Relationship Id="rId8" Type="http://schemas.openxmlformats.org/officeDocument/2006/relationships/tags" Target="../tags/tag506.xml"/><Relationship Id="rId7" Type="http://schemas.openxmlformats.org/officeDocument/2006/relationships/tags" Target="../tags/tag505.xml"/><Relationship Id="rId6" Type="http://schemas.openxmlformats.org/officeDocument/2006/relationships/tags" Target="../tags/tag504.xml"/><Relationship Id="rId5" Type="http://schemas.openxmlformats.org/officeDocument/2006/relationships/tags" Target="../tags/tag503.xml"/><Relationship Id="rId4" Type="http://schemas.openxmlformats.org/officeDocument/2006/relationships/tags" Target="../tags/tag502.xml"/><Relationship Id="rId3" Type="http://schemas.openxmlformats.org/officeDocument/2006/relationships/tags" Target="../tags/tag501.xml"/><Relationship Id="rId2" Type="http://schemas.openxmlformats.org/officeDocument/2006/relationships/tags" Target="../tags/tag500.xml"/><Relationship Id="rId18" Type="http://schemas.openxmlformats.org/officeDocument/2006/relationships/tags" Target="../tags/tag516.xml"/><Relationship Id="rId17" Type="http://schemas.openxmlformats.org/officeDocument/2006/relationships/tags" Target="../tags/tag515.xml"/><Relationship Id="rId16" Type="http://schemas.openxmlformats.org/officeDocument/2006/relationships/tags" Target="../tags/tag514.xml"/><Relationship Id="rId15" Type="http://schemas.openxmlformats.org/officeDocument/2006/relationships/tags" Target="../tags/tag513.xml"/><Relationship Id="rId14" Type="http://schemas.openxmlformats.org/officeDocument/2006/relationships/tags" Target="../tags/tag512.xml"/><Relationship Id="rId13" Type="http://schemas.openxmlformats.org/officeDocument/2006/relationships/tags" Target="../tags/tag511.xml"/><Relationship Id="rId12" Type="http://schemas.openxmlformats.org/officeDocument/2006/relationships/tags" Target="../tags/tag510.xml"/><Relationship Id="rId11" Type="http://schemas.openxmlformats.org/officeDocument/2006/relationships/tags" Target="../tags/tag509.xml"/><Relationship Id="rId10" Type="http://schemas.openxmlformats.org/officeDocument/2006/relationships/tags" Target="../tags/tag508.xml"/><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9" Type="http://schemas.openxmlformats.org/officeDocument/2006/relationships/tags" Target="../tags/tag524.xml"/><Relationship Id="rId8" Type="http://schemas.openxmlformats.org/officeDocument/2006/relationships/tags" Target="../tags/tag523.xml"/><Relationship Id="rId7" Type="http://schemas.openxmlformats.org/officeDocument/2006/relationships/tags" Target="../tags/tag522.xml"/><Relationship Id="rId6" Type="http://schemas.openxmlformats.org/officeDocument/2006/relationships/tags" Target="../tags/tag521.xml"/><Relationship Id="rId5" Type="http://schemas.openxmlformats.org/officeDocument/2006/relationships/tags" Target="../tags/tag520.xml"/><Relationship Id="rId4" Type="http://schemas.openxmlformats.org/officeDocument/2006/relationships/tags" Target="../tags/tag519.xml"/><Relationship Id="rId3" Type="http://schemas.openxmlformats.org/officeDocument/2006/relationships/tags" Target="../tags/tag518.xml"/><Relationship Id="rId2" Type="http://schemas.openxmlformats.org/officeDocument/2006/relationships/tags" Target="../tags/tag517.xml"/><Relationship Id="rId14" Type="http://schemas.openxmlformats.org/officeDocument/2006/relationships/tags" Target="../tags/tag529.xml"/><Relationship Id="rId13" Type="http://schemas.openxmlformats.org/officeDocument/2006/relationships/tags" Target="../tags/tag528.xml"/><Relationship Id="rId12" Type="http://schemas.openxmlformats.org/officeDocument/2006/relationships/tags" Target="../tags/tag527.xml"/><Relationship Id="rId11" Type="http://schemas.openxmlformats.org/officeDocument/2006/relationships/tags" Target="../tags/tag526.xml"/><Relationship Id="rId10" Type="http://schemas.openxmlformats.org/officeDocument/2006/relationships/tags" Target="../tags/tag525.xml"/><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9" Type="http://schemas.openxmlformats.org/officeDocument/2006/relationships/tags" Target="../tags/tag537.xml"/><Relationship Id="rId8" Type="http://schemas.openxmlformats.org/officeDocument/2006/relationships/tags" Target="../tags/tag536.xml"/><Relationship Id="rId7" Type="http://schemas.openxmlformats.org/officeDocument/2006/relationships/tags" Target="../tags/tag535.xml"/><Relationship Id="rId6" Type="http://schemas.openxmlformats.org/officeDocument/2006/relationships/tags" Target="../tags/tag534.xml"/><Relationship Id="rId5" Type="http://schemas.openxmlformats.org/officeDocument/2006/relationships/tags" Target="../tags/tag533.xml"/><Relationship Id="rId4" Type="http://schemas.openxmlformats.org/officeDocument/2006/relationships/tags" Target="../tags/tag532.xml"/><Relationship Id="rId3" Type="http://schemas.openxmlformats.org/officeDocument/2006/relationships/tags" Target="../tags/tag531.xml"/><Relationship Id="rId2" Type="http://schemas.openxmlformats.org/officeDocument/2006/relationships/tags" Target="../tags/tag530.xml"/><Relationship Id="rId15" Type="http://schemas.openxmlformats.org/officeDocument/2006/relationships/tags" Target="../tags/tag543.xml"/><Relationship Id="rId14" Type="http://schemas.openxmlformats.org/officeDocument/2006/relationships/tags" Target="../tags/tag542.xml"/><Relationship Id="rId13" Type="http://schemas.openxmlformats.org/officeDocument/2006/relationships/tags" Target="../tags/tag541.xml"/><Relationship Id="rId12" Type="http://schemas.openxmlformats.org/officeDocument/2006/relationships/tags" Target="../tags/tag540.xml"/><Relationship Id="rId11" Type="http://schemas.openxmlformats.org/officeDocument/2006/relationships/tags" Target="../tags/tag539.xml"/><Relationship Id="rId10" Type="http://schemas.openxmlformats.org/officeDocument/2006/relationships/tags" Target="../tags/tag538.xml"/><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9" Type="http://schemas.openxmlformats.org/officeDocument/2006/relationships/tags" Target="../tags/tag551.xml"/><Relationship Id="rId8" Type="http://schemas.openxmlformats.org/officeDocument/2006/relationships/tags" Target="../tags/tag550.xml"/><Relationship Id="rId7" Type="http://schemas.openxmlformats.org/officeDocument/2006/relationships/tags" Target="../tags/tag549.xml"/><Relationship Id="rId6" Type="http://schemas.openxmlformats.org/officeDocument/2006/relationships/tags" Target="../tags/tag548.xml"/><Relationship Id="rId5" Type="http://schemas.openxmlformats.org/officeDocument/2006/relationships/tags" Target="../tags/tag547.xml"/><Relationship Id="rId4" Type="http://schemas.openxmlformats.org/officeDocument/2006/relationships/tags" Target="../tags/tag546.xml"/><Relationship Id="rId3" Type="http://schemas.openxmlformats.org/officeDocument/2006/relationships/tags" Target="../tags/tag545.xml"/><Relationship Id="rId2" Type="http://schemas.openxmlformats.org/officeDocument/2006/relationships/tags" Target="../tags/tag544.xml"/><Relationship Id="rId12" Type="http://schemas.openxmlformats.org/officeDocument/2006/relationships/tags" Target="../tags/tag554.xml"/><Relationship Id="rId11" Type="http://schemas.openxmlformats.org/officeDocument/2006/relationships/tags" Target="../tags/tag553.xml"/><Relationship Id="rId10" Type="http://schemas.openxmlformats.org/officeDocument/2006/relationships/tags" Target="../tags/tag552.xml"/><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9" Type="http://schemas.openxmlformats.org/officeDocument/2006/relationships/tags" Target="../tags/tag562.xml"/><Relationship Id="rId8" Type="http://schemas.openxmlformats.org/officeDocument/2006/relationships/tags" Target="../tags/tag561.xml"/><Relationship Id="rId7" Type="http://schemas.openxmlformats.org/officeDocument/2006/relationships/tags" Target="../tags/tag560.xml"/><Relationship Id="rId6" Type="http://schemas.openxmlformats.org/officeDocument/2006/relationships/tags" Target="../tags/tag559.xml"/><Relationship Id="rId5" Type="http://schemas.openxmlformats.org/officeDocument/2006/relationships/tags" Target="../tags/tag558.xml"/><Relationship Id="rId4" Type="http://schemas.openxmlformats.org/officeDocument/2006/relationships/tags" Target="../tags/tag557.xml"/><Relationship Id="rId3" Type="http://schemas.openxmlformats.org/officeDocument/2006/relationships/tags" Target="../tags/tag556.xml"/><Relationship Id="rId2" Type="http://schemas.openxmlformats.org/officeDocument/2006/relationships/tags" Target="../tags/tag555.xml"/><Relationship Id="rId17" Type="http://schemas.openxmlformats.org/officeDocument/2006/relationships/tags" Target="../tags/tag570.xml"/><Relationship Id="rId16" Type="http://schemas.openxmlformats.org/officeDocument/2006/relationships/tags" Target="../tags/tag569.xml"/><Relationship Id="rId15" Type="http://schemas.openxmlformats.org/officeDocument/2006/relationships/tags" Target="../tags/tag568.xml"/><Relationship Id="rId14" Type="http://schemas.openxmlformats.org/officeDocument/2006/relationships/tags" Target="../tags/tag567.xml"/><Relationship Id="rId13" Type="http://schemas.openxmlformats.org/officeDocument/2006/relationships/tags" Target="../tags/tag566.xml"/><Relationship Id="rId12" Type="http://schemas.openxmlformats.org/officeDocument/2006/relationships/tags" Target="../tags/tag565.xml"/><Relationship Id="rId11" Type="http://schemas.openxmlformats.org/officeDocument/2006/relationships/tags" Target="../tags/tag564.xml"/><Relationship Id="rId10" Type="http://schemas.openxmlformats.org/officeDocument/2006/relationships/tags" Target="../tags/tag563.xml"/><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9" Type="http://schemas.openxmlformats.org/officeDocument/2006/relationships/tags" Target="../tags/tag578.xml"/><Relationship Id="rId8" Type="http://schemas.openxmlformats.org/officeDocument/2006/relationships/tags" Target="../tags/tag577.xml"/><Relationship Id="rId7" Type="http://schemas.openxmlformats.org/officeDocument/2006/relationships/tags" Target="../tags/tag576.xml"/><Relationship Id="rId6" Type="http://schemas.openxmlformats.org/officeDocument/2006/relationships/tags" Target="../tags/tag575.xml"/><Relationship Id="rId5" Type="http://schemas.openxmlformats.org/officeDocument/2006/relationships/tags" Target="../tags/tag574.xml"/><Relationship Id="rId4" Type="http://schemas.openxmlformats.org/officeDocument/2006/relationships/tags" Target="../tags/tag573.xml"/><Relationship Id="rId3" Type="http://schemas.openxmlformats.org/officeDocument/2006/relationships/tags" Target="../tags/tag572.xml"/><Relationship Id="rId2" Type="http://schemas.openxmlformats.org/officeDocument/2006/relationships/tags" Target="../tags/tag571.xml"/><Relationship Id="rId13" Type="http://schemas.openxmlformats.org/officeDocument/2006/relationships/tags" Target="../tags/tag582.xml"/><Relationship Id="rId12" Type="http://schemas.openxmlformats.org/officeDocument/2006/relationships/tags" Target="../tags/tag581.xml"/><Relationship Id="rId11" Type="http://schemas.openxmlformats.org/officeDocument/2006/relationships/tags" Target="../tags/tag580.xml"/><Relationship Id="rId10" Type="http://schemas.openxmlformats.org/officeDocument/2006/relationships/tags" Target="../tags/tag579.xml"/><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9" Type="http://schemas.openxmlformats.org/officeDocument/2006/relationships/tags" Target="../tags/tag590.xml"/><Relationship Id="rId8" Type="http://schemas.openxmlformats.org/officeDocument/2006/relationships/tags" Target="../tags/tag589.xml"/><Relationship Id="rId7" Type="http://schemas.openxmlformats.org/officeDocument/2006/relationships/tags" Target="../tags/tag588.xml"/><Relationship Id="rId6" Type="http://schemas.openxmlformats.org/officeDocument/2006/relationships/tags" Target="../tags/tag587.xml"/><Relationship Id="rId5" Type="http://schemas.openxmlformats.org/officeDocument/2006/relationships/tags" Target="../tags/tag586.xml"/><Relationship Id="rId4" Type="http://schemas.openxmlformats.org/officeDocument/2006/relationships/tags" Target="../tags/tag585.xml"/><Relationship Id="rId3" Type="http://schemas.openxmlformats.org/officeDocument/2006/relationships/tags" Target="../tags/tag584.xml"/><Relationship Id="rId21" Type="http://schemas.openxmlformats.org/officeDocument/2006/relationships/tags" Target="../tags/tag602.xml"/><Relationship Id="rId20" Type="http://schemas.openxmlformats.org/officeDocument/2006/relationships/tags" Target="../tags/tag601.xml"/><Relationship Id="rId2" Type="http://schemas.openxmlformats.org/officeDocument/2006/relationships/tags" Target="../tags/tag583.xml"/><Relationship Id="rId19" Type="http://schemas.openxmlformats.org/officeDocument/2006/relationships/tags" Target="../tags/tag600.xml"/><Relationship Id="rId18" Type="http://schemas.openxmlformats.org/officeDocument/2006/relationships/tags" Target="../tags/tag599.xml"/><Relationship Id="rId17" Type="http://schemas.openxmlformats.org/officeDocument/2006/relationships/tags" Target="../tags/tag598.xml"/><Relationship Id="rId16" Type="http://schemas.openxmlformats.org/officeDocument/2006/relationships/tags" Target="../tags/tag597.xml"/><Relationship Id="rId15" Type="http://schemas.openxmlformats.org/officeDocument/2006/relationships/tags" Target="../tags/tag596.xml"/><Relationship Id="rId14" Type="http://schemas.openxmlformats.org/officeDocument/2006/relationships/tags" Target="../tags/tag595.xml"/><Relationship Id="rId13" Type="http://schemas.openxmlformats.org/officeDocument/2006/relationships/tags" Target="../tags/tag594.xml"/><Relationship Id="rId12" Type="http://schemas.openxmlformats.org/officeDocument/2006/relationships/tags" Target="../tags/tag593.xml"/><Relationship Id="rId11" Type="http://schemas.openxmlformats.org/officeDocument/2006/relationships/tags" Target="../tags/tag592.xml"/><Relationship Id="rId10" Type="http://schemas.openxmlformats.org/officeDocument/2006/relationships/tags" Target="../tags/tag591.xml"/><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9" Type="http://schemas.openxmlformats.org/officeDocument/2006/relationships/tags" Target="../tags/tag610.xml"/><Relationship Id="rId8" Type="http://schemas.openxmlformats.org/officeDocument/2006/relationships/tags" Target="../tags/tag609.xml"/><Relationship Id="rId7" Type="http://schemas.openxmlformats.org/officeDocument/2006/relationships/tags" Target="../tags/tag608.xml"/><Relationship Id="rId6" Type="http://schemas.openxmlformats.org/officeDocument/2006/relationships/tags" Target="../tags/tag607.xml"/><Relationship Id="rId5" Type="http://schemas.openxmlformats.org/officeDocument/2006/relationships/tags" Target="../tags/tag606.xml"/><Relationship Id="rId4" Type="http://schemas.openxmlformats.org/officeDocument/2006/relationships/tags" Target="../tags/tag605.xml"/><Relationship Id="rId3" Type="http://schemas.openxmlformats.org/officeDocument/2006/relationships/tags" Target="../tags/tag604.xml"/><Relationship Id="rId2" Type="http://schemas.openxmlformats.org/officeDocument/2006/relationships/tags" Target="../tags/tag603.xml"/><Relationship Id="rId14" Type="http://schemas.openxmlformats.org/officeDocument/2006/relationships/tags" Target="../tags/tag615.xml"/><Relationship Id="rId13" Type="http://schemas.openxmlformats.org/officeDocument/2006/relationships/tags" Target="../tags/tag614.xml"/><Relationship Id="rId12" Type="http://schemas.openxmlformats.org/officeDocument/2006/relationships/tags" Target="../tags/tag613.xml"/><Relationship Id="rId11" Type="http://schemas.openxmlformats.org/officeDocument/2006/relationships/tags" Target="../tags/tag612.xml"/><Relationship Id="rId10" Type="http://schemas.openxmlformats.org/officeDocument/2006/relationships/tags" Target="../tags/tag611.xml"/><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9" Type="http://schemas.openxmlformats.org/officeDocument/2006/relationships/tags" Target="../tags/tag623.xml"/><Relationship Id="rId8" Type="http://schemas.openxmlformats.org/officeDocument/2006/relationships/tags" Target="../tags/tag622.xml"/><Relationship Id="rId7" Type="http://schemas.openxmlformats.org/officeDocument/2006/relationships/tags" Target="../tags/tag621.xml"/><Relationship Id="rId6" Type="http://schemas.openxmlformats.org/officeDocument/2006/relationships/tags" Target="../tags/tag620.xml"/><Relationship Id="rId5" Type="http://schemas.openxmlformats.org/officeDocument/2006/relationships/tags" Target="../tags/tag619.xml"/><Relationship Id="rId4" Type="http://schemas.openxmlformats.org/officeDocument/2006/relationships/tags" Target="../tags/tag618.xml"/><Relationship Id="rId3" Type="http://schemas.openxmlformats.org/officeDocument/2006/relationships/tags" Target="../tags/tag617.xml"/><Relationship Id="rId2" Type="http://schemas.openxmlformats.org/officeDocument/2006/relationships/tags" Target="../tags/tag616.xml"/><Relationship Id="rId17" Type="http://schemas.openxmlformats.org/officeDocument/2006/relationships/tags" Target="../tags/tag631.xml"/><Relationship Id="rId16" Type="http://schemas.openxmlformats.org/officeDocument/2006/relationships/tags" Target="../tags/tag630.xml"/><Relationship Id="rId15" Type="http://schemas.openxmlformats.org/officeDocument/2006/relationships/tags" Target="../tags/tag629.xml"/><Relationship Id="rId14" Type="http://schemas.openxmlformats.org/officeDocument/2006/relationships/tags" Target="../tags/tag628.xml"/><Relationship Id="rId13" Type="http://schemas.openxmlformats.org/officeDocument/2006/relationships/tags" Target="../tags/tag627.xml"/><Relationship Id="rId12" Type="http://schemas.openxmlformats.org/officeDocument/2006/relationships/tags" Target="../tags/tag626.xml"/><Relationship Id="rId11" Type="http://schemas.openxmlformats.org/officeDocument/2006/relationships/tags" Target="../tags/tag625.xml"/><Relationship Id="rId10" Type="http://schemas.openxmlformats.org/officeDocument/2006/relationships/tags" Target="../tags/tag624.xml"/><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9" Type="http://schemas.openxmlformats.org/officeDocument/2006/relationships/tags" Target="../tags/tag639.xml"/><Relationship Id="rId8" Type="http://schemas.openxmlformats.org/officeDocument/2006/relationships/tags" Target="../tags/tag638.xml"/><Relationship Id="rId7" Type="http://schemas.openxmlformats.org/officeDocument/2006/relationships/tags" Target="../tags/tag637.xml"/><Relationship Id="rId6" Type="http://schemas.openxmlformats.org/officeDocument/2006/relationships/tags" Target="../tags/tag636.xml"/><Relationship Id="rId5" Type="http://schemas.openxmlformats.org/officeDocument/2006/relationships/tags" Target="../tags/tag635.xml"/><Relationship Id="rId4" Type="http://schemas.openxmlformats.org/officeDocument/2006/relationships/tags" Target="../tags/tag634.xml"/><Relationship Id="rId3" Type="http://schemas.openxmlformats.org/officeDocument/2006/relationships/tags" Target="../tags/tag633.xml"/><Relationship Id="rId2" Type="http://schemas.openxmlformats.org/officeDocument/2006/relationships/tags" Target="../tags/tag632.xml"/><Relationship Id="rId17" Type="http://schemas.openxmlformats.org/officeDocument/2006/relationships/tags" Target="../tags/tag647.xml"/><Relationship Id="rId16" Type="http://schemas.openxmlformats.org/officeDocument/2006/relationships/tags" Target="../tags/tag646.xml"/><Relationship Id="rId15" Type="http://schemas.openxmlformats.org/officeDocument/2006/relationships/tags" Target="../tags/tag645.xml"/><Relationship Id="rId14" Type="http://schemas.openxmlformats.org/officeDocument/2006/relationships/tags" Target="../tags/tag644.xml"/><Relationship Id="rId13" Type="http://schemas.openxmlformats.org/officeDocument/2006/relationships/tags" Target="../tags/tag643.xml"/><Relationship Id="rId12" Type="http://schemas.openxmlformats.org/officeDocument/2006/relationships/tags" Target="../tags/tag642.xml"/><Relationship Id="rId11" Type="http://schemas.openxmlformats.org/officeDocument/2006/relationships/tags" Target="../tags/tag641.xml"/><Relationship Id="rId10" Type="http://schemas.openxmlformats.org/officeDocument/2006/relationships/tags" Target="../tags/tag640.xml"/><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9" Type="http://schemas.openxmlformats.org/officeDocument/2006/relationships/tags" Target="../tags/tag655.xml"/><Relationship Id="rId8" Type="http://schemas.openxmlformats.org/officeDocument/2006/relationships/tags" Target="../tags/tag654.xml"/><Relationship Id="rId7" Type="http://schemas.openxmlformats.org/officeDocument/2006/relationships/tags" Target="../tags/tag653.xml"/><Relationship Id="rId6" Type="http://schemas.openxmlformats.org/officeDocument/2006/relationships/tags" Target="../tags/tag652.xml"/><Relationship Id="rId5" Type="http://schemas.openxmlformats.org/officeDocument/2006/relationships/tags" Target="../tags/tag651.xml"/><Relationship Id="rId4" Type="http://schemas.openxmlformats.org/officeDocument/2006/relationships/tags" Target="../tags/tag650.xml"/><Relationship Id="rId3" Type="http://schemas.openxmlformats.org/officeDocument/2006/relationships/tags" Target="../tags/tag649.xml"/><Relationship Id="rId2" Type="http://schemas.openxmlformats.org/officeDocument/2006/relationships/tags" Target="../tags/tag648.xml"/><Relationship Id="rId12" Type="http://schemas.openxmlformats.org/officeDocument/2006/relationships/tags" Target="../tags/tag658.xml"/><Relationship Id="rId11" Type="http://schemas.openxmlformats.org/officeDocument/2006/relationships/tags" Target="../tags/tag657.xml"/><Relationship Id="rId10" Type="http://schemas.openxmlformats.org/officeDocument/2006/relationships/tags" Target="../tags/tag656.xml"/><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9" Type="http://schemas.openxmlformats.org/officeDocument/2006/relationships/tags" Target="../tags/tag666.xml"/><Relationship Id="rId8" Type="http://schemas.openxmlformats.org/officeDocument/2006/relationships/tags" Target="../tags/tag665.xml"/><Relationship Id="rId7" Type="http://schemas.openxmlformats.org/officeDocument/2006/relationships/tags" Target="../tags/tag664.xml"/><Relationship Id="rId6" Type="http://schemas.openxmlformats.org/officeDocument/2006/relationships/tags" Target="../tags/tag663.xml"/><Relationship Id="rId5" Type="http://schemas.openxmlformats.org/officeDocument/2006/relationships/tags" Target="../tags/tag662.xml"/><Relationship Id="rId4" Type="http://schemas.openxmlformats.org/officeDocument/2006/relationships/tags" Target="../tags/tag661.xml"/><Relationship Id="rId3" Type="http://schemas.openxmlformats.org/officeDocument/2006/relationships/tags" Target="../tags/tag660.xml"/><Relationship Id="rId2" Type="http://schemas.openxmlformats.org/officeDocument/2006/relationships/tags" Target="../tags/tag659.xml"/><Relationship Id="rId17" Type="http://schemas.openxmlformats.org/officeDocument/2006/relationships/tags" Target="../tags/tag674.xml"/><Relationship Id="rId16" Type="http://schemas.openxmlformats.org/officeDocument/2006/relationships/tags" Target="../tags/tag673.xml"/><Relationship Id="rId15" Type="http://schemas.openxmlformats.org/officeDocument/2006/relationships/tags" Target="../tags/tag672.xml"/><Relationship Id="rId14" Type="http://schemas.openxmlformats.org/officeDocument/2006/relationships/tags" Target="../tags/tag671.xml"/><Relationship Id="rId13" Type="http://schemas.openxmlformats.org/officeDocument/2006/relationships/tags" Target="../tags/tag670.xml"/><Relationship Id="rId12" Type="http://schemas.openxmlformats.org/officeDocument/2006/relationships/tags" Target="../tags/tag669.xml"/><Relationship Id="rId11" Type="http://schemas.openxmlformats.org/officeDocument/2006/relationships/tags" Target="../tags/tag668.xml"/><Relationship Id="rId10" Type="http://schemas.openxmlformats.org/officeDocument/2006/relationships/tags" Target="../tags/tag667.xml"/><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9" Type="http://schemas.openxmlformats.org/officeDocument/2006/relationships/tags" Target="../tags/tag682.xml"/><Relationship Id="rId8" Type="http://schemas.openxmlformats.org/officeDocument/2006/relationships/tags" Target="../tags/tag681.xml"/><Relationship Id="rId7" Type="http://schemas.openxmlformats.org/officeDocument/2006/relationships/tags" Target="../tags/tag680.xml"/><Relationship Id="rId6" Type="http://schemas.openxmlformats.org/officeDocument/2006/relationships/tags" Target="../tags/tag679.xml"/><Relationship Id="rId5" Type="http://schemas.openxmlformats.org/officeDocument/2006/relationships/tags" Target="../tags/tag678.xml"/><Relationship Id="rId4" Type="http://schemas.openxmlformats.org/officeDocument/2006/relationships/tags" Target="../tags/tag677.xml"/><Relationship Id="rId3" Type="http://schemas.openxmlformats.org/officeDocument/2006/relationships/tags" Target="../tags/tag676.xml"/><Relationship Id="rId2" Type="http://schemas.openxmlformats.org/officeDocument/2006/relationships/tags" Target="../tags/tag675.xml"/><Relationship Id="rId11" Type="http://schemas.openxmlformats.org/officeDocument/2006/relationships/tags" Target="../tags/tag684.xml"/><Relationship Id="rId10" Type="http://schemas.openxmlformats.org/officeDocument/2006/relationships/tags" Target="../tags/tag683.xml"/><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9" Type="http://schemas.openxmlformats.org/officeDocument/2006/relationships/tags" Target="../tags/tag692.xml"/><Relationship Id="rId8" Type="http://schemas.openxmlformats.org/officeDocument/2006/relationships/tags" Target="../tags/tag691.xml"/><Relationship Id="rId7" Type="http://schemas.openxmlformats.org/officeDocument/2006/relationships/tags" Target="../tags/tag690.xml"/><Relationship Id="rId6" Type="http://schemas.openxmlformats.org/officeDocument/2006/relationships/tags" Target="../tags/tag689.xml"/><Relationship Id="rId5" Type="http://schemas.openxmlformats.org/officeDocument/2006/relationships/tags" Target="../tags/tag688.xml"/><Relationship Id="rId4" Type="http://schemas.openxmlformats.org/officeDocument/2006/relationships/tags" Target="../tags/tag687.xml"/><Relationship Id="rId3" Type="http://schemas.openxmlformats.org/officeDocument/2006/relationships/tags" Target="../tags/tag686.xml"/><Relationship Id="rId2" Type="http://schemas.openxmlformats.org/officeDocument/2006/relationships/tags" Target="../tags/tag685.xml"/><Relationship Id="rId18" Type="http://schemas.openxmlformats.org/officeDocument/2006/relationships/tags" Target="../tags/tag701.xml"/><Relationship Id="rId17" Type="http://schemas.openxmlformats.org/officeDocument/2006/relationships/tags" Target="../tags/tag700.xml"/><Relationship Id="rId16" Type="http://schemas.openxmlformats.org/officeDocument/2006/relationships/tags" Target="../tags/tag699.xml"/><Relationship Id="rId15" Type="http://schemas.openxmlformats.org/officeDocument/2006/relationships/tags" Target="../tags/tag698.xml"/><Relationship Id="rId14" Type="http://schemas.openxmlformats.org/officeDocument/2006/relationships/tags" Target="../tags/tag697.xml"/><Relationship Id="rId13" Type="http://schemas.openxmlformats.org/officeDocument/2006/relationships/tags" Target="../tags/tag696.xml"/><Relationship Id="rId12" Type="http://schemas.openxmlformats.org/officeDocument/2006/relationships/tags" Target="../tags/tag695.xml"/><Relationship Id="rId11" Type="http://schemas.openxmlformats.org/officeDocument/2006/relationships/tags" Target="../tags/tag694.xml"/><Relationship Id="rId10" Type="http://schemas.openxmlformats.org/officeDocument/2006/relationships/tags" Target="../tags/tag693.xml"/><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内容占位符 2"/>
          <p:cNvSpPr>
            <a:spLocks noGrp="1"/>
          </p:cNvSpPr>
          <p:nvPr>
            <p:ph idx="1"/>
            <p:custDataLst>
              <p:tags r:id="rId3"/>
            </p:custDataLst>
          </p:nvPr>
        </p:nvSpPr>
        <p:spPr/>
        <p:txBody>
          <a:bodyPr wrap="square">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pic>
        <p:nvPicPr>
          <p:cNvPr id="10" name="图片 9" descr="C:\Users\Administrator\Desktop\画板 5.png画板 5"/>
          <p:cNvPicPr>
            <a:picLocks noChangeAspect="1"/>
          </p:cNvPicPr>
          <p:nvPr userDrawn="1">
            <p:custDataLst>
              <p:tags r:id="rId2"/>
            </p:custDataLst>
          </p:nvPr>
        </p:nvPicPr>
        <p:blipFill>
          <a:blip r:embed="rId3"/>
          <a:srcRect t="2341"/>
          <a:stretch>
            <a:fillRect/>
          </a:stretch>
        </p:blipFill>
        <p:spPr>
          <a:xfrm>
            <a:off x="7303341" y="0"/>
            <a:ext cx="4888659" cy="6858000"/>
          </a:xfrm>
          <a:prstGeom prst="rect">
            <a:avLst/>
          </a:prstGeom>
        </p:spPr>
      </p:pic>
      <p:pic>
        <p:nvPicPr>
          <p:cNvPr id="11" name="图片 10"/>
          <p:cNvPicPr>
            <a:picLocks noChangeAspect="1"/>
          </p:cNvPicPr>
          <p:nvPr userDrawn="1">
            <p:custDataLst>
              <p:tags r:id="rId4"/>
            </p:custDataLst>
          </p:nvPr>
        </p:nvPicPr>
        <p:blipFill>
          <a:blip r:embed="rId5"/>
          <a:stretch>
            <a:fillRect/>
          </a:stretch>
        </p:blipFill>
        <p:spPr>
          <a:xfrm>
            <a:off x="0" y="1871980"/>
            <a:ext cx="8269213" cy="4262742"/>
          </a:xfrm>
          <a:prstGeom prst="rect">
            <a:avLst/>
          </a:prstGeom>
        </p:spPr>
      </p:pic>
      <p:pic>
        <p:nvPicPr>
          <p:cNvPr id="12" name="图片 11"/>
          <p:cNvPicPr/>
          <p:nvPr userDrawn="1">
            <p:custDataLst>
              <p:tags r:id="rId6"/>
            </p:custDataLst>
          </p:nvPr>
        </p:nvPicPr>
        <p:blipFill>
          <a:blip r:embed="rId7"/>
          <a:stretch>
            <a:fillRect/>
          </a:stretch>
        </p:blipFill>
        <p:spPr>
          <a:xfrm>
            <a:off x="11779270" y="1879716"/>
            <a:ext cx="412730" cy="4249810"/>
          </a:xfrm>
          <a:prstGeom prst="rect">
            <a:avLst/>
          </a:prstGeom>
        </p:spPr>
      </p:pic>
      <p:sp>
        <p:nvSpPr>
          <p:cNvPr id="2" name="标题 1"/>
          <p:cNvSpPr>
            <a:spLocks noGrp="1"/>
          </p:cNvSpPr>
          <p:nvPr>
            <p:ph type="title" hasCustomPrompt="1"/>
            <p:custDataLst>
              <p:tags r:id="rId8"/>
            </p:custDataLst>
          </p:nvPr>
        </p:nvSpPr>
        <p:spPr>
          <a:xfrm>
            <a:off x="513276" y="1776372"/>
            <a:ext cx="5829300" cy="1013977"/>
          </a:xfrm>
        </p:spPr>
        <p:txBody>
          <a:bodyPr vert="horz" wrap="square" lIns="0" tIns="0" rIns="0" bIns="0" rtlCol="0" anchor="b" anchorCtr="0">
            <a:normAutofit/>
          </a:bodyPr>
          <a:lstStyle>
            <a:lvl1pPr marL="0" indent="0" algn="l">
              <a:buFont typeface="Arial" panose="020B0604020202020204" pitchFamily="34" charset="0"/>
              <a:buNone/>
              <a:defRPr lang="zh-CN" altLang="en-US" sz="5600" dirty="0">
                <a:solidFill>
                  <a:schemeClr val="lt1">
                    <a:lumMod val="100000"/>
                  </a:schemeClr>
                </a:solidFill>
                <a:latin typeface="+mj-ea"/>
                <a:ea typeface="+mj-ea"/>
                <a:cs typeface="汉仪雅酷黑简" panose="00020600040101010101" charset="-122"/>
              </a:defRPr>
            </a:lvl1pPr>
          </a:lstStyle>
          <a:p>
            <a:pPr marL="0" lvl="0">
              <a:lnSpc>
                <a:spcPct val="114000"/>
              </a:lnSpc>
            </a:pPr>
            <a:r>
              <a:rPr lang="zh-CN" altLang="en-US" dirty="0"/>
              <a:t>标题</a:t>
            </a:r>
            <a:endParaRPr lang="zh-CN" altLang="en-US" dirty="0"/>
          </a:p>
        </p:txBody>
      </p:sp>
      <p:sp>
        <p:nvSpPr>
          <p:cNvPr id="7" name="日期占位符 3"/>
          <p:cNvSpPr>
            <a:spLocks noGrp="1"/>
          </p:cNvSpPr>
          <p:nvPr>
            <p:ph type="dt" sz="half" idx="10"/>
            <p:custDataLst>
              <p:tags r:id="rId9"/>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10"/>
            </p:custDataLst>
          </p:nvPr>
        </p:nvSpPr>
        <p:spPr/>
        <p:txBody>
          <a:bodyPr/>
          <a:lstStyle/>
          <a:p>
            <a:endParaRPr lang="zh-CN" altLang="en-US"/>
          </a:p>
        </p:txBody>
      </p:sp>
      <p:sp>
        <p:nvSpPr>
          <p:cNvPr id="9" name="灯片编号占位符 5"/>
          <p:cNvSpPr>
            <a:spLocks noGrp="1"/>
          </p:cNvSpPr>
          <p:nvPr>
            <p:ph type="sldNum" sz="quarter" idx="12"/>
            <p:custDataLst>
              <p:tags r:id="rId11"/>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wrap="square" lIns="0" tIns="0" rIns="0" bIns="0" rtlCol="0" anchor="ctr">
            <a:normAutofit/>
          </a:bodyPr>
          <a:lstStyle>
            <a:lvl1pPr>
              <a:defRPr lang="zh-CN" altLang="en-US" dirty="0"/>
            </a:lvl1pPr>
          </a:lstStyle>
          <a:p>
            <a:pPr lvl="0"/>
            <a:r>
              <a:rPr lang="zh-CN" altLang="en-US" dirty="0"/>
              <a:t>单击此处编辑母版标题样式</a:t>
            </a:r>
            <a:endParaRPr lang="zh-CN" altLang="en-US" dirty="0"/>
          </a:p>
        </p:txBody>
      </p:sp>
      <p:sp>
        <p:nvSpPr>
          <p:cNvPr id="3" name="内容占位符 2"/>
          <p:cNvSpPr>
            <a:spLocks noGrp="1"/>
          </p:cNvSpPr>
          <p:nvPr>
            <p:ph sz="half" idx="1"/>
            <p:custDataLst>
              <p:tags r:id="rId3"/>
            </p:custDataLst>
          </p:nvPr>
        </p:nvSpPr>
        <p:spPr>
          <a:xfrm>
            <a:off x="838200" y="1364400"/>
            <a:ext cx="5181600" cy="481320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内容占位符 3"/>
          <p:cNvSpPr>
            <a:spLocks noGrp="1"/>
          </p:cNvSpPr>
          <p:nvPr>
            <p:ph sz="half" idx="2"/>
            <p:custDataLst>
              <p:tags r:id="rId4"/>
            </p:custDataLst>
          </p:nvPr>
        </p:nvSpPr>
        <p:spPr>
          <a:xfrm>
            <a:off x="6172200" y="1364400"/>
            <a:ext cx="5181600" cy="481320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日期占位符 4"/>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839788" y="360000"/>
            <a:ext cx="10515600" cy="864000"/>
          </a:xfrm>
        </p:spPr>
        <p:txBody>
          <a:bodyPr vert="horz" wrap="square" lIns="0" tIns="0" rIns="0" bIns="0" rtlCol="0" anchor="ctr">
            <a:normAutofit/>
          </a:bodyPr>
          <a:lstStyle>
            <a:lvl1pPr>
              <a:defRPr lang="zh-CN" altLang="en-US" dirty="0"/>
            </a:lvl1pPr>
          </a:lstStyle>
          <a:p>
            <a:pPr lvl="0"/>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839788" y="1364400"/>
            <a:ext cx="5157787" cy="540000"/>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custDataLst>
              <p:tags r:id="rId4"/>
            </p:custDataLst>
          </p:nvPr>
        </p:nvSpPr>
        <p:spPr>
          <a:xfrm>
            <a:off x="839788" y="2061275"/>
            <a:ext cx="5157787" cy="4128388"/>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文本占位符 4"/>
          <p:cNvSpPr>
            <a:spLocks noGrp="1"/>
          </p:cNvSpPr>
          <p:nvPr>
            <p:ph type="body" sz="quarter" idx="3"/>
            <p:custDataLst>
              <p:tags r:id="rId5"/>
            </p:custDataLst>
          </p:nvPr>
        </p:nvSpPr>
        <p:spPr>
          <a:xfrm>
            <a:off x="6172200" y="1364400"/>
            <a:ext cx="5183188" cy="540000"/>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custDataLst>
              <p:tags r:id="rId6"/>
            </p:custDataLst>
          </p:nvPr>
        </p:nvSpPr>
        <p:spPr>
          <a:xfrm>
            <a:off x="6172200" y="2061275"/>
            <a:ext cx="5183188" cy="4128388"/>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7" name="日期占位符 6"/>
          <p:cNvSpPr>
            <a:spLocks noGrp="1"/>
          </p:cNvSpPr>
          <p:nvPr>
            <p:ph type="dt" sz="half" idx="10"/>
            <p:custDataLst>
              <p:tags r:id="rId7"/>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dirty="0"/>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2"/>
            </p:custDataLst>
          </p:nvPr>
        </p:nvSpPr>
        <p:spPr>
          <a:xfrm>
            <a:off x="838200" y="360000"/>
            <a:ext cx="10515600" cy="581760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3"/>
          <p:cNvSpPr>
            <a:spLocks noGrp="1"/>
          </p:cNvSpPr>
          <p:nvPr>
            <p:ph type="ftr" sz="quarter" idx="11"/>
            <p:custDataLst>
              <p:tags r:id="rId4"/>
            </p:custDataLst>
          </p:nvPr>
        </p:nvSpPr>
        <p:spPr/>
        <p:txBody>
          <a:bodyPr/>
          <a:lstStyle/>
          <a:p>
            <a:endParaRPr lang="zh-CN" altLang="en-US"/>
          </a:p>
        </p:txBody>
      </p:sp>
      <p:sp>
        <p:nvSpPr>
          <p:cNvPr id="6"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839788" y="360000"/>
            <a:ext cx="10515600" cy="864000"/>
          </a:xfrm>
        </p:spPr>
        <p:txBody>
          <a:bodyPr wrap="square">
            <a:normAutofit/>
          </a:bodyPr>
          <a:lstStyle>
            <a:lvl1pPr>
              <a:defRPr>
                <a:latin typeface="+mj-ea"/>
                <a:ea typeface="+mj-ea"/>
              </a:defRPr>
            </a:lvl1pPr>
          </a:lstStyle>
          <a:p>
            <a:r>
              <a:rPr lang="zh-CN" altLang="en-US" dirty="0"/>
              <a:t>单击此处编辑母版标题样式</a:t>
            </a:r>
            <a:endParaRPr lang="zh-CN" altLang="en-US" dirty="0"/>
          </a:p>
        </p:txBody>
      </p:sp>
      <p:sp>
        <p:nvSpPr>
          <p:cNvPr id="3" name="文本占位符 2"/>
          <p:cNvSpPr>
            <a:spLocks noGrp="1"/>
          </p:cNvSpPr>
          <p:nvPr>
            <p:ph type="body" idx="1" hasCustomPrompt="1"/>
            <p:custDataLst>
              <p:tags r:id="rId3"/>
            </p:custDataLst>
          </p:nvPr>
        </p:nvSpPr>
        <p:spPr>
          <a:xfrm>
            <a:off x="838200" y="1296000"/>
            <a:ext cx="10514012" cy="576000"/>
          </a:xfrm>
        </p:spPr>
        <p:txBody>
          <a:bodyPr wrap="square" anchor="t">
            <a:normAutofit/>
          </a:bodyPr>
          <a:lstStyle>
            <a:lvl1pPr marL="0" indent="0">
              <a:buNone/>
              <a:defRPr sz="2400" b="0">
                <a:latin typeface="+mj-ea"/>
                <a:ea typeface="+mj-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单击此处编辑副标题</a:t>
            </a:r>
            <a:endParaRPr lang="zh-CN" altLang="en-US" dirty="0"/>
          </a:p>
        </p:txBody>
      </p:sp>
      <p:sp>
        <p:nvSpPr>
          <p:cNvPr id="7"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5"/>
            </p:custDataLst>
          </p:nvPr>
        </p:nvSpPr>
        <p:spPr/>
        <p:txBody>
          <a:bodyPr/>
          <a:lstStyle/>
          <a:p>
            <a:endParaRPr lang="zh-CN" altLang="en-US"/>
          </a:p>
        </p:txBody>
      </p:sp>
      <p:sp>
        <p:nvSpPr>
          <p:cNvPr id="9"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userDrawn="1">
  <p:cSld name="封面页-1_3">
    <p:spTree>
      <p:nvGrpSpPr>
        <p:cNvPr id="1" name=""/>
        <p:cNvGrpSpPr/>
        <p:nvPr/>
      </p:nvGrpSpPr>
      <p:grpSpPr>
        <a:xfrm>
          <a:off x="0" y="0"/>
          <a:ext cx="0" cy="0"/>
          <a:chOff x="0" y="0"/>
          <a:chExt cx="0" cy="0"/>
        </a:xfrm>
      </p:grpSpPr>
      <p:pic>
        <p:nvPicPr>
          <p:cNvPr id="12" name="图片 11" descr="C:\Users\Administrator\Desktop\画板 1.png画板 1"/>
          <p:cNvPicPr/>
          <p:nvPr userDrawn="1">
            <p:custDataLst>
              <p:tags r:id="rId2"/>
            </p:custDataLst>
          </p:nvPr>
        </p:nvPicPr>
        <p:blipFill>
          <a:blip r:embed="rId3"/>
          <a:srcRect/>
          <a:stretch>
            <a:fillRect/>
          </a:stretch>
        </p:blipFill>
        <p:spPr>
          <a:xfrm>
            <a:off x="6022524" y="1800"/>
            <a:ext cx="6168806" cy="6854400"/>
          </a:xfrm>
          <a:prstGeom prst="rect">
            <a:avLst/>
          </a:prstGeom>
        </p:spPr>
      </p:pic>
      <p:pic>
        <p:nvPicPr>
          <p:cNvPr id="13" name="图片 12" descr="画板 5"/>
          <p:cNvPicPr>
            <a:picLocks noChangeAspect="1"/>
          </p:cNvPicPr>
          <p:nvPr userDrawn="1">
            <p:custDataLst>
              <p:tags r:id="rId4"/>
            </p:custDataLst>
          </p:nvPr>
        </p:nvPicPr>
        <p:blipFill>
          <a:blip r:embed="rId5"/>
          <a:stretch>
            <a:fillRect/>
          </a:stretch>
        </p:blipFill>
        <p:spPr>
          <a:xfrm>
            <a:off x="8276106" y="1344983"/>
            <a:ext cx="3915859" cy="4099441"/>
          </a:xfrm>
          <a:prstGeom prst="rect">
            <a:avLst/>
          </a:prstGeom>
        </p:spPr>
      </p:pic>
      <p:sp>
        <p:nvSpPr>
          <p:cNvPr id="8" name="日期占位符 3"/>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4"/>
          <p:cNvSpPr>
            <a:spLocks noGrp="1"/>
          </p:cNvSpPr>
          <p:nvPr>
            <p:ph type="ftr" sz="quarter" idx="11"/>
            <p:custDataLst>
              <p:tags r:id="rId7"/>
            </p:custDataLst>
          </p:nvPr>
        </p:nvSpPr>
        <p:spPr/>
        <p:txBody>
          <a:bodyPr>
            <a:normAutofit/>
          </a:bodyPr>
          <a:lstStyle/>
          <a:p>
            <a:endParaRPr lang="zh-CN" altLang="en-US" dirty="0"/>
          </a:p>
        </p:txBody>
      </p:sp>
      <p:sp>
        <p:nvSpPr>
          <p:cNvPr id="10" name="灯片编号占位符 5"/>
          <p:cNvSpPr>
            <a:spLocks noGrp="1"/>
          </p:cNvSpPr>
          <p:nvPr>
            <p:ph type="sldNum" sz="quarter" idx="12"/>
            <p:custDataLst>
              <p:tags r:id="rId8"/>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14" name="Text Placeholder 13"/>
          <p:cNvSpPr>
            <a:spLocks noGrp="1"/>
          </p:cNvSpPr>
          <p:nvPr>
            <p:ph type="body" idx="17827585" hasCustomPrompt="1"/>
            <p:custDataLst>
              <p:tags r:id="rId9"/>
            </p:custDataLst>
          </p:nvPr>
        </p:nvSpPr>
        <p:spPr>
          <a:xfrm>
            <a:off x="838200" y="1651000"/>
            <a:ext cx="6097058" cy="457200"/>
          </a:xfrm>
          <a:noFill/>
        </p:spPr>
        <p:txBody>
          <a:bodyPr vert="horz" lIns="0" tIns="0" rIns="0" bIns="0" anchor="t">
            <a:normAutofit/>
          </a:bodyPr>
          <a:lstStyle>
            <a:lvl1pPr marL="0" indent="0" algn="l">
              <a:lnSpc>
                <a:spcPct val="125000"/>
              </a:lnSpc>
              <a:spcBef>
                <a:spcPct val="0"/>
              </a:spcBef>
              <a:spcAft>
                <a:spcPct val="0"/>
              </a:spcAft>
              <a:buNone/>
              <a:defRPr sz="2400" b="0" spc="0">
                <a:solidFill>
                  <a:schemeClr val="tx1">
                    <a:lumMod val="85000"/>
                    <a:lumOff val="15000"/>
                  </a:schemeClr>
                </a:solidFill>
              </a:defRPr>
            </a:lvl1pPr>
          </a:lstStyle>
          <a:p>
            <a:pPr lvl="0"/>
            <a:r>
              <a:rPr lang="zh-CN" altLang="en-US" smtClean="0"/>
              <a:t>20XX YEAR</a:t>
            </a:r>
            <a:endParaRPr lang="zh-CN" altLang="en-US" smtClean="0"/>
          </a:p>
        </p:txBody>
      </p:sp>
      <p:sp>
        <p:nvSpPr>
          <p:cNvPr id="6" name="标题 1"/>
          <p:cNvSpPr>
            <a:spLocks noGrp="1"/>
          </p:cNvSpPr>
          <p:nvPr>
            <p:ph type="ctrTitle" idx="17826049" hasCustomPrompt="1"/>
            <p:custDataLst>
              <p:tags r:id="rId10"/>
            </p:custDataLst>
          </p:nvPr>
        </p:nvSpPr>
        <p:spPr>
          <a:xfrm>
            <a:off x="838200" y="2159000"/>
            <a:ext cx="6097270" cy="2540000"/>
          </a:xfrm>
        </p:spPr>
        <p:txBody>
          <a:bodyPr vert="horz" wrap="square" lIns="0" tIns="0" rIns="0" bIns="0" rtlCol="0" anchor="t" anchorCtr="0">
            <a:normAutofit/>
          </a:bodyPr>
          <a:lstStyle>
            <a:lvl1pPr marL="0" indent="0" algn="l">
              <a:lnSpc>
                <a:spcPct val="100000"/>
              </a:lnSpc>
              <a:spcBef>
                <a:spcPct val="0"/>
              </a:spcBef>
              <a:spcAft>
                <a:spcPct val="0"/>
              </a:spcAft>
              <a:buFont typeface="Arial" panose="020B0604020202020204" pitchFamily="34" charset="0"/>
              <a:buNone/>
              <a:defRPr kumimoji="0" lang="zh-CN" altLang="en-US" sz="6000" i="0" u="none" strike="noStrike" kern="0" cap="none" spc="0" normalizeH="0" baseline="0" dirty="0">
                <a:ln>
                  <a:noFill/>
                </a:ln>
                <a:solidFill>
                  <a:schemeClr val="tx1">
                    <a:lumMod val="85000"/>
                    <a:lumOff val="15000"/>
                  </a:schemeClr>
                </a:solidFill>
                <a:effectLst/>
                <a:uFillTx/>
                <a:latin typeface="+mj-ea"/>
                <a:ea typeface="+mj-ea"/>
              </a:defRPr>
            </a:lvl1pPr>
          </a:lstStyle>
          <a:p>
            <a:pPr marL="0" marR="0" lvl="0" fontAlgn="auto" hangingPunct="0">
              <a:lnSpc>
                <a:spcPct val="92000"/>
              </a:lnSpc>
              <a:spcBef>
                <a:spcPts val="0"/>
              </a:spcBef>
              <a:spcAft>
                <a:spcPts val="0"/>
              </a:spcAft>
              <a:buClrTx/>
              <a:buSzTx/>
              <a:buFontTx/>
            </a:pPr>
            <a:r>
              <a:rPr lang="zh-CN" altLang="en-US" dirty="0"/>
              <a:t>单击此处
添加文档标题</a:t>
            </a:r>
            <a:endParaRPr lang="zh-CN" altLang="en-US" dirty="0"/>
          </a:p>
        </p:txBody>
      </p:sp>
      <p:sp>
        <p:nvSpPr>
          <p:cNvPr id="15" name="Text Placeholder 14"/>
          <p:cNvSpPr>
            <a:spLocks noGrp="1"/>
          </p:cNvSpPr>
          <p:nvPr>
            <p:ph type="body" idx="18875650" hasCustomPrompt="1"/>
            <p:custDataLst>
              <p:tags r:id="rId11"/>
            </p:custDataLst>
          </p:nvPr>
        </p:nvSpPr>
        <p:spPr>
          <a:xfrm>
            <a:off x="838200" y="4749800"/>
            <a:ext cx="2540882" cy="533400"/>
          </a:xfrm>
          <a:noFill/>
        </p:spPr>
        <p:txBody>
          <a:bodyPr vert="horz" lIns="0" tIns="0" rIns="0" bIns="0" anchor="ctr">
            <a:normAutofit/>
          </a:bodyPr>
          <a:lstStyle>
            <a:lvl1pPr marL="0" indent="0" algn="l">
              <a:lnSpc>
                <a:spcPct val="150000"/>
              </a:lnSpc>
              <a:spcBef>
                <a:spcPct val="0"/>
              </a:spcBef>
              <a:spcAft>
                <a:spcPct val="0"/>
              </a:spcAft>
              <a:buNone/>
              <a:defRPr sz="2000" b="0" spc="0">
                <a:solidFill>
                  <a:schemeClr val="tx1"/>
                </a:solidFill>
              </a:defRPr>
            </a:lvl1pPr>
          </a:lstStyle>
          <a:p>
            <a:pPr lvl="0"/>
            <a:r>
              <a:rPr lang="zh-CN" altLang="en-US" smtClean="0"/>
              <a:t>BY WPS</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showMasterSp="0" userDrawn="1">
  <p:cSld name="章节页-1_5">
    <p:spTree>
      <p:nvGrpSpPr>
        <p:cNvPr id="1" name=""/>
        <p:cNvGrpSpPr/>
        <p:nvPr/>
      </p:nvGrpSpPr>
      <p:grpSpPr>
        <a:xfrm>
          <a:off x="0" y="0"/>
          <a:ext cx="0" cy="0"/>
          <a:chOff x="0" y="0"/>
          <a:chExt cx="0" cy="0"/>
        </a:xfrm>
      </p:grpSpPr>
      <p:sp>
        <p:nvSpPr>
          <p:cNvPr id="9" name="日期占位符 4"/>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10" name="页脚占位符 5"/>
          <p:cNvSpPr>
            <a:spLocks noGrp="1"/>
          </p:cNvSpPr>
          <p:nvPr>
            <p:ph type="ftr" sz="quarter" idx="11"/>
            <p:custDataLst>
              <p:tags r:id="rId3"/>
            </p:custDataLst>
          </p:nvPr>
        </p:nvSpPr>
        <p:spPr/>
        <p:txBody>
          <a:bodyPr/>
          <a:lstStyle/>
          <a:p>
            <a:endParaRPr lang="zh-CN" altLang="en-US"/>
          </a:p>
        </p:txBody>
      </p:sp>
      <p:sp>
        <p:nvSpPr>
          <p:cNvPr id="11" name="灯片编号占位符 6"/>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6" name="标题 1"/>
          <p:cNvSpPr>
            <a:spLocks noGrp="1"/>
          </p:cNvSpPr>
          <p:nvPr>
            <p:ph type="title" idx="17826049" hasCustomPrompt="1"/>
            <p:custDataLst>
              <p:tags r:id="rId5"/>
            </p:custDataLst>
          </p:nvPr>
        </p:nvSpPr>
        <p:spPr>
          <a:xfrm>
            <a:off x="4823883" y="3530600"/>
            <a:ext cx="6352117" cy="1524000"/>
          </a:xfrm>
        </p:spPr>
        <p:txBody>
          <a:bodyPr vert="horz" wrap="square" lIns="0" tIns="0" rIns="0" bIns="0" rtlCol="0" anchor="t" anchorCtr="0">
            <a:normAutofit/>
          </a:bodyPr>
          <a:lstStyle>
            <a:lvl1pPr marL="0" indent="0" algn="r">
              <a:lnSpc>
                <a:spcPct val="100000"/>
              </a:lnSpc>
              <a:spcBef>
                <a:spcPct val="0"/>
              </a:spcBef>
              <a:spcAft>
                <a:spcPct val="0"/>
              </a:spcAft>
              <a:buFont typeface="Arial" panose="020B0604020202020204" pitchFamily="34" charset="0"/>
              <a:buNone/>
              <a:defRPr kumimoji="0" lang="zh-CN" altLang="en-US" sz="4800" b="0" i="0" u="none" strike="noStrike" cap="none" spc="0" normalizeH="0" baseline="0" noProof="1" dirty="0">
                <a:solidFill>
                  <a:schemeClr val="tx1">
                    <a:lumMod val="85000"/>
                    <a:lumOff val="15000"/>
                  </a:schemeClr>
                </a:solidFill>
                <a:uFillTx/>
                <a:latin typeface="+mj-ea"/>
                <a:ea typeface="+mj-ea"/>
                <a:cs typeface="+mn-cs"/>
              </a:defRPr>
            </a:lvl1pPr>
          </a:lstStyle>
          <a:p>
            <a:pPr marL="0" marR="0" lvl="0" fontAlgn="auto">
              <a:lnSpc>
                <a:spcPct val="83000"/>
              </a:lnSpc>
              <a:buClrTx/>
              <a:buSzTx/>
              <a:buFontTx/>
            </a:pPr>
            <a:r>
              <a:rPr lang="zh-CN" altLang="en-US" dirty="0"/>
              <a:t>单击此处添加章节标题</a:t>
            </a:r>
            <a:endParaRPr lang="zh-CN" altLang="en-US" dirty="0"/>
          </a:p>
        </p:txBody>
      </p:sp>
      <p:sp>
        <p:nvSpPr>
          <p:cNvPr id="8" name="节编号 3"/>
          <p:cNvSpPr>
            <a:spLocks noGrp="1"/>
          </p:cNvSpPr>
          <p:nvPr>
            <p:ph type="body" sz="quarter" idx="17826561" hasCustomPrompt="1"/>
            <p:custDataLst>
              <p:tags r:id="rId6"/>
            </p:custDataLst>
          </p:nvPr>
        </p:nvSpPr>
        <p:spPr>
          <a:xfrm>
            <a:off x="9648825" y="1905000"/>
            <a:ext cx="1527175" cy="1524000"/>
          </a:xfrm>
        </p:spPr>
        <p:txBody>
          <a:bodyPr vert="horz" wrap="square" lIns="0" tIns="0" rIns="0" bIns="0" rtlCol="0" anchor="ctr" anchorCtr="0">
            <a:normAutofit/>
          </a:bodyPr>
          <a:lstStyle>
            <a:lvl1pPr marL="0" indent="0" algn="r">
              <a:lnSpc>
                <a:spcPct val="109000"/>
              </a:lnSpc>
              <a:spcBef>
                <a:spcPct val="0"/>
              </a:spcBef>
              <a:spcAft>
                <a:spcPct val="0"/>
              </a:spcAft>
              <a:buFont typeface="Arial" panose="020B0604020202020204" pitchFamily="34" charset="0"/>
              <a:buNone/>
              <a:defRPr lang="zh-CN" altLang="en-US" sz="7200" b="1" i="0" spc="0" dirty="0">
                <a:solidFill>
                  <a:schemeClr val="tx1">
                    <a:lumMod val="85000"/>
                    <a:lumOff val="15000"/>
                  </a:schemeClr>
                </a:solidFill>
                <a:latin typeface="+mj-ea"/>
                <a:ea typeface="+mj-ea"/>
              </a:defRPr>
            </a:lvl1pPr>
          </a:lstStyle>
          <a:p>
            <a:pPr marL="0" lvl="0">
              <a:lnSpc>
                <a:spcPct val="83000"/>
              </a:lnSpc>
            </a:pPr>
            <a:r>
              <a:rPr lang="zh-CN" altLang="en-US" dirty="0"/>
              <a:t>01</a:t>
            </a:r>
            <a:endParaRPr lang="zh-CN" altLang="en-US" dirty="0"/>
          </a:p>
        </p:txBody>
      </p:sp>
      <p:pic>
        <p:nvPicPr>
          <p:cNvPr id="2" name="图片 1" descr="C:\Users\Administrator\Desktop\画板 5.png画板 5"/>
          <p:cNvPicPr>
            <a:picLocks noChangeAspect="1"/>
          </p:cNvPicPr>
          <p:nvPr userDrawn="1">
            <p:custDataLst>
              <p:tags r:id="rId7"/>
            </p:custDataLst>
          </p:nvPr>
        </p:nvPicPr>
        <p:blipFill>
          <a:blip r:embed="rId8"/>
          <a:srcRect l="13768" t="2341" r="17145"/>
          <a:stretch>
            <a:fillRect/>
          </a:stretch>
        </p:blipFill>
        <p:spPr>
          <a:xfrm>
            <a:off x="0" y="0"/>
            <a:ext cx="3377565" cy="6858000"/>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结束页-1_4">
    <p:spTree>
      <p:nvGrpSpPr>
        <p:cNvPr id="1" name=""/>
        <p:cNvGrpSpPr/>
        <p:nvPr/>
      </p:nvGrpSpPr>
      <p:grpSpPr>
        <a:xfrm>
          <a:off x="0" y="0"/>
          <a:ext cx="0" cy="0"/>
          <a:chOff x="0" y="0"/>
          <a:chExt cx="0" cy="0"/>
        </a:xfrm>
      </p:grpSpPr>
      <p:pic>
        <p:nvPicPr>
          <p:cNvPr id="12" name="image 101" descr="/Users/mac/Desktop/画板 2.png画板 2"/>
          <p:cNvPicPr>
            <a:picLocks noChangeAspect="1"/>
          </p:cNvPicPr>
          <p:nvPr userDrawn="1">
            <p:custDataLst>
              <p:tags r:id="rId2"/>
            </p:custDataLst>
          </p:nvPr>
        </p:nvPicPr>
        <p:blipFill>
          <a:blip r:embed="rId3"/>
          <a:srcRect/>
          <a:stretch>
            <a:fillRect/>
          </a:stretch>
        </p:blipFill>
        <p:spPr>
          <a:xfrm>
            <a:off x="1200" y="695"/>
            <a:ext cx="12189600" cy="6856611"/>
          </a:xfrm>
          <a:prstGeom prst="rect">
            <a:avLst/>
          </a:prstGeom>
          <a:ln w="12700">
            <a:miter lim="400000"/>
            <a:headEnd/>
            <a:tailEnd/>
          </a:ln>
        </p:spPr>
      </p:pic>
      <p:sp>
        <p:nvSpPr>
          <p:cNvPr id="8"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4"/>
          <p:cNvSpPr>
            <a:spLocks noGrp="1"/>
          </p:cNvSpPr>
          <p:nvPr>
            <p:ph type="ftr" sz="quarter" idx="11"/>
            <p:custDataLst>
              <p:tags r:id="rId5"/>
            </p:custDataLst>
          </p:nvPr>
        </p:nvSpPr>
        <p:spPr/>
        <p:txBody>
          <a:bodyPr/>
          <a:lstStyle/>
          <a:p>
            <a:endParaRPr lang="zh-CN" altLang="en-US"/>
          </a:p>
        </p:txBody>
      </p:sp>
      <p:sp>
        <p:nvSpPr>
          <p:cNvPr id="10" name="灯片编号占位符 5"/>
          <p:cNvSpPr>
            <a:spLocks noGrp="1"/>
          </p:cNvSpPr>
          <p:nvPr>
            <p:ph type="sldNum" sz="quarter" idx="12"/>
            <p:custDataLst>
              <p:tags r:id="rId6"/>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7" name="副标题 2"/>
          <p:cNvSpPr>
            <a:spLocks noGrp="1"/>
          </p:cNvSpPr>
          <p:nvPr>
            <p:ph type="body" idx="17826305" hasCustomPrompt="1"/>
            <p:custDataLst>
              <p:tags r:id="rId7"/>
            </p:custDataLst>
          </p:nvPr>
        </p:nvSpPr>
        <p:spPr>
          <a:xfrm>
            <a:off x="3364971" y="2667000"/>
            <a:ext cx="5449358" cy="457200"/>
          </a:xfrm>
          <a:noFill/>
        </p:spPr>
        <p:txBody>
          <a:bodyPr vert="horz" wrap="square" lIns="0" tIns="0" rIns="0" bIns="0" rtlCol="0" anchor="t">
            <a:normAutofit/>
          </a:bodyPr>
          <a:lstStyle>
            <a:lvl1pPr marL="0" indent="0" algn="ctr">
              <a:lnSpc>
                <a:spcPct val="125000"/>
              </a:lnSpc>
              <a:spcBef>
                <a:spcPct val="0"/>
              </a:spcBef>
              <a:spcAft>
                <a:spcPct val="0"/>
              </a:spcAft>
              <a:buFont typeface="Arial" panose="020B0604020202020204" pitchFamily="34" charset="0"/>
              <a:buNone/>
              <a:defRPr kumimoji="0" lang="zh-CN" altLang="en-US" sz="2400" b="1" i="0" u="none" strike="noStrike" cap="none" spc="0" normalizeH="0" baseline="0" noProof="1" dirty="0">
                <a:solidFill>
                  <a:schemeClr val="lt1">
                    <a:lumMod val="100000"/>
                  </a:schemeClr>
                </a:solidFill>
                <a:uFillTx/>
                <a:latin typeface="+mj-ea"/>
                <a:ea typeface="+mj-ea"/>
              </a:defRPr>
            </a:lvl1pPr>
          </a:lstStyle>
          <a:p>
            <a:pPr marL="114300" marR="0" lvl="0" indent="-342900" algn="ctr" fontAlgn="auto">
              <a:lnSpc>
                <a:spcPct val="100000"/>
              </a:lnSpc>
              <a:spcBef>
                <a:spcPts val="0"/>
              </a:spcBef>
              <a:spcAft>
                <a:spcPts val="1000"/>
              </a:spcAft>
              <a:buClrTx/>
              <a:buSzTx/>
            </a:pPr>
            <a:r>
              <a:rPr lang="zh-CN" altLang="en-US" dirty="0"/>
              <a:t>THE END</a:t>
            </a:r>
            <a:endParaRPr lang="zh-CN" altLang="en-US" dirty="0"/>
          </a:p>
        </p:txBody>
      </p:sp>
      <p:sp>
        <p:nvSpPr>
          <p:cNvPr id="6" name="标题 1"/>
          <p:cNvSpPr>
            <a:spLocks noGrp="1"/>
          </p:cNvSpPr>
          <p:nvPr>
            <p:ph type="ctrTitle" idx="17826049" hasCustomPrompt="1"/>
            <p:custDataLst>
              <p:tags r:id="rId8"/>
            </p:custDataLst>
          </p:nvPr>
        </p:nvSpPr>
        <p:spPr>
          <a:xfrm>
            <a:off x="3364089" y="3175000"/>
            <a:ext cx="5451122" cy="1016000"/>
          </a:xfrm>
          <a:noFill/>
        </p:spPr>
        <p:txBody>
          <a:bodyPr vert="horz" wrap="square" lIns="0" tIns="0" rIns="0" bIns="0" rtlCol="0" anchor="t" anchorCtr="0">
            <a:normAutofit/>
          </a:bodyPr>
          <a:lstStyle>
            <a:lvl1pPr marL="0" indent="0" algn="ctr">
              <a:lnSpc>
                <a:spcPct val="100000"/>
              </a:lnSpc>
              <a:spcBef>
                <a:spcPct val="0"/>
              </a:spcBef>
              <a:spcAft>
                <a:spcPct val="0"/>
              </a:spcAft>
              <a:buFont typeface="Arial" panose="020B0604020202020204" pitchFamily="34" charset="0"/>
              <a:buNone/>
              <a:defRPr kumimoji="0" lang="zh-CN" altLang="en-US" sz="6400" b="1" i="0" u="none" strike="noStrike" cap="none" spc="0" normalizeH="0" baseline="0" noProof="1" dirty="0">
                <a:solidFill>
                  <a:schemeClr val="lt1">
                    <a:lumMod val="100000"/>
                  </a:schemeClr>
                </a:solidFill>
                <a:uFillTx/>
                <a:latin typeface="+mj-ea"/>
                <a:ea typeface="+mj-ea"/>
                <a:cs typeface="汉仪旗黑-90S" panose="00020600040101010101" charset="-122"/>
              </a:defRPr>
            </a:lvl1pPr>
          </a:lstStyle>
          <a:p>
            <a:pPr marL="0" marR="0" lvl="0" algn="ctr" fontAlgn="auto">
              <a:buClrTx/>
              <a:buSzTx/>
              <a:buFontTx/>
            </a:pPr>
            <a:r>
              <a:rPr lang="zh-CN" altLang="en-US" dirty="0"/>
              <a:t>谢谢观看</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目录页-1-5-4">
    <p:spTree>
      <p:nvGrpSpPr>
        <p:cNvPr id="1" name=""/>
        <p:cNvGrpSpPr/>
        <p:nvPr/>
      </p:nvGrpSpPr>
      <p:grpSpPr>
        <a:xfrm>
          <a:off x="0" y="0"/>
          <a:ext cx="0" cy="0"/>
          <a:chOff x="0" y="0"/>
          <a:chExt cx="0" cy="0"/>
        </a:xfrm>
      </p:grpSpPr>
      <p:sp>
        <p:nvSpPr>
          <p:cNvPr id="8" name="日期占位符 3"/>
          <p:cNvSpPr>
            <a:spLocks noGrp="1"/>
          </p:cNvSpPr>
          <p:nvPr>
            <p:ph type="dt" sz="half" idx="10"/>
            <p:custDataLst>
              <p:tags r:id="rId2"/>
            </p:custDataLst>
          </p:nvPr>
        </p:nvSpPr>
        <p:spPr/>
        <p:txBody>
          <a:bodyPr wrap="square">
            <a:normAutofit/>
          </a:bodyPr>
          <a:p>
            <a:fld id="{5592522B-0F24-4480-B9DD-A9474A6880D6}" type="datetimeFigureOut">
              <a:rPr lang="zh-CN" altLang="en-US" smtClean="0"/>
            </a:fld>
            <a:endParaRPr lang="zh-CN" altLang="en-US"/>
          </a:p>
        </p:txBody>
      </p:sp>
      <p:sp>
        <p:nvSpPr>
          <p:cNvPr id="9" name="页脚占位符 4"/>
          <p:cNvSpPr>
            <a:spLocks noGrp="1"/>
          </p:cNvSpPr>
          <p:nvPr>
            <p:ph type="ftr" sz="quarter" idx="11"/>
            <p:custDataLst>
              <p:tags r:id="rId3"/>
            </p:custDataLst>
          </p:nvPr>
        </p:nvSpPr>
        <p:spPr/>
        <p:txBody>
          <a:bodyPr/>
          <a:p>
            <a:endParaRPr lang="zh-CN" altLang="en-US"/>
          </a:p>
        </p:txBody>
      </p:sp>
      <p:sp>
        <p:nvSpPr>
          <p:cNvPr id="10" name="灯片编号占位符 5"/>
          <p:cNvSpPr>
            <a:spLocks noGrp="1"/>
          </p:cNvSpPr>
          <p:nvPr>
            <p:ph type="sldNum" sz="quarter" idx="12"/>
            <p:custDataLst>
              <p:tags r:id="rId4"/>
            </p:custDataLst>
          </p:nvPr>
        </p:nvSpPr>
        <p:spPr/>
        <p:txBody>
          <a:bodyPr wrap="square">
            <a:normAutofit/>
          </a:bodyPr>
          <a:p>
            <a:fld id="{BE5F26B5-172A-4DC2-B0B7-181CFC56B87C}" type="slidenum">
              <a:rPr lang="zh-CN" altLang="en-US" smtClean="0"/>
            </a:fld>
            <a:endParaRPr lang="zh-CN" altLang="en-US"/>
          </a:p>
        </p:txBody>
      </p:sp>
      <p:sp>
        <p:nvSpPr>
          <p:cNvPr id="11" name="Subtitle 10"/>
          <p:cNvSpPr>
            <a:spLocks noGrp="1"/>
          </p:cNvSpPr>
          <p:nvPr>
            <p:ph type="subTitle" idx="17826305" hasCustomPrompt="1"/>
            <p:custDataLst>
              <p:tags r:id="rId5"/>
            </p:custDataLst>
          </p:nvPr>
        </p:nvSpPr>
        <p:spPr>
          <a:xfrm>
            <a:off x="761471" y="2667000"/>
            <a:ext cx="2363258" cy="457200"/>
          </a:xfrm>
          <a:noFill/>
        </p:spPr>
        <p:txBody>
          <a:bodyPr lIns="0" tIns="0" rIns="0" bIns="0" anchor="t">
            <a:normAutofit/>
          </a:bodyPr>
          <a:lstStyle>
            <a:lvl1pPr marL="0" indent="0" algn="ctr">
              <a:lnSpc>
                <a:spcPct val="125000"/>
              </a:lnSpc>
              <a:spcBef>
                <a:spcPct val="0"/>
              </a:spcBef>
              <a:spcAft>
                <a:spcPct val="0"/>
              </a:spcAft>
              <a:buNone/>
              <a:defRPr sz="2400" b="0" spc="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CONTENTS</a:t>
            </a:r>
            <a:endParaRPr lang="zh-CN" altLang="en-US"/>
          </a:p>
        </p:txBody>
      </p:sp>
      <p:sp>
        <p:nvSpPr>
          <p:cNvPr id="12" name="Title 11"/>
          <p:cNvSpPr>
            <a:spLocks noGrp="1"/>
          </p:cNvSpPr>
          <p:nvPr>
            <p:ph type="ctrTitle" idx="17826049" hasCustomPrompt="1"/>
            <p:custDataLst>
              <p:tags r:id="rId6"/>
            </p:custDataLst>
          </p:nvPr>
        </p:nvSpPr>
        <p:spPr>
          <a:xfrm>
            <a:off x="760942" y="3175000"/>
            <a:ext cx="2364317" cy="762000"/>
          </a:xfrm>
          <a:noFill/>
        </p:spPr>
        <p:txBody>
          <a:bodyPr lIns="0" tIns="0" rIns="0" bIns="0" anchor="t">
            <a:normAutofit/>
          </a:bodyPr>
          <a:lstStyle>
            <a:lvl1pPr marL="0" indent="0" algn="ctr">
              <a:lnSpc>
                <a:spcPct val="104000"/>
              </a:lnSpc>
              <a:spcBef>
                <a:spcPct val="0"/>
              </a:spcBef>
              <a:spcAft>
                <a:spcPct val="0"/>
              </a:spcAft>
              <a:buNone/>
              <a:defRPr sz="4800" b="1" spc="0">
                <a:solidFill>
                  <a:schemeClr val="tx1"/>
                </a:solidFill>
              </a:defRPr>
            </a:lvl1pPr>
          </a:lstStyle>
          <a:p>
            <a:r>
              <a:rPr lang="zh-CN" altLang="en-US"/>
              <a:t>目录</a:t>
            </a:r>
            <a:endParaRPr lang="zh-CN" altLang="en-US"/>
          </a:p>
        </p:txBody>
      </p:sp>
      <p:sp>
        <p:nvSpPr>
          <p:cNvPr id="13" name="Text Placeholder 12"/>
          <p:cNvSpPr>
            <a:spLocks noGrp="1"/>
          </p:cNvSpPr>
          <p:nvPr>
            <p:ph type="body" idx="319883777" hasCustomPrompt="1"/>
            <p:custDataLst>
              <p:tags r:id="rId7"/>
            </p:custDataLst>
          </p:nvPr>
        </p:nvSpPr>
        <p:spPr>
          <a:xfrm>
            <a:off x="40703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01</a:t>
            </a:r>
            <a:endParaRPr lang="zh-CN" altLang="en-US" smtClean="0"/>
          </a:p>
        </p:txBody>
      </p:sp>
      <p:sp>
        <p:nvSpPr>
          <p:cNvPr id="14" name="装饰  3"/>
          <p:cNvSpPr>
            <a:spLocks noGrp="1"/>
          </p:cNvSpPr>
          <p:nvPr>
            <p:ph type="body" idx="319883522" hasCustomPrompt="1"/>
            <p:custDataLst>
              <p:tags r:id="rId8"/>
            </p:custDataLst>
          </p:nvPr>
        </p:nvSpPr>
        <p:spPr>
          <a:xfrm>
            <a:off x="48514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5" name="Text Placeholder 14"/>
          <p:cNvSpPr>
            <a:spLocks noGrp="1"/>
          </p:cNvSpPr>
          <p:nvPr>
            <p:ph type="body" idx="51446017" hasCustomPrompt="1"/>
            <p:custDataLst>
              <p:tags r:id="rId9"/>
            </p:custDataLst>
          </p:nvPr>
        </p:nvSpPr>
        <p:spPr>
          <a:xfrm>
            <a:off x="50800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6" name="Text Placeholder 15"/>
          <p:cNvSpPr>
            <a:spLocks noGrp="1"/>
          </p:cNvSpPr>
          <p:nvPr>
            <p:ph type="body" idx="319949313" hasCustomPrompt="1"/>
            <p:custDataLst>
              <p:tags r:id="rId10"/>
            </p:custDataLst>
          </p:nvPr>
        </p:nvSpPr>
        <p:spPr>
          <a:xfrm>
            <a:off x="79946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02</a:t>
            </a:r>
            <a:endParaRPr lang="zh-CN" altLang="en-US" smtClean="0"/>
          </a:p>
        </p:txBody>
      </p:sp>
      <p:sp>
        <p:nvSpPr>
          <p:cNvPr id="17" name="装饰  6"/>
          <p:cNvSpPr>
            <a:spLocks noGrp="1"/>
          </p:cNvSpPr>
          <p:nvPr>
            <p:ph type="body" idx="319949058" hasCustomPrompt="1"/>
            <p:custDataLst>
              <p:tags r:id="rId11"/>
            </p:custDataLst>
          </p:nvPr>
        </p:nvSpPr>
        <p:spPr>
          <a:xfrm>
            <a:off x="87757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Text Placeholder 17"/>
          <p:cNvSpPr>
            <a:spLocks noGrp="1"/>
          </p:cNvSpPr>
          <p:nvPr>
            <p:ph type="body" idx="51511553" hasCustomPrompt="1"/>
            <p:custDataLst>
              <p:tags r:id="rId12"/>
            </p:custDataLst>
          </p:nvPr>
        </p:nvSpPr>
        <p:spPr>
          <a:xfrm>
            <a:off x="90043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Text Placeholder 18"/>
          <p:cNvSpPr>
            <a:spLocks noGrp="1"/>
          </p:cNvSpPr>
          <p:nvPr>
            <p:ph type="body" idx="320014849" hasCustomPrompt="1"/>
            <p:custDataLst>
              <p:tags r:id="rId13"/>
            </p:custDataLst>
          </p:nvPr>
        </p:nvSpPr>
        <p:spPr>
          <a:xfrm>
            <a:off x="40703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03</a:t>
            </a:r>
            <a:endParaRPr lang="zh-CN" altLang="en-US" smtClean="0"/>
          </a:p>
        </p:txBody>
      </p:sp>
      <p:sp>
        <p:nvSpPr>
          <p:cNvPr id="20" name="装饰  9"/>
          <p:cNvSpPr>
            <a:spLocks noGrp="1"/>
          </p:cNvSpPr>
          <p:nvPr>
            <p:ph type="body" idx="320014594" hasCustomPrompt="1"/>
            <p:custDataLst>
              <p:tags r:id="rId14"/>
            </p:custDataLst>
          </p:nvPr>
        </p:nvSpPr>
        <p:spPr>
          <a:xfrm>
            <a:off x="48514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Text Placeholder 20"/>
          <p:cNvSpPr>
            <a:spLocks noGrp="1"/>
          </p:cNvSpPr>
          <p:nvPr>
            <p:ph type="body" idx="51577089" hasCustomPrompt="1"/>
            <p:custDataLst>
              <p:tags r:id="rId15"/>
            </p:custDataLst>
          </p:nvPr>
        </p:nvSpPr>
        <p:spPr>
          <a:xfrm>
            <a:off x="50800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2" name="Text Placeholder 21"/>
          <p:cNvSpPr>
            <a:spLocks noGrp="1"/>
          </p:cNvSpPr>
          <p:nvPr>
            <p:ph type="body" idx="320080385" hasCustomPrompt="1"/>
            <p:custDataLst>
              <p:tags r:id="rId16"/>
            </p:custDataLst>
          </p:nvPr>
        </p:nvSpPr>
        <p:spPr>
          <a:xfrm>
            <a:off x="79946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04</a:t>
            </a:r>
            <a:endParaRPr lang="zh-CN" altLang="en-US" smtClean="0"/>
          </a:p>
        </p:txBody>
      </p:sp>
      <p:sp>
        <p:nvSpPr>
          <p:cNvPr id="23" name="装饰  2"/>
          <p:cNvSpPr>
            <a:spLocks noGrp="1"/>
          </p:cNvSpPr>
          <p:nvPr>
            <p:ph type="body" idx="320080130" hasCustomPrompt="1"/>
            <p:custDataLst>
              <p:tags r:id="rId17"/>
            </p:custDataLst>
          </p:nvPr>
        </p:nvSpPr>
        <p:spPr>
          <a:xfrm>
            <a:off x="87757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4" name="Text Placeholder 23"/>
          <p:cNvSpPr>
            <a:spLocks noGrp="1"/>
          </p:cNvSpPr>
          <p:nvPr>
            <p:ph type="body" idx="51642625" hasCustomPrompt="1"/>
            <p:custDataLst>
              <p:tags r:id="rId18"/>
            </p:custDataLst>
          </p:nvPr>
        </p:nvSpPr>
        <p:spPr>
          <a:xfrm>
            <a:off x="90043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目录页-1-5_6-2">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11" name="副标题 10"/>
          <p:cNvSpPr>
            <a:spLocks noGrp="1"/>
          </p:cNvSpPr>
          <p:nvPr>
            <p:ph type="subTitle" idx="16386" hasCustomPrompt="1"/>
            <p:custDataLst>
              <p:tags r:id="rId5"/>
            </p:custDataLst>
          </p:nvPr>
        </p:nvSpPr>
        <p:spPr>
          <a:xfrm>
            <a:off x="761471" y="2667000"/>
            <a:ext cx="2363258" cy="457200"/>
          </a:xfrm>
          <a:noFill/>
        </p:spPr>
        <p:txBody>
          <a:bodyPr lIns="0" tIns="0" rIns="0" bIns="0" anchor="t">
            <a:normAutofit/>
          </a:bodyPr>
          <a:lstStyle>
            <a:lvl1pPr marL="0" indent="0" algn="ctr">
              <a:lnSpc>
                <a:spcPct val="125000"/>
              </a:lnSpc>
              <a:spcBef>
                <a:spcPct val="0"/>
              </a:spcBef>
              <a:spcAft>
                <a:spcPct val="0"/>
              </a:spcAft>
              <a:buNone/>
              <a:defRPr sz="2400" b="0" spc="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CONTENTS</a:t>
            </a:r>
            <a:endParaRPr lang="zh-CN" altLang="en-US"/>
          </a:p>
        </p:txBody>
      </p:sp>
      <p:sp>
        <p:nvSpPr>
          <p:cNvPr id="12" name="标题 11"/>
          <p:cNvSpPr>
            <a:spLocks noGrp="1"/>
          </p:cNvSpPr>
          <p:nvPr>
            <p:ph type="ctrTitle" idx="16385" hasCustomPrompt="1"/>
            <p:custDataLst>
              <p:tags r:id="rId6"/>
            </p:custDataLst>
          </p:nvPr>
        </p:nvSpPr>
        <p:spPr>
          <a:xfrm>
            <a:off x="760942" y="3175000"/>
            <a:ext cx="2364317" cy="762000"/>
          </a:xfrm>
          <a:noFill/>
        </p:spPr>
        <p:txBody>
          <a:bodyPr lIns="0" tIns="0" rIns="0" bIns="0" anchor="t">
            <a:normAutofit/>
          </a:bodyPr>
          <a:lstStyle>
            <a:lvl1pPr marL="0" indent="0" algn="ctr">
              <a:lnSpc>
                <a:spcPct val="104000"/>
              </a:lnSpc>
              <a:spcBef>
                <a:spcPct val="0"/>
              </a:spcBef>
              <a:spcAft>
                <a:spcPct val="0"/>
              </a:spcAft>
              <a:buNone/>
              <a:defRPr sz="4800" b="1" spc="0">
                <a:solidFill>
                  <a:schemeClr val="tx1"/>
                </a:solidFill>
              </a:defRPr>
            </a:lvl1pPr>
          </a:lstStyle>
          <a:p>
            <a:r>
              <a:rPr lang="zh-CN" altLang="en-US"/>
              <a:t>目录</a:t>
            </a:r>
            <a:endParaRPr lang="zh-CN" altLang="en-US"/>
          </a:p>
        </p:txBody>
      </p:sp>
      <p:sp>
        <p:nvSpPr>
          <p:cNvPr id="13" name="文本占位符 12"/>
          <p:cNvSpPr>
            <a:spLocks noGrp="1"/>
          </p:cNvSpPr>
          <p:nvPr>
            <p:ph type="body" idx="16388" hasCustomPrompt="1"/>
            <p:custDataLst>
              <p:tags r:id="rId7"/>
            </p:custDataLst>
          </p:nvPr>
        </p:nvSpPr>
        <p:spPr>
          <a:xfrm>
            <a:off x="4070350" y="14478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01</a:t>
            </a:r>
            <a:endParaRPr lang="zh-CN" altLang="en-US" smtClean="0"/>
          </a:p>
        </p:txBody>
      </p:sp>
      <p:sp>
        <p:nvSpPr>
          <p:cNvPr id="14" name="装饰  3"/>
          <p:cNvSpPr>
            <a:spLocks noGrp="1"/>
          </p:cNvSpPr>
          <p:nvPr>
            <p:ph type="body" idx="16399" hasCustomPrompt="1"/>
            <p:custDataLst>
              <p:tags r:id="rId8"/>
            </p:custDataLst>
          </p:nvPr>
        </p:nvSpPr>
        <p:spPr>
          <a:xfrm>
            <a:off x="4851400" y="13716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5" name="文本占位符 14"/>
          <p:cNvSpPr>
            <a:spLocks noGrp="1"/>
          </p:cNvSpPr>
          <p:nvPr>
            <p:ph type="body" idx="16387" hasCustomPrompt="1"/>
            <p:custDataLst>
              <p:tags r:id="rId9"/>
            </p:custDataLst>
          </p:nvPr>
        </p:nvSpPr>
        <p:spPr>
          <a:xfrm>
            <a:off x="5080000" y="12954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6" name="文本占位符 15"/>
          <p:cNvSpPr>
            <a:spLocks noGrp="1"/>
          </p:cNvSpPr>
          <p:nvPr>
            <p:ph type="body" idx="16390" hasCustomPrompt="1"/>
            <p:custDataLst>
              <p:tags r:id="rId10"/>
            </p:custDataLst>
          </p:nvPr>
        </p:nvSpPr>
        <p:spPr>
          <a:xfrm>
            <a:off x="7994650" y="14478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02</a:t>
            </a:r>
            <a:endParaRPr lang="zh-CN" altLang="en-US" smtClean="0"/>
          </a:p>
        </p:txBody>
      </p:sp>
      <p:sp>
        <p:nvSpPr>
          <p:cNvPr id="17" name="装饰  6"/>
          <p:cNvSpPr>
            <a:spLocks noGrp="1"/>
          </p:cNvSpPr>
          <p:nvPr>
            <p:ph type="body" idx="16400" hasCustomPrompt="1"/>
            <p:custDataLst>
              <p:tags r:id="rId11"/>
            </p:custDataLst>
          </p:nvPr>
        </p:nvSpPr>
        <p:spPr>
          <a:xfrm>
            <a:off x="8775700" y="13716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文本占位符 17"/>
          <p:cNvSpPr>
            <a:spLocks noGrp="1"/>
          </p:cNvSpPr>
          <p:nvPr>
            <p:ph type="body" idx="16389" hasCustomPrompt="1"/>
            <p:custDataLst>
              <p:tags r:id="rId12"/>
            </p:custDataLst>
          </p:nvPr>
        </p:nvSpPr>
        <p:spPr>
          <a:xfrm>
            <a:off x="9004300" y="12954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92" hasCustomPrompt="1"/>
            <p:custDataLst>
              <p:tags r:id="rId13"/>
            </p:custDataLst>
          </p:nvPr>
        </p:nvSpPr>
        <p:spPr>
          <a:xfrm>
            <a:off x="4070350" y="31242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03</a:t>
            </a:r>
            <a:endParaRPr lang="zh-CN" altLang="en-US" smtClean="0"/>
          </a:p>
        </p:txBody>
      </p:sp>
      <p:sp>
        <p:nvSpPr>
          <p:cNvPr id="20" name="装饰  9"/>
          <p:cNvSpPr>
            <a:spLocks noGrp="1"/>
          </p:cNvSpPr>
          <p:nvPr>
            <p:ph type="body" idx="16401" hasCustomPrompt="1"/>
            <p:custDataLst>
              <p:tags r:id="rId14"/>
            </p:custDataLst>
          </p:nvPr>
        </p:nvSpPr>
        <p:spPr>
          <a:xfrm>
            <a:off x="4851400" y="30480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文本占位符 20"/>
          <p:cNvSpPr>
            <a:spLocks noGrp="1"/>
          </p:cNvSpPr>
          <p:nvPr>
            <p:ph type="body" idx="16391" hasCustomPrompt="1"/>
            <p:custDataLst>
              <p:tags r:id="rId15"/>
            </p:custDataLst>
          </p:nvPr>
        </p:nvSpPr>
        <p:spPr>
          <a:xfrm>
            <a:off x="5080000" y="29718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2" name="文本占位符 21"/>
          <p:cNvSpPr>
            <a:spLocks noGrp="1"/>
          </p:cNvSpPr>
          <p:nvPr>
            <p:ph type="body" idx="16394" hasCustomPrompt="1"/>
            <p:custDataLst>
              <p:tags r:id="rId16"/>
            </p:custDataLst>
          </p:nvPr>
        </p:nvSpPr>
        <p:spPr>
          <a:xfrm>
            <a:off x="7994650" y="31242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04</a:t>
            </a:r>
            <a:endParaRPr lang="zh-CN" altLang="en-US" smtClean="0"/>
          </a:p>
        </p:txBody>
      </p:sp>
      <p:sp>
        <p:nvSpPr>
          <p:cNvPr id="23" name="装饰  2"/>
          <p:cNvSpPr>
            <a:spLocks noGrp="1"/>
          </p:cNvSpPr>
          <p:nvPr>
            <p:ph type="body" idx="16402" hasCustomPrompt="1"/>
            <p:custDataLst>
              <p:tags r:id="rId17"/>
            </p:custDataLst>
          </p:nvPr>
        </p:nvSpPr>
        <p:spPr>
          <a:xfrm>
            <a:off x="8775700" y="30480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4" name="文本占位符 23"/>
          <p:cNvSpPr>
            <a:spLocks noGrp="1"/>
          </p:cNvSpPr>
          <p:nvPr>
            <p:ph type="body" idx="16393" hasCustomPrompt="1"/>
            <p:custDataLst>
              <p:tags r:id="rId18"/>
            </p:custDataLst>
          </p:nvPr>
        </p:nvSpPr>
        <p:spPr>
          <a:xfrm>
            <a:off x="9004300" y="29718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5" name="文本占位符 24"/>
          <p:cNvSpPr>
            <a:spLocks noGrp="1"/>
          </p:cNvSpPr>
          <p:nvPr>
            <p:ph type="body" idx="16396" hasCustomPrompt="1"/>
            <p:custDataLst>
              <p:tags r:id="rId19"/>
            </p:custDataLst>
          </p:nvPr>
        </p:nvSpPr>
        <p:spPr>
          <a:xfrm>
            <a:off x="4070350" y="48006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05</a:t>
            </a:r>
            <a:endParaRPr lang="zh-CN" altLang="en-US" smtClean="0"/>
          </a:p>
        </p:txBody>
      </p:sp>
      <p:sp>
        <p:nvSpPr>
          <p:cNvPr id="26" name="装饰  5"/>
          <p:cNvSpPr>
            <a:spLocks noGrp="1"/>
          </p:cNvSpPr>
          <p:nvPr>
            <p:ph type="body" idx="16403" hasCustomPrompt="1"/>
            <p:custDataLst>
              <p:tags r:id="rId20"/>
            </p:custDataLst>
          </p:nvPr>
        </p:nvSpPr>
        <p:spPr>
          <a:xfrm>
            <a:off x="4851400" y="47244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7" name="文本占位符 26"/>
          <p:cNvSpPr>
            <a:spLocks noGrp="1"/>
          </p:cNvSpPr>
          <p:nvPr>
            <p:ph type="body" idx="16395" hasCustomPrompt="1"/>
            <p:custDataLst>
              <p:tags r:id="rId21"/>
            </p:custDataLst>
          </p:nvPr>
        </p:nvSpPr>
        <p:spPr>
          <a:xfrm>
            <a:off x="5080000" y="46482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8" name="文本占位符 27"/>
          <p:cNvSpPr>
            <a:spLocks noGrp="1"/>
          </p:cNvSpPr>
          <p:nvPr>
            <p:ph type="body" idx="16398" hasCustomPrompt="1"/>
            <p:custDataLst>
              <p:tags r:id="rId22"/>
            </p:custDataLst>
          </p:nvPr>
        </p:nvSpPr>
        <p:spPr>
          <a:xfrm>
            <a:off x="7994650" y="48006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06</a:t>
            </a:r>
            <a:endParaRPr lang="zh-CN" altLang="en-US" smtClean="0"/>
          </a:p>
        </p:txBody>
      </p:sp>
      <p:sp>
        <p:nvSpPr>
          <p:cNvPr id="29" name="装饰  8"/>
          <p:cNvSpPr>
            <a:spLocks noGrp="1"/>
          </p:cNvSpPr>
          <p:nvPr>
            <p:ph type="body" idx="16404" hasCustomPrompt="1"/>
            <p:custDataLst>
              <p:tags r:id="rId23"/>
            </p:custDataLst>
          </p:nvPr>
        </p:nvSpPr>
        <p:spPr>
          <a:xfrm>
            <a:off x="8775700" y="47244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30" name="文本占位符 29"/>
          <p:cNvSpPr>
            <a:spLocks noGrp="1"/>
          </p:cNvSpPr>
          <p:nvPr>
            <p:ph type="body" idx="16397" hasCustomPrompt="1"/>
            <p:custDataLst>
              <p:tags r:id="rId24"/>
            </p:custDataLst>
          </p:nvPr>
        </p:nvSpPr>
        <p:spPr>
          <a:xfrm>
            <a:off x="9004300" y="46482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正文页-10007_11-2">
    <p:spTree>
      <p:nvGrpSpPr>
        <p:cNvPr id="1" name=""/>
        <p:cNvGrpSpPr/>
        <p:nvPr/>
      </p:nvGrpSpPr>
      <p:grpSpPr>
        <a:xfrm>
          <a:off x="0" y="0"/>
          <a:ext cx="0" cy="0"/>
          <a:chOff x="0" y="0"/>
          <a:chExt cx="0" cy="0"/>
        </a:xfrm>
      </p:grpSpPr>
      <p:sp>
        <p:nvSpPr>
          <p:cNvPr id="4" name="标题 3"/>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5" name="文本占位符 4"/>
          <p:cNvSpPr>
            <a:spLocks noGrp="1"/>
          </p:cNvSpPr>
          <p:nvPr>
            <p:ph type="body" idx="16386" hasCustomPrompt="1"/>
            <p:custDataLst>
              <p:tags r:id="rId3"/>
            </p:custDataLst>
          </p:nvPr>
        </p:nvSpPr>
        <p:spPr>
          <a:xfrm>
            <a:off x="609600" y="2082800"/>
            <a:ext cx="5181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8" name="文本占位符 7"/>
          <p:cNvSpPr>
            <a:spLocks noGrp="1"/>
          </p:cNvSpPr>
          <p:nvPr>
            <p:ph type="body" idx="16387" hasCustomPrompt="1"/>
            <p:custDataLst>
              <p:tags r:id="rId4"/>
            </p:custDataLst>
          </p:nvPr>
        </p:nvSpPr>
        <p:spPr>
          <a:xfrm>
            <a:off x="609600" y="2641600"/>
            <a:ext cx="5181600" cy="3048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9" name="文本占位符 8"/>
          <p:cNvSpPr>
            <a:spLocks noGrp="1"/>
          </p:cNvSpPr>
          <p:nvPr>
            <p:ph type="body" idx="16388" hasCustomPrompt="1"/>
            <p:custDataLst>
              <p:tags r:id="rId5"/>
            </p:custDataLst>
          </p:nvPr>
        </p:nvSpPr>
        <p:spPr>
          <a:xfrm>
            <a:off x="6400800" y="2082800"/>
            <a:ext cx="5181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3" name="文本占位符 12"/>
          <p:cNvSpPr>
            <a:spLocks noGrp="1"/>
          </p:cNvSpPr>
          <p:nvPr>
            <p:ph type="body" idx="16389" hasCustomPrompt="1"/>
            <p:custDataLst>
              <p:tags r:id="rId6"/>
            </p:custDataLst>
          </p:nvPr>
        </p:nvSpPr>
        <p:spPr>
          <a:xfrm>
            <a:off x="6400800" y="2641600"/>
            <a:ext cx="5181600" cy="3048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正文页-上标下内-装饰左-默认位置-并列-34_10_group1-2">
    <p:spTree>
      <p:nvGrpSpPr>
        <p:cNvPr id="1" name=""/>
        <p:cNvGrpSpPr/>
        <p:nvPr/>
      </p:nvGrpSpPr>
      <p:grpSpPr>
        <a:xfrm>
          <a:off x="0" y="0"/>
          <a:ext cx="0" cy="0"/>
          <a:chOff x="0" y="0"/>
          <a:chExt cx="0" cy="0"/>
        </a:xfrm>
      </p:grpSpPr>
      <p:sp>
        <p:nvSpPr>
          <p:cNvPr id="8" name="标题 7"/>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9" name="图片占位符 8"/>
          <p:cNvSpPr>
            <a:spLocks noGrp="1"/>
          </p:cNvSpPr>
          <p:nvPr>
            <p:ph type="pic" idx="16390" hasCustomPrompt="1"/>
            <p:custDataLst>
              <p:tags r:id="rId3"/>
            </p:custDataLst>
          </p:nvPr>
        </p:nvSpPr>
        <p:spPr>
          <a:xfrm>
            <a:off x="609600" y="1955800"/>
            <a:ext cx="1524000" cy="1524000"/>
          </a:xfrm>
          <a:custGeom>
            <a:avLst/>
            <a:gdLst>
              <a:gd name="connisteX0" fmla="*/ 0 w 1524000"/>
              <a:gd name="connsiteY0" fmla="*/ 762000 h 1524000"/>
              <a:gd name="connisteX1" fmla="*/ 762000 w 1524000"/>
              <a:gd name="connsiteY1" fmla="*/ 0 h 1524000"/>
              <a:gd name="connisteX2" fmla="*/ 762000 w 1524000"/>
              <a:gd name="connsiteY2" fmla="*/ 0 h 1524000"/>
              <a:gd name="connisteX3" fmla="*/ 1524000 w 1524000"/>
              <a:gd name="connsiteY3" fmla="*/ 762000 h 1524000"/>
              <a:gd name="connisteX4" fmla="*/ 1524000 w 1524000"/>
              <a:gd name="connsiteY4" fmla="*/ 762000 h 1524000"/>
              <a:gd name="connisteX5" fmla="*/ 762000 w 1524000"/>
              <a:gd name="connsiteY5" fmla="*/ 1524000 h 1524000"/>
              <a:gd name="connisteX6" fmla="*/ 762000 w 1524000"/>
              <a:gd name="connsiteY6" fmla="*/ 1524000 h 1524000"/>
              <a:gd name="connisteX7" fmla="*/ 0 w 1524000"/>
              <a:gd name="connsiteY7" fmla="*/ 762000 h 1524000"/>
              <a:gd name="connisteX8" fmla="*/ 0 w 1524000"/>
              <a:gd name="connsiteY8" fmla="*/ 762000 h 1524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524000" h="1524000">
                <a:moveTo>
                  <a:pt x="0" y="762000"/>
                </a:moveTo>
                <a:cubicBezTo>
                  <a:pt x="0" y="341159"/>
                  <a:pt x="341159" y="0"/>
                  <a:pt x="762000" y="0"/>
                </a:cubicBezTo>
                <a:lnTo>
                  <a:pt x="762000" y="0"/>
                </a:lnTo>
                <a:cubicBezTo>
                  <a:pt x="1182841" y="0"/>
                  <a:pt x="1524000" y="341159"/>
                  <a:pt x="1524000" y="762000"/>
                </a:cubicBezTo>
                <a:lnTo>
                  <a:pt x="1524000" y="762000"/>
                </a:lnTo>
                <a:cubicBezTo>
                  <a:pt x="1524000" y="1182841"/>
                  <a:pt x="1182841" y="1524000"/>
                  <a:pt x="762000" y="1524000"/>
                </a:cubicBezTo>
                <a:lnTo>
                  <a:pt x="762000" y="1524000"/>
                </a:lnTo>
                <a:cubicBezTo>
                  <a:pt x="341159" y="1524000"/>
                  <a:pt x="0" y="1182841"/>
                  <a:pt x="0" y="762000"/>
                </a:cubicBezTo>
                <a:lnTo>
                  <a:pt x="0" y="7620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0" name="文本占位符 9"/>
          <p:cNvSpPr>
            <a:spLocks noGrp="1"/>
          </p:cNvSpPr>
          <p:nvPr>
            <p:ph type="body" idx="16386" hasCustomPrompt="1"/>
            <p:custDataLst>
              <p:tags r:id="rId4"/>
            </p:custDataLst>
          </p:nvPr>
        </p:nvSpPr>
        <p:spPr>
          <a:xfrm>
            <a:off x="2489200" y="1854200"/>
            <a:ext cx="9093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1" name="文本占位符 10"/>
          <p:cNvSpPr>
            <a:spLocks noGrp="1"/>
          </p:cNvSpPr>
          <p:nvPr>
            <p:ph type="body" idx="16387" hasCustomPrompt="1"/>
            <p:custDataLst>
              <p:tags r:id="rId5"/>
            </p:custDataLst>
          </p:nvPr>
        </p:nvSpPr>
        <p:spPr>
          <a:xfrm>
            <a:off x="2489200" y="2362200"/>
            <a:ext cx="9093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2" name="图片占位符 11"/>
          <p:cNvSpPr>
            <a:spLocks noGrp="1"/>
          </p:cNvSpPr>
          <p:nvPr>
            <p:ph type="pic" idx="16391" hasCustomPrompt="1"/>
            <p:custDataLst>
              <p:tags r:id="rId6"/>
            </p:custDataLst>
          </p:nvPr>
        </p:nvSpPr>
        <p:spPr>
          <a:xfrm>
            <a:off x="609600" y="4292600"/>
            <a:ext cx="1524000" cy="1524000"/>
          </a:xfrm>
          <a:custGeom>
            <a:avLst/>
            <a:gdLst>
              <a:gd name="connisteX0" fmla="*/ 0 w 1524000"/>
              <a:gd name="connsiteY0" fmla="*/ 762000 h 1524000"/>
              <a:gd name="connisteX1" fmla="*/ 762000 w 1524000"/>
              <a:gd name="connsiteY1" fmla="*/ 0 h 1524000"/>
              <a:gd name="connisteX2" fmla="*/ 762000 w 1524000"/>
              <a:gd name="connsiteY2" fmla="*/ 0 h 1524000"/>
              <a:gd name="connisteX3" fmla="*/ 1524000 w 1524000"/>
              <a:gd name="connsiteY3" fmla="*/ 762000 h 1524000"/>
              <a:gd name="connisteX4" fmla="*/ 1524000 w 1524000"/>
              <a:gd name="connsiteY4" fmla="*/ 762000 h 1524000"/>
              <a:gd name="connisteX5" fmla="*/ 762000 w 1524000"/>
              <a:gd name="connsiteY5" fmla="*/ 1524000 h 1524000"/>
              <a:gd name="connisteX6" fmla="*/ 762000 w 1524000"/>
              <a:gd name="connsiteY6" fmla="*/ 1524000 h 1524000"/>
              <a:gd name="connisteX7" fmla="*/ 0 w 1524000"/>
              <a:gd name="connsiteY7" fmla="*/ 762000 h 1524000"/>
              <a:gd name="connisteX8" fmla="*/ 0 w 1524000"/>
              <a:gd name="connsiteY8" fmla="*/ 762000 h 1524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524000" h="1524000">
                <a:moveTo>
                  <a:pt x="0" y="762000"/>
                </a:moveTo>
                <a:cubicBezTo>
                  <a:pt x="0" y="341159"/>
                  <a:pt x="341159" y="0"/>
                  <a:pt x="762000" y="0"/>
                </a:cubicBezTo>
                <a:lnTo>
                  <a:pt x="762000" y="0"/>
                </a:lnTo>
                <a:cubicBezTo>
                  <a:pt x="1182841" y="0"/>
                  <a:pt x="1524000" y="341159"/>
                  <a:pt x="1524000" y="762000"/>
                </a:cubicBezTo>
                <a:lnTo>
                  <a:pt x="1524000" y="762000"/>
                </a:lnTo>
                <a:cubicBezTo>
                  <a:pt x="1524000" y="1182841"/>
                  <a:pt x="1182841" y="1524000"/>
                  <a:pt x="762000" y="1524000"/>
                </a:cubicBezTo>
                <a:lnTo>
                  <a:pt x="762000" y="1524000"/>
                </a:lnTo>
                <a:cubicBezTo>
                  <a:pt x="341159" y="1524000"/>
                  <a:pt x="0" y="1182841"/>
                  <a:pt x="0" y="762000"/>
                </a:cubicBezTo>
                <a:lnTo>
                  <a:pt x="0" y="7620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3" name="文本占位符 12"/>
          <p:cNvSpPr>
            <a:spLocks noGrp="1"/>
          </p:cNvSpPr>
          <p:nvPr>
            <p:ph type="body" idx="16388" hasCustomPrompt="1"/>
            <p:custDataLst>
              <p:tags r:id="rId7"/>
            </p:custDataLst>
          </p:nvPr>
        </p:nvSpPr>
        <p:spPr>
          <a:xfrm>
            <a:off x="2489200" y="4191000"/>
            <a:ext cx="9093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4" name="文本占位符 13"/>
          <p:cNvSpPr>
            <a:spLocks noGrp="1"/>
          </p:cNvSpPr>
          <p:nvPr>
            <p:ph type="body" idx="16389" hasCustomPrompt="1"/>
            <p:custDataLst>
              <p:tags r:id="rId8"/>
            </p:custDataLst>
          </p:nvPr>
        </p:nvSpPr>
        <p:spPr>
          <a:xfrm>
            <a:off x="2489200" y="4699000"/>
            <a:ext cx="9093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正文页-38_4-2">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0" hasCustomPrompt="1"/>
            <p:custDataLst>
              <p:tags r:id="rId6"/>
            </p:custDataLst>
          </p:nvPr>
        </p:nvSpPr>
        <p:spPr>
          <a:xfrm>
            <a:off x="609600" y="3860800"/>
            <a:ext cx="5334000" cy="2387600"/>
          </a:xfrm>
          <a:custGeom>
            <a:avLst/>
            <a:gdLst>
              <a:gd name="connisteX0" fmla="*/ 0 w 5334000"/>
              <a:gd name="connsiteY0" fmla="*/ 0 h 2387600"/>
              <a:gd name="connisteX1" fmla="*/ 5334000 w 5334000"/>
              <a:gd name="connsiteY1" fmla="*/ 0 h 2387600"/>
              <a:gd name="connisteX2" fmla="*/ 5334000 w 5334000"/>
              <a:gd name="connsiteY2" fmla="*/ 2184400 h 2387600"/>
              <a:gd name="connisteX3" fmla="*/ 5130800 w 5334000"/>
              <a:gd name="connsiteY3" fmla="*/ 2387600 h 2387600"/>
              <a:gd name="connisteX4" fmla="*/ 203200 w 5334000"/>
              <a:gd name="connsiteY4" fmla="*/ 2387600 h 2387600"/>
              <a:gd name="connisteX5" fmla="*/ 0 w 5334000"/>
              <a:gd name="connsiteY5" fmla="*/ 2184400 h 2387600"/>
              <a:gd name="connisteX6" fmla="*/ 0 w 5334000"/>
              <a:gd name="connsiteY6" fmla="*/ 0 h 238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5334000" h="2387600">
                <a:moveTo>
                  <a:pt x="0" y="0"/>
                </a:moveTo>
                <a:lnTo>
                  <a:pt x="5334000" y="0"/>
                </a:lnTo>
                <a:lnTo>
                  <a:pt x="5334000" y="2184400"/>
                </a:lnTo>
                <a:cubicBezTo>
                  <a:pt x="5334000" y="2296624"/>
                  <a:pt x="5243024" y="2387600"/>
                  <a:pt x="5130800" y="2387600"/>
                </a:cubicBezTo>
                <a:lnTo>
                  <a:pt x="203200" y="2387600"/>
                </a:lnTo>
                <a:cubicBezTo>
                  <a:pt x="90976" y="2387600"/>
                  <a:pt x="0" y="2296624"/>
                  <a:pt x="0" y="21844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图片占位符 12"/>
          <p:cNvSpPr>
            <a:spLocks noGrp="1"/>
          </p:cNvSpPr>
          <p:nvPr>
            <p:ph type="pic" idx="16391" hasCustomPrompt="1"/>
            <p:custDataLst>
              <p:tags r:id="rId7"/>
            </p:custDataLst>
          </p:nvPr>
        </p:nvSpPr>
        <p:spPr>
          <a:xfrm>
            <a:off x="609600" y="1524000"/>
            <a:ext cx="5334000" cy="2336800"/>
          </a:xfrm>
          <a:custGeom>
            <a:avLst/>
            <a:gdLst>
              <a:gd name="connisteX0" fmla="*/ 0 w 5334000"/>
              <a:gd name="connsiteY0" fmla="*/ 203200 h 2336800"/>
              <a:gd name="connisteX1" fmla="*/ 203200 w 5334000"/>
              <a:gd name="connsiteY1" fmla="*/ 0 h 2336800"/>
              <a:gd name="connisteX2" fmla="*/ 5130800 w 5334000"/>
              <a:gd name="connsiteY2" fmla="*/ 0 h 2336800"/>
              <a:gd name="connisteX3" fmla="*/ 5334000 w 5334000"/>
              <a:gd name="connsiteY3" fmla="*/ 203200 h 2336800"/>
              <a:gd name="connisteX4" fmla="*/ 5334000 w 5334000"/>
              <a:gd name="connsiteY4" fmla="*/ 2336800 h 2336800"/>
              <a:gd name="connisteX5" fmla="*/ 0 w 5334000"/>
              <a:gd name="connsiteY5" fmla="*/ 2336800 h 2336800"/>
              <a:gd name="connisteX6" fmla="*/ 0 w 5334000"/>
              <a:gd name="connsiteY6" fmla="*/ 20320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5334000" h="2336800">
                <a:moveTo>
                  <a:pt x="0" y="203200"/>
                </a:moveTo>
                <a:cubicBezTo>
                  <a:pt x="0" y="90976"/>
                  <a:pt x="90976" y="0"/>
                  <a:pt x="203200" y="0"/>
                </a:cubicBezTo>
                <a:lnTo>
                  <a:pt x="5130800" y="0"/>
                </a:lnTo>
                <a:cubicBezTo>
                  <a:pt x="5243024" y="0"/>
                  <a:pt x="5334000" y="90976"/>
                  <a:pt x="5334000" y="203200"/>
                </a:cubicBezTo>
                <a:lnTo>
                  <a:pt x="5334000" y="2336800"/>
                </a:lnTo>
                <a:lnTo>
                  <a:pt x="0" y="23368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4" name="文本占位符 13"/>
          <p:cNvSpPr>
            <a:spLocks noGrp="1"/>
          </p:cNvSpPr>
          <p:nvPr>
            <p:ph type="body" idx="16386" hasCustomPrompt="1"/>
            <p:custDataLst>
              <p:tags r:id="rId8"/>
            </p:custDataLst>
          </p:nvPr>
        </p:nvSpPr>
        <p:spPr>
          <a:xfrm>
            <a:off x="914400" y="41656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914400" y="4724400"/>
            <a:ext cx="47244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2" hasCustomPrompt="1"/>
            <p:custDataLst>
              <p:tags r:id="rId10"/>
            </p:custDataLst>
          </p:nvPr>
        </p:nvSpPr>
        <p:spPr>
          <a:xfrm>
            <a:off x="6248400" y="3860800"/>
            <a:ext cx="5334000" cy="2387600"/>
          </a:xfrm>
          <a:custGeom>
            <a:avLst/>
            <a:gdLst>
              <a:gd name="connisteX0" fmla="*/ 0 w 5334000"/>
              <a:gd name="connsiteY0" fmla="*/ 0 h 2387600"/>
              <a:gd name="connisteX1" fmla="*/ 5334000 w 5334000"/>
              <a:gd name="connsiteY1" fmla="*/ 0 h 2387600"/>
              <a:gd name="connisteX2" fmla="*/ 5334000 w 5334000"/>
              <a:gd name="connsiteY2" fmla="*/ 2184400 h 2387600"/>
              <a:gd name="connisteX3" fmla="*/ 5130800 w 5334000"/>
              <a:gd name="connsiteY3" fmla="*/ 2387600 h 2387600"/>
              <a:gd name="connisteX4" fmla="*/ 203200 w 5334000"/>
              <a:gd name="connsiteY4" fmla="*/ 2387600 h 2387600"/>
              <a:gd name="connisteX5" fmla="*/ 0 w 5334000"/>
              <a:gd name="connsiteY5" fmla="*/ 2184400 h 2387600"/>
              <a:gd name="connisteX6" fmla="*/ 0 w 5334000"/>
              <a:gd name="connsiteY6" fmla="*/ 0 h 238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5334000" h="2387600">
                <a:moveTo>
                  <a:pt x="0" y="0"/>
                </a:moveTo>
                <a:lnTo>
                  <a:pt x="5334000" y="0"/>
                </a:lnTo>
                <a:lnTo>
                  <a:pt x="5334000" y="2184400"/>
                </a:lnTo>
                <a:cubicBezTo>
                  <a:pt x="5334000" y="2296624"/>
                  <a:pt x="5243024" y="2387600"/>
                  <a:pt x="5130800" y="2387600"/>
                </a:cubicBezTo>
                <a:lnTo>
                  <a:pt x="203200" y="2387600"/>
                </a:lnTo>
                <a:cubicBezTo>
                  <a:pt x="90976" y="2387600"/>
                  <a:pt x="0" y="2296624"/>
                  <a:pt x="0" y="21844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图片占位符 16"/>
          <p:cNvSpPr>
            <a:spLocks noGrp="1"/>
          </p:cNvSpPr>
          <p:nvPr>
            <p:ph type="pic" idx="16393" hasCustomPrompt="1"/>
            <p:custDataLst>
              <p:tags r:id="rId11"/>
            </p:custDataLst>
          </p:nvPr>
        </p:nvSpPr>
        <p:spPr>
          <a:xfrm>
            <a:off x="6248400" y="1524000"/>
            <a:ext cx="5334000" cy="2336800"/>
          </a:xfrm>
          <a:custGeom>
            <a:avLst/>
            <a:gdLst>
              <a:gd name="connisteX0" fmla="*/ 0 w 5334000"/>
              <a:gd name="connsiteY0" fmla="*/ 203200 h 2336800"/>
              <a:gd name="connisteX1" fmla="*/ 203200 w 5334000"/>
              <a:gd name="connsiteY1" fmla="*/ 0 h 2336800"/>
              <a:gd name="connisteX2" fmla="*/ 5130800 w 5334000"/>
              <a:gd name="connsiteY2" fmla="*/ 0 h 2336800"/>
              <a:gd name="connisteX3" fmla="*/ 5334000 w 5334000"/>
              <a:gd name="connsiteY3" fmla="*/ 203200 h 2336800"/>
              <a:gd name="connisteX4" fmla="*/ 5334000 w 5334000"/>
              <a:gd name="connsiteY4" fmla="*/ 2336800 h 2336800"/>
              <a:gd name="connisteX5" fmla="*/ 0 w 5334000"/>
              <a:gd name="connsiteY5" fmla="*/ 2336800 h 2336800"/>
              <a:gd name="connisteX6" fmla="*/ 0 w 5334000"/>
              <a:gd name="connsiteY6" fmla="*/ 20320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5334000" h="2336800">
                <a:moveTo>
                  <a:pt x="0" y="203200"/>
                </a:moveTo>
                <a:cubicBezTo>
                  <a:pt x="0" y="90976"/>
                  <a:pt x="90976" y="0"/>
                  <a:pt x="203200" y="0"/>
                </a:cubicBezTo>
                <a:lnTo>
                  <a:pt x="5130800" y="0"/>
                </a:lnTo>
                <a:cubicBezTo>
                  <a:pt x="5243024" y="0"/>
                  <a:pt x="5334000" y="90976"/>
                  <a:pt x="5334000" y="203200"/>
                </a:cubicBezTo>
                <a:lnTo>
                  <a:pt x="5334000" y="2336800"/>
                </a:lnTo>
                <a:lnTo>
                  <a:pt x="0" y="23368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8" name="文本占位符 17"/>
          <p:cNvSpPr>
            <a:spLocks noGrp="1"/>
          </p:cNvSpPr>
          <p:nvPr>
            <p:ph type="body" idx="16388" hasCustomPrompt="1"/>
            <p:custDataLst>
              <p:tags r:id="rId12"/>
            </p:custDataLst>
          </p:nvPr>
        </p:nvSpPr>
        <p:spPr>
          <a:xfrm>
            <a:off x="6553200" y="41656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9" hasCustomPrompt="1"/>
            <p:custDataLst>
              <p:tags r:id="rId13"/>
            </p:custDataLst>
          </p:nvPr>
        </p:nvSpPr>
        <p:spPr>
          <a:xfrm>
            <a:off x="6553200" y="4724400"/>
            <a:ext cx="47244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正文页-26_3-2">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0" hasCustomPrompt="1"/>
            <p:custDataLst>
              <p:tags r:id="rId6"/>
            </p:custDataLst>
          </p:nvPr>
        </p:nvSpPr>
        <p:spPr>
          <a:xfrm>
            <a:off x="609600" y="4165600"/>
            <a:ext cx="5334000" cy="2082800"/>
          </a:xfrm>
          <a:custGeom>
            <a:avLst/>
            <a:gdLst>
              <a:gd name="connisteX0" fmla="*/ 0 w 5334000"/>
              <a:gd name="connsiteY0" fmla="*/ 0 h 2082800"/>
              <a:gd name="connisteX1" fmla="*/ 5334000 w 5334000"/>
              <a:gd name="connsiteY1" fmla="*/ 0 h 2082800"/>
              <a:gd name="connisteX2" fmla="*/ 5334000 w 5334000"/>
              <a:gd name="connsiteY2" fmla="*/ 1879600 h 2082800"/>
              <a:gd name="connisteX3" fmla="*/ 5130800 w 5334000"/>
              <a:gd name="connsiteY3" fmla="*/ 2082800 h 2082800"/>
              <a:gd name="connisteX4" fmla="*/ 203200 w 5334000"/>
              <a:gd name="connsiteY4" fmla="*/ 2082800 h 2082800"/>
              <a:gd name="connisteX5" fmla="*/ 0 w 5334000"/>
              <a:gd name="connsiteY5" fmla="*/ 1879600 h 2082800"/>
              <a:gd name="connisteX6" fmla="*/ 0 w 5334000"/>
              <a:gd name="connsiteY6" fmla="*/ 0 h 2082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5334000" h="2082800">
                <a:moveTo>
                  <a:pt x="0" y="0"/>
                </a:moveTo>
                <a:lnTo>
                  <a:pt x="5334000" y="0"/>
                </a:lnTo>
                <a:lnTo>
                  <a:pt x="5334000" y="1879600"/>
                </a:lnTo>
                <a:cubicBezTo>
                  <a:pt x="5334000" y="1991824"/>
                  <a:pt x="5243024" y="2082800"/>
                  <a:pt x="5130800" y="2082800"/>
                </a:cubicBezTo>
                <a:lnTo>
                  <a:pt x="203200" y="2082800"/>
                </a:lnTo>
                <a:cubicBezTo>
                  <a:pt x="90976" y="2082800"/>
                  <a:pt x="0" y="1991824"/>
                  <a:pt x="0" y="18796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图片占位符 12"/>
          <p:cNvSpPr>
            <a:spLocks noGrp="1"/>
          </p:cNvSpPr>
          <p:nvPr>
            <p:ph type="pic" idx="16391" hasCustomPrompt="1"/>
            <p:custDataLst>
              <p:tags r:id="rId7"/>
            </p:custDataLst>
          </p:nvPr>
        </p:nvSpPr>
        <p:spPr>
          <a:xfrm>
            <a:off x="609600" y="1524000"/>
            <a:ext cx="5334000" cy="2641600"/>
          </a:xfrm>
          <a:custGeom>
            <a:avLst/>
            <a:gdLst>
              <a:gd name="connisteX0" fmla="*/ 0 w 5334000"/>
              <a:gd name="connsiteY0" fmla="*/ 203200 h 2641600"/>
              <a:gd name="connisteX1" fmla="*/ 203200 w 5334000"/>
              <a:gd name="connsiteY1" fmla="*/ 0 h 2641600"/>
              <a:gd name="connisteX2" fmla="*/ 5130800 w 5334000"/>
              <a:gd name="connsiteY2" fmla="*/ 0 h 2641600"/>
              <a:gd name="connisteX3" fmla="*/ 5334000 w 5334000"/>
              <a:gd name="connsiteY3" fmla="*/ 203200 h 2641600"/>
              <a:gd name="connisteX4" fmla="*/ 5334000 w 5334000"/>
              <a:gd name="connsiteY4" fmla="*/ 2641600 h 2641600"/>
              <a:gd name="connisteX5" fmla="*/ 0 w 5334000"/>
              <a:gd name="connsiteY5" fmla="*/ 2641600 h 2641600"/>
              <a:gd name="connisteX6" fmla="*/ 0 w 5334000"/>
              <a:gd name="connsiteY6" fmla="*/ 203200 h 2641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5334000" h="2641600">
                <a:moveTo>
                  <a:pt x="0" y="203200"/>
                </a:moveTo>
                <a:cubicBezTo>
                  <a:pt x="0" y="90976"/>
                  <a:pt x="90976" y="0"/>
                  <a:pt x="203200" y="0"/>
                </a:cubicBezTo>
                <a:lnTo>
                  <a:pt x="5130800" y="0"/>
                </a:lnTo>
                <a:cubicBezTo>
                  <a:pt x="5243024" y="0"/>
                  <a:pt x="5334000" y="90976"/>
                  <a:pt x="5334000" y="203200"/>
                </a:cubicBezTo>
                <a:lnTo>
                  <a:pt x="5334000" y="2641600"/>
                </a:lnTo>
                <a:lnTo>
                  <a:pt x="0" y="26416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4" name="文本占位符 13"/>
          <p:cNvSpPr>
            <a:spLocks noGrp="1"/>
          </p:cNvSpPr>
          <p:nvPr>
            <p:ph type="body" idx="16386" hasCustomPrompt="1"/>
            <p:custDataLst>
              <p:tags r:id="rId8"/>
            </p:custDataLst>
          </p:nvPr>
        </p:nvSpPr>
        <p:spPr>
          <a:xfrm>
            <a:off x="914400" y="44704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914400" y="5029200"/>
            <a:ext cx="47244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2" hasCustomPrompt="1"/>
            <p:custDataLst>
              <p:tags r:id="rId10"/>
            </p:custDataLst>
          </p:nvPr>
        </p:nvSpPr>
        <p:spPr>
          <a:xfrm>
            <a:off x="6248400" y="1524000"/>
            <a:ext cx="5334000" cy="2082800"/>
          </a:xfrm>
          <a:custGeom>
            <a:avLst/>
            <a:gdLst>
              <a:gd name="connisteX0" fmla="*/ 0 w 5334000"/>
              <a:gd name="connsiteY0" fmla="*/ 203200 h 2082800"/>
              <a:gd name="connisteX1" fmla="*/ 203200 w 5334000"/>
              <a:gd name="connsiteY1" fmla="*/ 0 h 2082800"/>
              <a:gd name="connisteX2" fmla="*/ 5130800 w 5334000"/>
              <a:gd name="connsiteY2" fmla="*/ 0 h 2082800"/>
              <a:gd name="connisteX3" fmla="*/ 5334000 w 5334000"/>
              <a:gd name="connsiteY3" fmla="*/ 203200 h 2082800"/>
              <a:gd name="connisteX4" fmla="*/ 5334000 w 5334000"/>
              <a:gd name="connsiteY4" fmla="*/ 2082800 h 2082800"/>
              <a:gd name="connisteX5" fmla="*/ 0 w 5334000"/>
              <a:gd name="connsiteY5" fmla="*/ 2082800 h 2082800"/>
              <a:gd name="connisteX6" fmla="*/ 0 w 5334000"/>
              <a:gd name="connsiteY6" fmla="*/ 203200 h 2082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5334000" h="2082800">
                <a:moveTo>
                  <a:pt x="0" y="203200"/>
                </a:moveTo>
                <a:cubicBezTo>
                  <a:pt x="0" y="90976"/>
                  <a:pt x="90976" y="0"/>
                  <a:pt x="203200" y="0"/>
                </a:cubicBezTo>
                <a:lnTo>
                  <a:pt x="5130800" y="0"/>
                </a:lnTo>
                <a:cubicBezTo>
                  <a:pt x="5243024" y="0"/>
                  <a:pt x="5334000" y="90976"/>
                  <a:pt x="5334000" y="203200"/>
                </a:cubicBezTo>
                <a:lnTo>
                  <a:pt x="5334000" y="2082800"/>
                </a:lnTo>
                <a:lnTo>
                  <a:pt x="0" y="2082800"/>
                </a:ln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图片占位符 16"/>
          <p:cNvSpPr>
            <a:spLocks noGrp="1"/>
          </p:cNvSpPr>
          <p:nvPr>
            <p:ph type="pic" idx="16393" hasCustomPrompt="1"/>
            <p:custDataLst>
              <p:tags r:id="rId11"/>
            </p:custDataLst>
          </p:nvPr>
        </p:nvSpPr>
        <p:spPr>
          <a:xfrm>
            <a:off x="6248400" y="3606800"/>
            <a:ext cx="5334000" cy="2641600"/>
          </a:xfrm>
          <a:custGeom>
            <a:avLst/>
            <a:gdLst>
              <a:gd name="connisteX0" fmla="*/ 0 w 5334000"/>
              <a:gd name="connsiteY0" fmla="*/ 0 h 2641600"/>
              <a:gd name="connisteX1" fmla="*/ 5334000 w 5334000"/>
              <a:gd name="connsiteY1" fmla="*/ 0 h 2641600"/>
              <a:gd name="connisteX2" fmla="*/ 5334000 w 5334000"/>
              <a:gd name="connsiteY2" fmla="*/ 2438400 h 2641600"/>
              <a:gd name="connisteX3" fmla="*/ 5130800 w 5334000"/>
              <a:gd name="connsiteY3" fmla="*/ 2641600 h 2641600"/>
              <a:gd name="connisteX4" fmla="*/ 203200 w 5334000"/>
              <a:gd name="connsiteY4" fmla="*/ 2641600 h 2641600"/>
              <a:gd name="connisteX5" fmla="*/ 0 w 5334000"/>
              <a:gd name="connsiteY5" fmla="*/ 2438400 h 2641600"/>
              <a:gd name="connisteX6" fmla="*/ 0 w 5334000"/>
              <a:gd name="connsiteY6" fmla="*/ 0 h 2641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5334000" h="2641600">
                <a:moveTo>
                  <a:pt x="0" y="0"/>
                </a:moveTo>
                <a:lnTo>
                  <a:pt x="5334000" y="0"/>
                </a:lnTo>
                <a:lnTo>
                  <a:pt x="5334000" y="2438400"/>
                </a:lnTo>
                <a:cubicBezTo>
                  <a:pt x="5334000" y="2550624"/>
                  <a:pt x="5243024" y="2641600"/>
                  <a:pt x="5130800" y="2641600"/>
                </a:cubicBezTo>
                <a:lnTo>
                  <a:pt x="203200" y="2641600"/>
                </a:lnTo>
                <a:cubicBezTo>
                  <a:pt x="90976" y="2641600"/>
                  <a:pt x="0" y="2550624"/>
                  <a:pt x="0" y="2438400"/>
                </a:cubicBezTo>
                <a:lnTo>
                  <a:pt x="0" y="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8" name="文本占位符 17"/>
          <p:cNvSpPr>
            <a:spLocks noGrp="1"/>
          </p:cNvSpPr>
          <p:nvPr>
            <p:ph type="body" idx="16388" hasCustomPrompt="1"/>
            <p:custDataLst>
              <p:tags r:id="rId12"/>
            </p:custDataLst>
          </p:nvPr>
        </p:nvSpPr>
        <p:spPr>
          <a:xfrm>
            <a:off x="6553200" y="18288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9" hasCustomPrompt="1"/>
            <p:custDataLst>
              <p:tags r:id="rId13"/>
            </p:custDataLst>
          </p:nvPr>
        </p:nvSpPr>
        <p:spPr>
          <a:xfrm>
            <a:off x="6553200" y="2387600"/>
            <a:ext cx="47244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正文页-6_41-2">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63246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4" hasCustomPrompt="1"/>
            <p:custDataLst>
              <p:tags r:id="rId6"/>
            </p:custDataLst>
          </p:nvPr>
        </p:nvSpPr>
        <p:spPr>
          <a:xfrm>
            <a:off x="7543800" y="609600"/>
            <a:ext cx="4038600" cy="5638800"/>
          </a:xfrm>
          <a:custGeom>
            <a:avLst/>
            <a:gdLst>
              <a:gd name="connisteX0" fmla="*/ 0 w 4038600"/>
              <a:gd name="connsiteY0" fmla="*/ 203200 h 5638800"/>
              <a:gd name="connisteX1" fmla="*/ 203200 w 4038600"/>
              <a:gd name="connsiteY1" fmla="*/ 0 h 5638800"/>
              <a:gd name="connisteX2" fmla="*/ 3835400 w 4038600"/>
              <a:gd name="connsiteY2" fmla="*/ 0 h 5638800"/>
              <a:gd name="connisteX3" fmla="*/ 4038600 w 4038600"/>
              <a:gd name="connsiteY3" fmla="*/ 203200 h 5638800"/>
              <a:gd name="connisteX4" fmla="*/ 4038600 w 4038600"/>
              <a:gd name="connsiteY4" fmla="*/ 5435600 h 5638800"/>
              <a:gd name="connisteX5" fmla="*/ 3835400 w 4038600"/>
              <a:gd name="connsiteY5" fmla="*/ 5638800 h 5638800"/>
              <a:gd name="connisteX6" fmla="*/ 203200 w 4038600"/>
              <a:gd name="connsiteY6" fmla="*/ 5638800 h 5638800"/>
              <a:gd name="connisteX7" fmla="*/ 0 w 4038600"/>
              <a:gd name="connsiteY7" fmla="*/ 5435600 h 5638800"/>
              <a:gd name="connisteX8" fmla="*/ 0 w 4038600"/>
              <a:gd name="connsiteY8" fmla="*/ 203200 h 5638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4038600" h="5638800">
                <a:moveTo>
                  <a:pt x="0" y="203200"/>
                </a:moveTo>
                <a:cubicBezTo>
                  <a:pt x="0" y="90976"/>
                  <a:pt x="90976" y="0"/>
                  <a:pt x="203200" y="0"/>
                </a:cubicBezTo>
                <a:lnTo>
                  <a:pt x="3835400" y="0"/>
                </a:lnTo>
                <a:cubicBezTo>
                  <a:pt x="3947624" y="0"/>
                  <a:pt x="4038600" y="90976"/>
                  <a:pt x="4038600" y="203200"/>
                </a:cubicBezTo>
                <a:lnTo>
                  <a:pt x="4038600" y="5435600"/>
                </a:lnTo>
                <a:cubicBezTo>
                  <a:pt x="4038600" y="5547824"/>
                  <a:pt x="3947624" y="5638800"/>
                  <a:pt x="3835400" y="5638800"/>
                </a:cubicBezTo>
                <a:lnTo>
                  <a:pt x="203200" y="5638800"/>
                </a:lnTo>
                <a:cubicBezTo>
                  <a:pt x="90976" y="5638800"/>
                  <a:pt x="0" y="5547824"/>
                  <a:pt x="0" y="54356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装饰  2"/>
          <p:cNvSpPr>
            <a:spLocks noGrp="1"/>
          </p:cNvSpPr>
          <p:nvPr>
            <p:ph type="body" idx="16395" hasCustomPrompt="1"/>
            <p:custDataLst>
              <p:tags r:id="rId7"/>
            </p:custDataLst>
          </p:nvPr>
        </p:nvSpPr>
        <p:spPr>
          <a:xfrm>
            <a:off x="609600" y="19304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4" name="文本占位符 13"/>
          <p:cNvSpPr>
            <a:spLocks noGrp="1"/>
          </p:cNvSpPr>
          <p:nvPr>
            <p:ph type="body" idx="16386" hasCustomPrompt="1"/>
            <p:custDataLst>
              <p:tags r:id="rId8"/>
            </p:custDataLst>
          </p:nvPr>
        </p:nvSpPr>
        <p:spPr>
          <a:xfrm>
            <a:off x="762000" y="1930400"/>
            <a:ext cx="27813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5" name="文本占位符 14"/>
          <p:cNvSpPr>
            <a:spLocks noGrp="1"/>
          </p:cNvSpPr>
          <p:nvPr>
            <p:ph type="body" idx="16387" hasCustomPrompt="1"/>
            <p:custDataLst>
              <p:tags r:id="rId9"/>
            </p:custDataLst>
          </p:nvPr>
        </p:nvSpPr>
        <p:spPr>
          <a:xfrm>
            <a:off x="762000" y="2438400"/>
            <a:ext cx="27813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6" hasCustomPrompt="1"/>
            <p:custDataLst>
              <p:tags r:id="rId10"/>
            </p:custDataLst>
          </p:nvPr>
        </p:nvSpPr>
        <p:spPr>
          <a:xfrm>
            <a:off x="4000500" y="19304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88" hasCustomPrompt="1"/>
            <p:custDataLst>
              <p:tags r:id="rId11"/>
            </p:custDataLst>
          </p:nvPr>
        </p:nvSpPr>
        <p:spPr>
          <a:xfrm>
            <a:off x="4152900" y="1930400"/>
            <a:ext cx="27813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8" name="文本占位符 17"/>
          <p:cNvSpPr>
            <a:spLocks noGrp="1"/>
          </p:cNvSpPr>
          <p:nvPr>
            <p:ph type="body" idx="16389" hasCustomPrompt="1"/>
            <p:custDataLst>
              <p:tags r:id="rId12"/>
            </p:custDataLst>
          </p:nvPr>
        </p:nvSpPr>
        <p:spPr>
          <a:xfrm>
            <a:off x="4152900" y="2438400"/>
            <a:ext cx="27813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9" name="装饰  8"/>
          <p:cNvSpPr>
            <a:spLocks noGrp="1"/>
          </p:cNvSpPr>
          <p:nvPr>
            <p:ph type="body" idx="16397" hasCustomPrompt="1"/>
            <p:custDataLst>
              <p:tags r:id="rId13"/>
            </p:custDataLst>
          </p:nvPr>
        </p:nvSpPr>
        <p:spPr>
          <a:xfrm>
            <a:off x="609600" y="41148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0" name="文本占位符 19"/>
          <p:cNvSpPr>
            <a:spLocks noGrp="1"/>
          </p:cNvSpPr>
          <p:nvPr>
            <p:ph type="body" idx="16390" hasCustomPrompt="1"/>
            <p:custDataLst>
              <p:tags r:id="rId14"/>
            </p:custDataLst>
          </p:nvPr>
        </p:nvSpPr>
        <p:spPr>
          <a:xfrm>
            <a:off x="762000" y="4114800"/>
            <a:ext cx="27813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1" name="文本占位符 20"/>
          <p:cNvSpPr>
            <a:spLocks noGrp="1"/>
          </p:cNvSpPr>
          <p:nvPr>
            <p:ph type="body" idx="16391" hasCustomPrompt="1"/>
            <p:custDataLst>
              <p:tags r:id="rId15"/>
            </p:custDataLst>
          </p:nvPr>
        </p:nvSpPr>
        <p:spPr>
          <a:xfrm>
            <a:off x="762000" y="4622800"/>
            <a:ext cx="27813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2" name="装饰  1"/>
          <p:cNvSpPr>
            <a:spLocks noGrp="1"/>
          </p:cNvSpPr>
          <p:nvPr>
            <p:ph type="body" idx="16398" hasCustomPrompt="1"/>
            <p:custDataLst>
              <p:tags r:id="rId16"/>
            </p:custDataLst>
          </p:nvPr>
        </p:nvSpPr>
        <p:spPr>
          <a:xfrm>
            <a:off x="4000500" y="41148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3" name="文本占位符 22"/>
          <p:cNvSpPr>
            <a:spLocks noGrp="1"/>
          </p:cNvSpPr>
          <p:nvPr>
            <p:ph type="body" idx="16392" hasCustomPrompt="1"/>
            <p:custDataLst>
              <p:tags r:id="rId17"/>
            </p:custDataLst>
          </p:nvPr>
        </p:nvSpPr>
        <p:spPr>
          <a:xfrm>
            <a:off x="4152900" y="4114800"/>
            <a:ext cx="27813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4" name="文本占位符 23"/>
          <p:cNvSpPr>
            <a:spLocks noGrp="1"/>
          </p:cNvSpPr>
          <p:nvPr>
            <p:ph type="body" idx="16393" hasCustomPrompt="1"/>
            <p:custDataLst>
              <p:tags r:id="rId18"/>
            </p:custDataLst>
          </p:nvPr>
        </p:nvSpPr>
        <p:spPr>
          <a:xfrm>
            <a:off x="4152900" y="4622800"/>
            <a:ext cx="27813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正文页-10012_22-2">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4" hasCustomPrompt="1"/>
            <p:custDataLst>
              <p:tags r:id="rId6"/>
            </p:custDataLst>
          </p:nvPr>
        </p:nvSpPr>
        <p:spPr>
          <a:xfrm>
            <a:off x="609600" y="1524000"/>
            <a:ext cx="5486400" cy="4724400"/>
          </a:xfrm>
          <a:custGeom>
            <a:avLst/>
            <a:gdLst>
              <a:gd name="connisteX0" fmla="*/ 0 w 5486400"/>
              <a:gd name="connsiteY0" fmla="*/ 203200 h 4724400"/>
              <a:gd name="connisteX1" fmla="*/ 203200 w 5486400"/>
              <a:gd name="connsiteY1" fmla="*/ 0 h 4724400"/>
              <a:gd name="connisteX2" fmla="*/ 5283200 w 5486400"/>
              <a:gd name="connsiteY2" fmla="*/ 0 h 4724400"/>
              <a:gd name="connisteX3" fmla="*/ 5486400 w 5486400"/>
              <a:gd name="connsiteY3" fmla="*/ 203200 h 4724400"/>
              <a:gd name="connisteX4" fmla="*/ 5486400 w 5486400"/>
              <a:gd name="connsiteY4" fmla="*/ 4521200 h 4724400"/>
              <a:gd name="connisteX5" fmla="*/ 5283200 w 5486400"/>
              <a:gd name="connsiteY5" fmla="*/ 4724400 h 4724400"/>
              <a:gd name="connisteX6" fmla="*/ 203200 w 5486400"/>
              <a:gd name="connsiteY6" fmla="*/ 4724400 h 4724400"/>
              <a:gd name="connisteX7" fmla="*/ 0 w 5486400"/>
              <a:gd name="connsiteY7" fmla="*/ 4521200 h 4724400"/>
              <a:gd name="connisteX8" fmla="*/ 0 w 5486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486400" h="4724400">
                <a:moveTo>
                  <a:pt x="0" y="203200"/>
                </a:moveTo>
                <a:cubicBezTo>
                  <a:pt x="0" y="90976"/>
                  <a:pt x="90976" y="0"/>
                  <a:pt x="203200" y="0"/>
                </a:cubicBezTo>
                <a:lnTo>
                  <a:pt x="5283200" y="0"/>
                </a:lnTo>
                <a:cubicBezTo>
                  <a:pt x="5395424" y="0"/>
                  <a:pt x="5486400" y="90976"/>
                  <a:pt x="5486400" y="203200"/>
                </a:cubicBezTo>
                <a:lnTo>
                  <a:pt x="5486400" y="4521200"/>
                </a:lnTo>
                <a:cubicBezTo>
                  <a:pt x="5486400" y="4633424"/>
                  <a:pt x="5395424" y="4724400"/>
                  <a:pt x="5283200" y="4724400"/>
                </a:cubicBezTo>
                <a:lnTo>
                  <a:pt x="203200" y="4724400"/>
                </a:lnTo>
                <a:cubicBezTo>
                  <a:pt x="90976" y="4724400"/>
                  <a:pt x="0" y="4633424"/>
                  <a:pt x="0" y="4521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文本占位符 12"/>
          <p:cNvSpPr>
            <a:spLocks noGrp="1"/>
          </p:cNvSpPr>
          <p:nvPr>
            <p:ph type="body" idx="16386" hasCustomPrompt="1"/>
            <p:custDataLst>
              <p:tags r:id="rId7"/>
            </p:custDataLst>
          </p:nvPr>
        </p:nvSpPr>
        <p:spPr>
          <a:xfrm>
            <a:off x="6553200" y="18796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4" name="文本占位符 13"/>
          <p:cNvSpPr>
            <a:spLocks noGrp="1"/>
          </p:cNvSpPr>
          <p:nvPr>
            <p:ph type="body" idx="16387" hasCustomPrompt="1"/>
            <p:custDataLst>
              <p:tags r:id="rId8"/>
            </p:custDataLst>
          </p:nvPr>
        </p:nvSpPr>
        <p:spPr>
          <a:xfrm>
            <a:off x="6553200" y="2438400"/>
            <a:ext cx="22860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5" name="文本占位符 14"/>
          <p:cNvSpPr>
            <a:spLocks noGrp="1"/>
          </p:cNvSpPr>
          <p:nvPr>
            <p:ph type="body" idx="16388" hasCustomPrompt="1"/>
            <p:custDataLst>
              <p:tags r:id="rId9"/>
            </p:custDataLst>
          </p:nvPr>
        </p:nvSpPr>
        <p:spPr>
          <a:xfrm>
            <a:off x="9296400" y="18796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6" name="文本占位符 15"/>
          <p:cNvSpPr>
            <a:spLocks noGrp="1"/>
          </p:cNvSpPr>
          <p:nvPr>
            <p:ph type="body" idx="16389" hasCustomPrompt="1"/>
            <p:custDataLst>
              <p:tags r:id="rId10"/>
            </p:custDataLst>
          </p:nvPr>
        </p:nvSpPr>
        <p:spPr>
          <a:xfrm>
            <a:off x="9296400" y="2438400"/>
            <a:ext cx="22860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7" name="文本占位符 16"/>
          <p:cNvSpPr>
            <a:spLocks noGrp="1"/>
          </p:cNvSpPr>
          <p:nvPr>
            <p:ph type="body" idx="16390" hasCustomPrompt="1"/>
            <p:custDataLst>
              <p:tags r:id="rId11"/>
            </p:custDataLst>
          </p:nvPr>
        </p:nvSpPr>
        <p:spPr>
          <a:xfrm>
            <a:off x="6553200" y="41148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8" name="文本占位符 17"/>
          <p:cNvSpPr>
            <a:spLocks noGrp="1"/>
          </p:cNvSpPr>
          <p:nvPr>
            <p:ph type="body" idx="16391" hasCustomPrompt="1"/>
            <p:custDataLst>
              <p:tags r:id="rId12"/>
            </p:custDataLst>
          </p:nvPr>
        </p:nvSpPr>
        <p:spPr>
          <a:xfrm>
            <a:off x="6553200" y="4673600"/>
            <a:ext cx="22860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9" name="文本占位符 18"/>
          <p:cNvSpPr>
            <a:spLocks noGrp="1"/>
          </p:cNvSpPr>
          <p:nvPr>
            <p:ph type="body" idx="16392" hasCustomPrompt="1"/>
            <p:custDataLst>
              <p:tags r:id="rId13"/>
            </p:custDataLst>
          </p:nvPr>
        </p:nvSpPr>
        <p:spPr>
          <a:xfrm>
            <a:off x="9296400" y="41148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0" name="文本占位符 19"/>
          <p:cNvSpPr>
            <a:spLocks noGrp="1"/>
          </p:cNvSpPr>
          <p:nvPr>
            <p:ph type="body" idx="16393" hasCustomPrompt="1"/>
            <p:custDataLst>
              <p:tags r:id="rId14"/>
            </p:custDataLst>
          </p:nvPr>
        </p:nvSpPr>
        <p:spPr>
          <a:xfrm>
            <a:off x="9296400" y="4673600"/>
            <a:ext cx="22860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正文页-上图中标下内-装饰上-默认位置-并列-51_47_group1-2">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32258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2" hasCustomPrompt="1"/>
            <p:custDataLst>
              <p:tags r:id="rId6"/>
            </p:custDataLst>
          </p:nvPr>
        </p:nvSpPr>
        <p:spPr>
          <a:xfrm>
            <a:off x="609600" y="609600"/>
            <a:ext cx="10972800" cy="2082800"/>
          </a:xfrm>
          <a:custGeom>
            <a:avLst/>
            <a:gdLst>
              <a:gd name="connisteX0" fmla="*/ 0 w 10972800"/>
              <a:gd name="connsiteY0" fmla="*/ 203200 h 2082800"/>
              <a:gd name="connisteX1" fmla="*/ 203200 w 10972800"/>
              <a:gd name="connsiteY1" fmla="*/ 0 h 2082800"/>
              <a:gd name="connisteX2" fmla="*/ 10769600 w 10972800"/>
              <a:gd name="connsiteY2" fmla="*/ 0 h 2082800"/>
              <a:gd name="connisteX3" fmla="*/ 10972800 w 10972800"/>
              <a:gd name="connsiteY3" fmla="*/ 203200 h 2082800"/>
              <a:gd name="connisteX4" fmla="*/ 10972800 w 10972800"/>
              <a:gd name="connsiteY4" fmla="*/ 1879600 h 2082800"/>
              <a:gd name="connisteX5" fmla="*/ 10769600 w 10972800"/>
              <a:gd name="connsiteY5" fmla="*/ 2082800 h 2082800"/>
              <a:gd name="connisteX6" fmla="*/ 203200 w 10972800"/>
              <a:gd name="connsiteY6" fmla="*/ 2082800 h 2082800"/>
              <a:gd name="connisteX7" fmla="*/ 0 w 10972800"/>
              <a:gd name="connsiteY7" fmla="*/ 1879600 h 2082800"/>
              <a:gd name="connisteX8" fmla="*/ 0 w 10972800"/>
              <a:gd name="connsiteY8" fmla="*/ 203200 h 2082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2082800">
                <a:moveTo>
                  <a:pt x="0" y="203200"/>
                </a:moveTo>
                <a:cubicBezTo>
                  <a:pt x="0" y="90976"/>
                  <a:pt x="90976" y="0"/>
                  <a:pt x="203200" y="0"/>
                </a:cubicBezTo>
                <a:lnTo>
                  <a:pt x="10769600" y="0"/>
                </a:lnTo>
                <a:cubicBezTo>
                  <a:pt x="10881824" y="0"/>
                  <a:pt x="10972800" y="90976"/>
                  <a:pt x="10972800" y="203200"/>
                </a:cubicBezTo>
                <a:lnTo>
                  <a:pt x="10972800" y="1879600"/>
                </a:lnTo>
                <a:cubicBezTo>
                  <a:pt x="10972800" y="1991824"/>
                  <a:pt x="10881824" y="2082800"/>
                  <a:pt x="10769600" y="2082800"/>
                </a:cubicBezTo>
                <a:lnTo>
                  <a:pt x="203200" y="2082800"/>
                </a:lnTo>
                <a:cubicBezTo>
                  <a:pt x="90976" y="2082800"/>
                  <a:pt x="0" y="1991824"/>
                  <a:pt x="0" y="18796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装饰  2"/>
          <p:cNvSpPr>
            <a:spLocks noGrp="1"/>
          </p:cNvSpPr>
          <p:nvPr>
            <p:ph type="body" idx="16393" hasCustomPrompt="1"/>
            <p:custDataLst>
              <p:tags r:id="rId7"/>
            </p:custDataLst>
          </p:nvPr>
        </p:nvSpPr>
        <p:spPr>
          <a:xfrm>
            <a:off x="609600" y="4216400"/>
            <a:ext cx="50800" cy="2032000"/>
          </a:xfrm>
          <a:custGeom>
            <a:avLst/>
            <a:gdLst>
              <a:gd name="connisteX0" fmla="*/ 0 w 50800"/>
              <a:gd name="connsiteY0" fmla="*/ 25400 h 2032000"/>
              <a:gd name="connisteX1" fmla="*/ 25400 w 50800"/>
              <a:gd name="connsiteY1" fmla="*/ 0 h 2032000"/>
              <a:gd name="connisteX2" fmla="*/ 25400 w 50800"/>
              <a:gd name="connsiteY2" fmla="*/ 0 h 2032000"/>
              <a:gd name="connisteX3" fmla="*/ 50800 w 50800"/>
              <a:gd name="connsiteY3" fmla="*/ 25400 h 2032000"/>
              <a:gd name="connisteX4" fmla="*/ 50800 w 50800"/>
              <a:gd name="connsiteY4" fmla="*/ 2006600 h 2032000"/>
              <a:gd name="connisteX5" fmla="*/ 25400 w 50800"/>
              <a:gd name="connsiteY5" fmla="*/ 2032000 h 2032000"/>
              <a:gd name="connisteX6" fmla="*/ 25400 w 50800"/>
              <a:gd name="connsiteY6" fmla="*/ 2032000 h 2032000"/>
              <a:gd name="connisteX7" fmla="*/ 0 w 50800"/>
              <a:gd name="connsiteY7" fmla="*/ 2006600 h 2032000"/>
              <a:gd name="connisteX8" fmla="*/ 0 w 50800"/>
              <a:gd name="connsiteY8" fmla="*/ 254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2032000">
                <a:moveTo>
                  <a:pt x="0" y="25400"/>
                </a:moveTo>
                <a:cubicBezTo>
                  <a:pt x="0" y="11372"/>
                  <a:pt x="11372" y="0"/>
                  <a:pt x="25400" y="0"/>
                </a:cubicBezTo>
                <a:lnTo>
                  <a:pt x="25400" y="0"/>
                </a:lnTo>
                <a:cubicBezTo>
                  <a:pt x="39428" y="0"/>
                  <a:pt x="50800" y="11372"/>
                  <a:pt x="50800" y="25400"/>
                </a:cubicBezTo>
                <a:lnTo>
                  <a:pt x="50800" y="2006600"/>
                </a:lnTo>
                <a:cubicBezTo>
                  <a:pt x="50800" y="2020628"/>
                  <a:pt x="39428" y="2032000"/>
                  <a:pt x="25400" y="2032000"/>
                </a:cubicBezTo>
                <a:lnTo>
                  <a:pt x="25400" y="2032000"/>
                </a:lnTo>
                <a:cubicBezTo>
                  <a:pt x="11372" y="2032000"/>
                  <a:pt x="0" y="2020628"/>
                  <a:pt x="0" y="20066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4" name="文本占位符 13"/>
          <p:cNvSpPr>
            <a:spLocks noGrp="1"/>
          </p:cNvSpPr>
          <p:nvPr>
            <p:ph type="body" idx="16386" hasCustomPrompt="1"/>
            <p:custDataLst>
              <p:tags r:id="rId8"/>
            </p:custDataLst>
          </p:nvPr>
        </p:nvSpPr>
        <p:spPr>
          <a:xfrm>
            <a:off x="762000" y="42164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762000" y="4724400"/>
            <a:ext cx="30988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4" hasCustomPrompt="1"/>
            <p:custDataLst>
              <p:tags r:id="rId10"/>
            </p:custDataLst>
          </p:nvPr>
        </p:nvSpPr>
        <p:spPr>
          <a:xfrm>
            <a:off x="4470400" y="4216400"/>
            <a:ext cx="50800" cy="2032000"/>
          </a:xfrm>
          <a:custGeom>
            <a:avLst/>
            <a:gdLst>
              <a:gd name="connisteX0" fmla="*/ 0 w 50800"/>
              <a:gd name="connsiteY0" fmla="*/ 25400 h 2032000"/>
              <a:gd name="connisteX1" fmla="*/ 25400 w 50800"/>
              <a:gd name="connsiteY1" fmla="*/ 0 h 2032000"/>
              <a:gd name="connisteX2" fmla="*/ 25400 w 50800"/>
              <a:gd name="connsiteY2" fmla="*/ 0 h 2032000"/>
              <a:gd name="connisteX3" fmla="*/ 50800 w 50800"/>
              <a:gd name="connsiteY3" fmla="*/ 25400 h 2032000"/>
              <a:gd name="connisteX4" fmla="*/ 50800 w 50800"/>
              <a:gd name="connsiteY4" fmla="*/ 2006600 h 2032000"/>
              <a:gd name="connisteX5" fmla="*/ 25400 w 50800"/>
              <a:gd name="connsiteY5" fmla="*/ 2032000 h 2032000"/>
              <a:gd name="connisteX6" fmla="*/ 25400 w 50800"/>
              <a:gd name="connsiteY6" fmla="*/ 2032000 h 2032000"/>
              <a:gd name="connisteX7" fmla="*/ 0 w 50800"/>
              <a:gd name="connsiteY7" fmla="*/ 2006600 h 2032000"/>
              <a:gd name="connisteX8" fmla="*/ 0 w 50800"/>
              <a:gd name="connsiteY8" fmla="*/ 254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2032000">
                <a:moveTo>
                  <a:pt x="0" y="25400"/>
                </a:moveTo>
                <a:cubicBezTo>
                  <a:pt x="0" y="11372"/>
                  <a:pt x="11372" y="0"/>
                  <a:pt x="25400" y="0"/>
                </a:cubicBezTo>
                <a:lnTo>
                  <a:pt x="25400" y="0"/>
                </a:lnTo>
                <a:cubicBezTo>
                  <a:pt x="39428" y="0"/>
                  <a:pt x="50800" y="11372"/>
                  <a:pt x="50800" y="25400"/>
                </a:cubicBezTo>
                <a:lnTo>
                  <a:pt x="50800" y="2006600"/>
                </a:lnTo>
                <a:cubicBezTo>
                  <a:pt x="50800" y="2020628"/>
                  <a:pt x="39428" y="2032000"/>
                  <a:pt x="25400" y="2032000"/>
                </a:cubicBezTo>
                <a:lnTo>
                  <a:pt x="25400" y="2032000"/>
                </a:lnTo>
                <a:cubicBezTo>
                  <a:pt x="11372" y="2032000"/>
                  <a:pt x="0" y="2020628"/>
                  <a:pt x="0" y="20066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88" hasCustomPrompt="1"/>
            <p:custDataLst>
              <p:tags r:id="rId11"/>
            </p:custDataLst>
          </p:nvPr>
        </p:nvSpPr>
        <p:spPr>
          <a:xfrm>
            <a:off x="4622800" y="42164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8" name="文本占位符 17"/>
          <p:cNvSpPr>
            <a:spLocks noGrp="1"/>
          </p:cNvSpPr>
          <p:nvPr>
            <p:ph type="body" idx="16389" hasCustomPrompt="1"/>
            <p:custDataLst>
              <p:tags r:id="rId12"/>
            </p:custDataLst>
          </p:nvPr>
        </p:nvSpPr>
        <p:spPr>
          <a:xfrm>
            <a:off x="4622800" y="4724400"/>
            <a:ext cx="30988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9" name="装饰  8"/>
          <p:cNvSpPr>
            <a:spLocks noGrp="1"/>
          </p:cNvSpPr>
          <p:nvPr>
            <p:ph type="body" idx="16395" hasCustomPrompt="1"/>
            <p:custDataLst>
              <p:tags r:id="rId13"/>
            </p:custDataLst>
          </p:nvPr>
        </p:nvSpPr>
        <p:spPr>
          <a:xfrm>
            <a:off x="8331200" y="4216400"/>
            <a:ext cx="50800" cy="2032000"/>
          </a:xfrm>
          <a:custGeom>
            <a:avLst/>
            <a:gdLst>
              <a:gd name="connisteX0" fmla="*/ 0 w 50800"/>
              <a:gd name="connsiteY0" fmla="*/ 25400 h 2032000"/>
              <a:gd name="connisteX1" fmla="*/ 25400 w 50800"/>
              <a:gd name="connsiteY1" fmla="*/ 0 h 2032000"/>
              <a:gd name="connisteX2" fmla="*/ 25400 w 50800"/>
              <a:gd name="connsiteY2" fmla="*/ 0 h 2032000"/>
              <a:gd name="connisteX3" fmla="*/ 50800 w 50800"/>
              <a:gd name="connsiteY3" fmla="*/ 25400 h 2032000"/>
              <a:gd name="connisteX4" fmla="*/ 50800 w 50800"/>
              <a:gd name="connsiteY4" fmla="*/ 2006600 h 2032000"/>
              <a:gd name="connisteX5" fmla="*/ 25400 w 50800"/>
              <a:gd name="connsiteY5" fmla="*/ 2032000 h 2032000"/>
              <a:gd name="connisteX6" fmla="*/ 25400 w 50800"/>
              <a:gd name="connsiteY6" fmla="*/ 2032000 h 2032000"/>
              <a:gd name="connisteX7" fmla="*/ 0 w 50800"/>
              <a:gd name="connsiteY7" fmla="*/ 2006600 h 2032000"/>
              <a:gd name="connisteX8" fmla="*/ 0 w 50800"/>
              <a:gd name="connsiteY8" fmla="*/ 254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2032000">
                <a:moveTo>
                  <a:pt x="0" y="25400"/>
                </a:moveTo>
                <a:cubicBezTo>
                  <a:pt x="0" y="11372"/>
                  <a:pt x="11372" y="0"/>
                  <a:pt x="25400" y="0"/>
                </a:cubicBezTo>
                <a:lnTo>
                  <a:pt x="25400" y="0"/>
                </a:lnTo>
                <a:cubicBezTo>
                  <a:pt x="39428" y="0"/>
                  <a:pt x="50800" y="11372"/>
                  <a:pt x="50800" y="25400"/>
                </a:cubicBezTo>
                <a:lnTo>
                  <a:pt x="50800" y="2006600"/>
                </a:lnTo>
                <a:cubicBezTo>
                  <a:pt x="50800" y="2020628"/>
                  <a:pt x="39428" y="2032000"/>
                  <a:pt x="25400" y="2032000"/>
                </a:cubicBezTo>
                <a:lnTo>
                  <a:pt x="25400" y="2032000"/>
                </a:lnTo>
                <a:cubicBezTo>
                  <a:pt x="11372" y="2032000"/>
                  <a:pt x="0" y="2020628"/>
                  <a:pt x="0" y="20066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0" name="文本占位符 19"/>
          <p:cNvSpPr>
            <a:spLocks noGrp="1"/>
          </p:cNvSpPr>
          <p:nvPr>
            <p:ph type="body" idx="16390" hasCustomPrompt="1"/>
            <p:custDataLst>
              <p:tags r:id="rId14"/>
            </p:custDataLst>
          </p:nvPr>
        </p:nvSpPr>
        <p:spPr>
          <a:xfrm>
            <a:off x="8483600" y="42164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1" name="文本占位符 20"/>
          <p:cNvSpPr>
            <a:spLocks noGrp="1"/>
          </p:cNvSpPr>
          <p:nvPr>
            <p:ph type="body" idx="16391" hasCustomPrompt="1"/>
            <p:custDataLst>
              <p:tags r:id="rId15"/>
            </p:custDataLst>
          </p:nvPr>
        </p:nvSpPr>
        <p:spPr>
          <a:xfrm>
            <a:off x="8483600" y="4724400"/>
            <a:ext cx="30988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正文页-30_71-2">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5257800" y="533400"/>
            <a:ext cx="63246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0" hasCustomPrompt="1"/>
            <p:custDataLst>
              <p:tags r:id="rId6"/>
            </p:custDataLst>
          </p:nvPr>
        </p:nvSpPr>
        <p:spPr>
          <a:xfrm>
            <a:off x="609600" y="609600"/>
            <a:ext cx="4038600" cy="5638800"/>
          </a:xfrm>
          <a:custGeom>
            <a:avLst/>
            <a:gdLst>
              <a:gd name="connisteX0" fmla="*/ 0 w 4038600"/>
              <a:gd name="connsiteY0" fmla="*/ 203200 h 5638800"/>
              <a:gd name="connisteX1" fmla="*/ 203200 w 4038600"/>
              <a:gd name="connsiteY1" fmla="*/ 0 h 5638800"/>
              <a:gd name="connisteX2" fmla="*/ 3835400 w 4038600"/>
              <a:gd name="connsiteY2" fmla="*/ 0 h 5638800"/>
              <a:gd name="connisteX3" fmla="*/ 4038600 w 4038600"/>
              <a:gd name="connsiteY3" fmla="*/ 203200 h 5638800"/>
              <a:gd name="connisteX4" fmla="*/ 4038600 w 4038600"/>
              <a:gd name="connsiteY4" fmla="*/ 5435600 h 5638800"/>
              <a:gd name="connisteX5" fmla="*/ 3835400 w 4038600"/>
              <a:gd name="connsiteY5" fmla="*/ 5638800 h 5638800"/>
              <a:gd name="connisteX6" fmla="*/ 203200 w 4038600"/>
              <a:gd name="connsiteY6" fmla="*/ 5638800 h 5638800"/>
              <a:gd name="connisteX7" fmla="*/ 0 w 4038600"/>
              <a:gd name="connsiteY7" fmla="*/ 5435600 h 5638800"/>
              <a:gd name="connisteX8" fmla="*/ 0 w 4038600"/>
              <a:gd name="connsiteY8" fmla="*/ 203200 h 5638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4038600" h="5638800">
                <a:moveTo>
                  <a:pt x="0" y="203200"/>
                </a:moveTo>
                <a:cubicBezTo>
                  <a:pt x="0" y="90976"/>
                  <a:pt x="90976" y="0"/>
                  <a:pt x="203200" y="0"/>
                </a:cubicBezTo>
                <a:lnTo>
                  <a:pt x="3835400" y="0"/>
                </a:lnTo>
                <a:cubicBezTo>
                  <a:pt x="3947624" y="0"/>
                  <a:pt x="4038600" y="90976"/>
                  <a:pt x="4038600" y="203200"/>
                </a:cubicBezTo>
                <a:lnTo>
                  <a:pt x="4038600" y="5435600"/>
                </a:lnTo>
                <a:cubicBezTo>
                  <a:pt x="4038600" y="5547824"/>
                  <a:pt x="3947624" y="5638800"/>
                  <a:pt x="3835400" y="5638800"/>
                </a:cubicBezTo>
                <a:lnTo>
                  <a:pt x="203200" y="5638800"/>
                </a:lnTo>
                <a:cubicBezTo>
                  <a:pt x="90976" y="5638800"/>
                  <a:pt x="0" y="5547824"/>
                  <a:pt x="0" y="54356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装饰  2"/>
          <p:cNvSpPr>
            <a:spLocks noGrp="1"/>
          </p:cNvSpPr>
          <p:nvPr>
            <p:ph type="body" idx="16391" hasCustomPrompt="1"/>
            <p:custDataLst>
              <p:tags r:id="rId7"/>
            </p:custDataLst>
          </p:nvPr>
        </p:nvSpPr>
        <p:spPr>
          <a:xfrm>
            <a:off x="5257800" y="2794000"/>
            <a:ext cx="50800" cy="1422400"/>
          </a:xfrm>
          <a:custGeom>
            <a:avLst/>
            <a:gdLst>
              <a:gd name="connisteX0" fmla="*/ 0 w 50800"/>
              <a:gd name="connsiteY0" fmla="*/ 25400 h 1422400"/>
              <a:gd name="connisteX1" fmla="*/ 25400 w 50800"/>
              <a:gd name="connsiteY1" fmla="*/ 0 h 1422400"/>
              <a:gd name="connisteX2" fmla="*/ 25400 w 50800"/>
              <a:gd name="connsiteY2" fmla="*/ 0 h 1422400"/>
              <a:gd name="connisteX3" fmla="*/ 50800 w 50800"/>
              <a:gd name="connsiteY3" fmla="*/ 25400 h 1422400"/>
              <a:gd name="connisteX4" fmla="*/ 50800 w 50800"/>
              <a:gd name="connsiteY4" fmla="*/ 1397000 h 1422400"/>
              <a:gd name="connisteX5" fmla="*/ 25400 w 50800"/>
              <a:gd name="connsiteY5" fmla="*/ 1422400 h 1422400"/>
              <a:gd name="connisteX6" fmla="*/ 25400 w 50800"/>
              <a:gd name="connsiteY6" fmla="*/ 1422400 h 1422400"/>
              <a:gd name="connisteX7" fmla="*/ 0 w 50800"/>
              <a:gd name="connsiteY7" fmla="*/ 1397000 h 1422400"/>
              <a:gd name="connisteX8" fmla="*/ 0 w 50800"/>
              <a:gd name="connsiteY8" fmla="*/ 25400 h 142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422400">
                <a:moveTo>
                  <a:pt x="0" y="25400"/>
                </a:moveTo>
                <a:cubicBezTo>
                  <a:pt x="0" y="11372"/>
                  <a:pt x="11372" y="0"/>
                  <a:pt x="25400" y="0"/>
                </a:cubicBezTo>
                <a:lnTo>
                  <a:pt x="25400" y="0"/>
                </a:lnTo>
                <a:cubicBezTo>
                  <a:pt x="39428" y="0"/>
                  <a:pt x="50800" y="11372"/>
                  <a:pt x="50800" y="25400"/>
                </a:cubicBezTo>
                <a:lnTo>
                  <a:pt x="50800" y="1397000"/>
                </a:lnTo>
                <a:cubicBezTo>
                  <a:pt x="50800" y="1411028"/>
                  <a:pt x="39428" y="1422400"/>
                  <a:pt x="25400" y="1422400"/>
                </a:cubicBezTo>
                <a:lnTo>
                  <a:pt x="25400" y="1422400"/>
                </a:lnTo>
                <a:cubicBezTo>
                  <a:pt x="11372" y="1422400"/>
                  <a:pt x="0" y="1411028"/>
                  <a:pt x="0" y="13970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4" name="文本占位符 13"/>
          <p:cNvSpPr>
            <a:spLocks noGrp="1"/>
          </p:cNvSpPr>
          <p:nvPr>
            <p:ph type="body" idx="16386" hasCustomPrompt="1"/>
            <p:custDataLst>
              <p:tags r:id="rId8"/>
            </p:custDataLst>
          </p:nvPr>
        </p:nvSpPr>
        <p:spPr>
          <a:xfrm>
            <a:off x="5410200" y="2794000"/>
            <a:ext cx="6172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5410200" y="3302000"/>
            <a:ext cx="6172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2" hasCustomPrompt="1"/>
            <p:custDataLst>
              <p:tags r:id="rId10"/>
            </p:custDataLst>
          </p:nvPr>
        </p:nvSpPr>
        <p:spPr>
          <a:xfrm>
            <a:off x="5257800" y="4826000"/>
            <a:ext cx="50800" cy="1422400"/>
          </a:xfrm>
          <a:custGeom>
            <a:avLst/>
            <a:gdLst>
              <a:gd name="connisteX0" fmla="*/ 0 w 50800"/>
              <a:gd name="connsiteY0" fmla="*/ 25400 h 1422400"/>
              <a:gd name="connisteX1" fmla="*/ 25400 w 50800"/>
              <a:gd name="connsiteY1" fmla="*/ 0 h 1422400"/>
              <a:gd name="connisteX2" fmla="*/ 25400 w 50800"/>
              <a:gd name="connsiteY2" fmla="*/ 0 h 1422400"/>
              <a:gd name="connisteX3" fmla="*/ 50800 w 50800"/>
              <a:gd name="connsiteY3" fmla="*/ 25400 h 1422400"/>
              <a:gd name="connisteX4" fmla="*/ 50800 w 50800"/>
              <a:gd name="connsiteY4" fmla="*/ 1397000 h 1422400"/>
              <a:gd name="connisteX5" fmla="*/ 25400 w 50800"/>
              <a:gd name="connsiteY5" fmla="*/ 1422400 h 1422400"/>
              <a:gd name="connisteX6" fmla="*/ 25400 w 50800"/>
              <a:gd name="connsiteY6" fmla="*/ 1422400 h 1422400"/>
              <a:gd name="connisteX7" fmla="*/ 0 w 50800"/>
              <a:gd name="connsiteY7" fmla="*/ 1397000 h 1422400"/>
              <a:gd name="connisteX8" fmla="*/ 0 w 50800"/>
              <a:gd name="connsiteY8" fmla="*/ 25400 h 142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422400">
                <a:moveTo>
                  <a:pt x="0" y="25400"/>
                </a:moveTo>
                <a:cubicBezTo>
                  <a:pt x="0" y="11372"/>
                  <a:pt x="11372" y="0"/>
                  <a:pt x="25400" y="0"/>
                </a:cubicBezTo>
                <a:lnTo>
                  <a:pt x="25400" y="0"/>
                </a:lnTo>
                <a:cubicBezTo>
                  <a:pt x="39428" y="0"/>
                  <a:pt x="50800" y="11372"/>
                  <a:pt x="50800" y="25400"/>
                </a:cubicBezTo>
                <a:lnTo>
                  <a:pt x="50800" y="1397000"/>
                </a:lnTo>
                <a:cubicBezTo>
                  <a:pt x="50800" y="1411028"/>
                  <a:pt x="39428" y="1422400"/>
                  <a:pt x="25400" y="1422400"/>
                </a:cubicBezTo>
                <a:lnTo>
                  <a:pt x="25400" y="1422400"/>
                </a:lnTo>
                <a:cubicBezTo>
                  <a:pt x="11372" y="1422400"/>
                  <a:pt x="0" y="1411028"/>
                  <a:pt x="0" y="13970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88" hasCustomPrompt="1"/>
            <p:custDataLst>
              <p:tags r:id="rId11"/>
            </p:custDataLst>
          </p:nvPr>
        </p:nvSpPr>
        <p:spPr>
          <a:xfrm>
            <a:off x="5410200" y="4826000"/>
            <a:ext cx="6172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8" name="文本占位符 17"/>
          <p:cNvSpPr>
            <a:spLocks noGrp="1"/>
          </p:cNvSpPr>
          <p:nvPr>
            <p:ph type="body" idx="16389" hasCustomPrompt="1"/>
            <p:custDataLst>
              <p:tags r:id="rId12"/>
            </p:custDataLst>
          </p:nvPr>
        </p:nvSpPr>
        <p:spPr>
          <a:xfrm>
            <a:off x="5410200" y="5334000"/>
            <a:ext cx="6172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正文页-49_12-2">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5" hasCustomPrompt="1"/>
            <p:custDataLst>
              <p:tags r:id="rId6"/>
            </p:custDataLst>
          </p:nvPr>
        </p:nvSpPr>
        <p:spPr>
          <a:xfrm>
            <a:off x="1778000" y="2133600"/>
            <a:ext cx="914400" cy="914400"/>
          </a:xfrm>
          <a:custGeom>
            <a:avLst/>
            <a:gdLst>
              <a:gd name="connisteX0" fmla="*/ 0 w 914400"/>
              <a:gd name="connsiteY0" fmla="*/ 203200 h 914400"/>
              <a:gd name="connisteX1" fmla="*/ 203200 w 914400"/>
              <a:gd name="connsiteY1" fmla="*/ 0 h 914400"/>
              <a:gd name="connisteX2" fmla="*/ 711200 w 914400"/>
              <a:gd name="connsiteY2" fmla="*/ 0 h 914400"/>
              <a:gd name="connisteX3" fmla="*/ 914400 w 914400"/>
              <a:gd name="connsiteY3" fmla="*/ 203200 h 914400"/>
              <a:gd name="connisteX4" fmla="*/ 914400 w 914400"/>
              <a:gd name="connsiteY4" fmla="*/ 711200 h 914400"/>
              <a:gd name="connisteX5" fmla="*/ 711200 w 914400"/>
              <a:gd name="connsiteY5" fmla="*/ 914400 h 914400"/>
              <a:gd name="connisteX6" fmla="*/ 203200 w 914400"/>
              <a:gd name="connsiteY6" fmla="*/ 914400 h 914400"/>
              <a:gd name="connisteX7" fmla="*/ 0 w 914400"/>
              <a:gd name="connsiteY7" fmla="*/ 711200 h 914400"/>
              <a:gd name="connisteX8" fmla="*/ 0 w 914400"/>
              <a:gd name="connsiteY8" fmla="*/ 203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203200"/>
                </a:moveTo>
                <a:cubicBezTo>
                  <a:pt x="0" y="90976"/>
                  <a:pt x="90976" y="0"/>
                  <a:pt x="203200" y="0"/>
                </a:cubicBezTo>
                <a:lnTo>
                  <a:pt x="711200" y="0"/>
                </a:lnTo>
                <a:cubicBezTo>
                  <a:pt x="823424" y="0"/>
                  <a:pt x="914400" y="90976"/>
                  <a:pt x="914400" y="203200"/>
                </a:cubicBezTo>
                <a:lnTo>
                  <a:pt x="914400" y="711200"/>
                </a:lnTo>
                <a:cubicBezTo>
                  <a:pt x="914400" y="823424"/>
                  <a:pt x="823424" y="914400"/>
                  <a:pt x="711200" y="914400"/>
                </a:cubicBezTo>
                <a:lnTo>
                  <a:pt x="203200" y="914400"/>
                </a:lnTo>
                <a:cubicBezTo>
                  <a:pt x="90976" y="914400"/>
                  <a:pt x="0" y="823424"/>
                  <a:pt x="0" y="7112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文本占位符 12"/>
          <p:cNvSpPr>
            <a:spLocks noGrp="1"/>
          </p:cNvSpPr>
          <p:nvPr>
            <p:ph type="body" idx="16388" hasCustomPrompt="1"/>
            <p:custDataLst>
              <p:tags r:id="rId7"/>
            </p:custDataLst>
          </p:nvPr>
        </p:nvSpPr>
        <p:spPr>
          <a:xfrm>
            <a:off x="1962150" y="2362200"/>
            <a:ext cx="546100" cy="457200"/>
          </a:xfrm>
          <a:noFill/>
        </p:spPr>
        <p:txBody>
          <a:bodyPr wrap="none" lIns="0" tIns="0" rIns="0" bIns="0" anchor="ctr">
            <a:noAutofit/>
          </a:bodyPr>
          <a:lstStyle>
            <a:lvl1pPr marL="0" indent="0" algn="ctr">
              <a:lnSpc>
                <a:spcPct val="109000"/>
              </a:lnSpc>
              <a:spcBef>
                <a:spcPct val="0"/>
              </a:spcBef>
              <a:spcAft>
                <a:spcPct val="0"/>
              </a:spcAft>
              <a:buNone/>
              <a:defRPr sz="3600" b="0" spc="0">
                <a:solidFill>
                  <a:srgbClr val="FFFFFF"/>
                </a:solidFill>
              </a:defRPr>
            </a:lvl1pPr>
          </a:lstStyle>
          <a:p>
            <a:pPr lvl="0"/>
            <a:r>
              <a:rPr lang="zh-CN" altLang="en-US" smtClean="0"/>
              <a:t>01</a:t>
            </a:r>
            <a:endParaRPr lang="zh-CN" altLang="en-US" smtClean="0"/>
          </a:p>
        </p:txBody>
      </p:sp>
      <p:sp>
        <p:nvSpPr>
          <p:cNvPr id="14" name="文本占位符 13"/>
          <p:cNvSpPr>
            <a:spLocks noGrp="1"/>
          </p:cNvSpPr>
          <p:nvPr>
            <p:ph type="body" idx="16386" hasCustomPrompt="1"/>
            <p:custDataLst>
              <p:tags r:id="rId8"/>
            </p:custDataLst>
          </p:nvPr>
        </p:nvSpPr>
        <p:spPr>
          <a:xfrm>
            <a:off x="609600" y="3302000"/>
            <a:ext cx="32512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609600" y="3810000"/>
            <a:ext cx="3251200" cy="18288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6" hasCustomPrompt="1"/>
            <p:custDataLst>
              <p:tags r:id="rId10"/>
            </p:custDataLst>
          </p:nvPr>
        </p:nvSpPr>
        <p:spPr>
          <a:xfrm>
            <a:off x="5638800" y="2133600"/>
            <a:ext cx="914400" cy="914400"/>
          </a:xfrm>
          <a:custGeom>
            <a:avLst/>
            <a:gdLst>
              <a:gd name="connisteX0" fmla="*/ 0 w 914400"/>
              <a:gd name="connsiteY0" fmla="*/ 203200 h 914400"/>
              <a:gd name="connisteX1" fmla="*/ 203200 w 914400"/>
              <a:gd name="connsiteY1" fmla="*/ 0 h 914400"/>
              <a:gd name="connisteX2" fmla="*/ 711200 w 914400"/>
              <a:gd name="connsiteY2" fmla="*/ 0 h 914400"/>
              <a:gd name="connisteX3" fmla="*/ 914400 w 914400"/>
              <a:gd name="connsiteY3" fmla="*/ 203200 h 914400"/>
              <a:gd name="connisteX4" fmla="*/ 914400 w 914400"/>
              <a:gd name="connsiteY4" fmla="*/ 711200 h 914400"/>
              <a:gd name="connisteX5" fmla="*/ 711200 w 914400"/>
              <a:gd name="connsiteY5" fmla="*/ 914400 h 914400"/>
              <a:gd name="connisteX6" fmla="*/ 203200 w 914400"/>
              <a:gd name="connsiteY6" fmla="*/ 914400 h 914400"/>
              <a:gd name="connisteX7" fmla="*/ 0 w 914400"/>
              <a:gd name="connsiteY7" fmla="*/ 711200 h 914400"/>
              <a:gd name="connisteX8" fmla="*/ 0 w 914400"/>
              <a:gd name="connsiteY8" fmla="*/ 203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203200"/>
                </a:moveTo>
                <a:cubicBezTo>
                  <a:pt x="0" y="90976"/>
                  <a:pt x="90976" y="0"/>
                  <a:pt x="203200" y="0"/>
                </a:cubicBezTo>
                <a:lnTo>
                  <a:pt x="711200" y="0"/>
                </a:lnTo>
                <a:cubicBezTo>
                  <a:pt x="823424" y="0"/>
                  <a:pt x="914400" y="90976"/>
                  <a:pt x="914400" y="203200"/>
                </a:cubicBezTo>
                <a:lnTo>
                  <a:pt x="914400" y="711200"/>
                </a:lnTo>
                <a:cubicBezTo>
                  <a:pt x="914400" y="823424"/>
                  <a:pt x="823424" y="914400"/>
                  <a:pt x="711200" y="914400"/>
                </a:cubicBezTo>
                <a:lnTo>
                  <a:pt x="203200" y="914400"/>
                </a:lnTo>
                <a:cubicBezTo>
                  <a:pt x="90976" y="914400"/>
                  <a:pt x="0" y="823424"/>
                  <a:pt x="0" y="7112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91" hasCustomPrompt="1"/>
            <p:custDataLst>
              <p:tags r:id="rId11"/>
            </p:custDataLst>
          </p:nvPr>
        </p:nvSpPr>
        <p:spPr>
          <a:xfrm>
            <a:off x="5822950" y="2362200"/>
            <a:ext cx="546100" cy="457200"/>
          </a:xfrm>
          <a:noFill/>
        </p:spPr>
        <p:txBody>
          <a:bodyPr wrap="none" lIns="0" tIns="0" rIns="0" bIns="0" anchor="ctr">
            <a:noAutofit/>
          </a:bodyPr>
          <a:lstStyle>
            <a:lvl1pPr marL="0" indent="0" algn="ctr">
              <a:lnSpc>
                <a:spcPct val="109000"/>
              </a:lnSpc>
              <a:spcBef>
                <a:spcPct val="0"/>
              </a:spcBef>
              <a:spcAft>
                <a:spcPct val="0"/>
              </a:spcAft>
              <a:buNone/>
              <a:defRPr sz="3600" b="0" spc="0">
                <a:solidFill>
                  <a:srgbClr val="FFFFFF"/>
                </a:solidFill>
              </a:defRPr>
            </a:lvl1pPr>
          </a:lstStyle>
          <a:p>
            <a:pPr lvl="0"/>
            <a:r>
              <a:rPr lang="zh-CN" altLang="en-US" smtClean="0"/>
              <a:t>02</a:t>
            </a:r>
            <a:endParaRPr lang="zh-CN" altLang="en-US" smtClean="0"/>
          </a:p>
        </p:txBody>
      </p:sp>
      <p:sp>
        <p:nvSpPr>
          <p:cNvPr id="18" name="文本占位符 17"/>
          <p:cNvSpPr>
            <a:spLocks noGrp="1"/>
          </p:cNvSpPr>
          <p:nvPr>
            <p:ph type="body" idx="16389" hasCustomPrompt="1"/>
            <p:custDataLst>
              <p:tags r:id="rId12"/>
            </p:custDataLst>
          </p:nvPr>
        </p:nvSpPr>
        <p:spPr>
          <a:xfrm>
            <a:off x="4470400" y="3302000"/>
            <a:ext cx="32512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90" hasCustomPrompt="1"/>
            <p:custDataLst>
              <p:tags r:id="rId13"/>
            </p:custDataLst>
          </p:nvPr>
        </p:nvSpPr>
        <p:spPr>
          <a:xfrm>
            <a:off x="4470400" y="3810000"/>
            <a:ext cx="3251200" cy="18288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0" name="装饰  9"/>
          <p:cNvSpPr>
            <a:spLocks noGrp="1"/>
          </p:cNvSpPr>
          <p:nvPr>
            <p:ph type="body" idx="16397" hasCustomPrompt="1"/>
            <p:custDataLst>
              <p:tags r:id="rId14"/>
            </p:custDataLst>
          </p:nvPr>
        </p:nvSpPr>
        <p:spPr>
          <a:xfrm>
            <a:off x="9499600" y="2133600"/>
            <a:ext cx="914400" cy="914400"/>
          </a:xfrm>
          <a:custGeom>
            <a:avLst/>
            <a:gdLst>
              <a:gd name="connisteX0" fmla="*/ 0 w 914400"/>
              <a:gd name="connsiteY0" fmla="*/ 203200 h 914400"/>
              <a:gd name="connisteX1" fmla="*/ 203200 w 914400"/>
              <a:gd name="connsiteY1" fmla="*/ 0 h 914400"/>
              <a:gd name="connisteX2" fmla="*/ 711200 w 914400"/>
              <a:gd name="connsiteY2" fmla="*/ 0 h 914400"/>
              <a:gd name="connisteX3" fmla="*/ 914400 w 914400"/>
              <a:gd name="connsiteY3" fmla="*/ 203200 h 914400"/>
              <a:gd name="connisteX4" fmla="*/ 914400 w 914400"/>
              <a:gd name="connsiteY4" fmla="*/ 711200 h 914400"/>
              <a:gd name="connisteX5" fmla="*/ 711200 w 914400"/>
              <a:gd name="connsiteY5" fmla="*/ 914400 h 914400"/>
              <a:gd name="connisteX6" fmla="*/ 203200 w 914400"/>
              <a:gd name="connsiteY6" fmla="*/ 914400 h 914400"/>
              <a:gd name="connisteX7" fmla="*/ 0 w 914400"/>
              <a:gd name="connsiteY7" fmla="*/ 711200 h 914400"/>
              <a:gd name="connisteX8" fmla="*/ 0 w 914400"/>
              <a:gd name="connsiteY8" fmla="*/ 203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203200"/>
                </a:moveTo>
                <a:cubicBezTo>
                  <a:pt x="0" y="90976"/>
                  <a:pt x="90976" y="0"/>
                  <a:pt x="203200" y="0"/>
                </a:cubicBezTo>
                <a:lnTo>
                  <a:pt x="711200" y="0"/>
                </a:lnTo>
                <a:cubicBezTo>
                  <a:pt x="823424" y="0"/>
                  <a:pt x="914400" y="90976"/>
                  <a:pt x="914400" y="203200"/>
                </a:cubicBezTo>
                <a:lnTo>
                  <a:pt x="914400" y="711200"/>
                </a:lnTo>
                <a:cubicBezTo>
                  <a:pt x="914400" y="823424"/>
                  <a:pt x="823424" y="914400"/>
                  <a:pt x="711200" y="914400"/>
                </a:cubicBezTo>
                <a:lnTo>
                  <a:pt x="203200" y="914400"/>
                </a:lnTo>
                <a:cubicBezTo>
                  <a:pt x="90976" y="914400"/>
                  <a:pt x="0" y="823424"/>
                  <a:pt x="0" y="7112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文本占位符 20"/>
          <p:cNvSpPr>
            <a:spLocks noGrp="1"/>
          </p:cNvSpPr>
          <p:nvPr>
            <p:ph type="body" idx="16394" hasCustomPrompt="1"/>
            <p:custDataLst>
              <p:tags r:id="rId15"/>
            </p:custDataLst>
          </p:nvPr>
        </p:nvSpPr>
        <p:spPr>
          <a:xfrm>
            <a:off x="9683750" y="2362200"/>
            <a:ext cx="546100" cy="457200"/>
          </a:xfrm>
          <a:noFill/>
        </p:spPr>
        <p:txBody>
          <a:bodyPr wrap="none" lIns="0" tIns="0" rIns="0" bIns="0" anchor="ctr">
            <a:noAutofit/>
          </a:bodyPr>
          <a:lstStyle>
            <a:lvl1pPr marL="0" indent="0" algn="ctr">
              <a:lnSpc>
                <a:spcPct val="109000"/>
              </a:lnSpc>
              <a:spcBef>
                <a:spcPct val="0"/>
              </a:spcBef>
              <a:spcAft>
                <a:spcPct val="0"/>
              </a:spcAft>
              <a:buNone/>
              <a:defRPr sz="3600" b="0" spc="0">
                <a:solidFill>
                  <a:srgbClr val="FFFFFF"/>
                </a:solidFill>
              </a:defRPr>
            </a:lvl1pPr>
          </a:lstStyle>
          <a:p>
            <a:pPr lvl="0"/>
            <a:r>
              <a:rPr lang="zh-CN" altLang="en-US" smtClean="0"/>
              <a:t>03</a:t>
            </a:r>
            <a:endParaRPr lang="zh-CN" altLang="en-US" smtClean="0"/>
          </a:p>
        </p:txBody>
      </p:sp>
      <p:sp>
        <p:nvSpPr>
          <p:cNvPr id="22" name="文本占位符 21"/>
          <p:cNvSpPr>
            <a:spLocks noGrp="1"/>
          </p:cNvSpPr>
          <p:nvPr>
            <p:ph type="body" idx="16392" hasCustomPrompt="1"/>
            <p:custDataLst>
              <p:tags r:id="rId16"/>
            </p:custDataLst>
          </p:nvPr>
        </p:nvSpPr>
        <p:spPr>
          <a:xfrm>
            <a:off x="8331200" y="3302000"/>
            <a:ext cx="32512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3" name="文本占位符 22"/>
          <p:cNvSpPr>
            <a:spLocks noGrp="1"/>
          </p:cNvSpPr>
          <p:nvPr>
            <p:ph type="body" idx="16393" hasCustomPrompt="1"/>
            <p:custDataLst>
              <p:tags r:id="rId17"/>
            </p:custDataLst>
          </p:nvPr>
        </p:nvSpPr>
        <p:spPr>
          <a:xfrm>
            <a:off x="8331200" y="3810000"/>
            <a:ext cx="3251200" cy="18288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正文页-48_5-2">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0" hasCustomPrompt="1"/>
            <p:custDataLst>
              <p:tags r:id="rId6"/>
            </p:custDataLst>
          </p:nvPr>
        </p:nvSpPr>
        <p:spPr>
          <a:xfrm>
            <a:off x="609600" y="1524000"/>
            <a:ext cx="5334000" cy="4724400"/>
          </a:xfrm>
          <a:custGeom>
            <a:avLst/>
            <a:gdLst>
              <a:gd name="connisteX0" fmla="*/ 0 w 5334000"/>
              <a:gd name="connsiteY0" fmla="*/ 203200 h 4724400"/>
              <a:gd name="connisteX1" fmla="*/ 203200 w 5334000"/>
              <a:gd name="connsiteY1" fmla="*/ 0 h 4724400"/>
              <a:gd name="connisteX2" fmla="*/ 5130800 w 5334000"/>
              <a:gd name="connsiteY2" fmla="*/ 0 h 4724400"/>
              <a:gd name="connisteX3" fmla="*/ 5334000 w 5334000"/>
              <a:gd name="connsiteY3" fmla="*/ 203200 h 4724400"/>
              <a:gd name="connisteX4" fmla="*/ 5334000 w 5334000"/>
              <a:gd name="connsiteY4" fmla="*/ 4521200 h 4724400"/>
              <a:gd name="connisteX5" fmla="*/ 5130800 w 5334000"/>
              <a:gd name="connsiteY5" fmla="*/ 4724400 h 4724400"/>
              <a:gd name="connisteX6" fmla="*/ 203200 w 5334000"/>
              <a:gd name="connsiteY6" fmla="*/ 4724400 h 4724400"/>
              <a:gd name="connisteX7" fmla="*/ 0 w 5334000"/>
              <a:gd name="connsiteY7" fmla="*/ 4521200 h 4724400"/>
              <a:gd name="connisteX8" fmla="*/ 0 w 53340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4724400">
                <a:moveTo>
                  <a:pt x="0" y="203200"/>
                </a:moveTo>
                <a:cubicBezTo>
                  <a:pt x="0" y="90976"/>
                  <a:pt x="90976" y="0"/>
                  <a:pt x="203200" y="0"/>
                </a:cubicBezTo>
                <a:lnTo>
                  <a:pt x="5130800" y="0"/>
                </a:lnTo>
                <a:cubicBezTo>
                  <a:pt x="5243024" y="0"/>
                  <a:pt x="5334000" y="90976"/>
                  <a:pt x="5334000" y="203200"/>
                </a:cubicBezTo>
                <a:lnTo>
                  <a:pt x="5334000" y="4521200"/>
                </a:lnTo>
                <a:cubicBezTo>
                  <a:pt x="5334000" y="4633424"/>
                  <a:pt x="5243024" y="4724400"/>
                  <a:pt x="5130800" y="4724400"/>
                </a:cubicBezTo>
                <a:lnTo>
                  <a:pt x="203200" y="4724400"/>
                </a:lnTo>
                <a:cubicBezTo>
                  <a:pt x="90976" y="4724400"/>
                  <a:pt x="0" y="4633424"/>
                  <a:pt x="0" y="45212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图片占位符 12"/>
          <p:cNvSpPr>
            <a:spLocks noGrp="1"/>
          </p:cNvSpPr>
          <p:nvPr>
            <p:ph type="pic" idx="16391" hasCustomPrompt="1"/>
            <p:custDataLst>
              <p:tags r:id="rId7"/>
            </p:custDataLst>
          </p:nvPr>
        </p:nvSpPr>
        <p:spPr>
          <a:xfrm>
            <a:off x="914400" y="1828800"/>
            <a:ext cx="4724400" cy="1930400"/>
          </a:xfr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4" name="文本占位符 13"/>
          <p:cNvSpPr>
            <a:spLocks noGrp="1"/>
          </p:cNvSpPr>
          <p:nvPr>
            <p:ph type="body" idx="16386" hasCustomPrompt="1"/>
            <p:custDataLst>
              <p:tags r:id="rId8"/>
            </p:custDataLst>
          </p:nvPr>
        </p:nvSpPr>
        <p:spPr>
          <a:xfrm>
            <a:off x="914400" y="39624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914400" y="4419600"/>
            <a:ext cx="47244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2" hasCustomPrompt="1"/>
            <p:custDataLst>
              <p:tags r:id="rId10"/>
            </p:custDataLst>
          </p:nvPr>
        </p:nvSpPr>
        <p:spPr>
          <a:xfrm>
            <a:off x="6248400" y="1524000"/>
            <a:ext cx="5334000" cy="4724400"/>
          </a:xfrm>
          <a:custGeom>
            <a:avLst/>
            <a:gdLst>
              <a:gd name="connisteX0" fmla="*/ 0 w 5334000"/>
              <a:gd name="connsiteY0" fmla="*/ 203200 h 4724400"/>
              <a:gd name="connisteX1" fmla="*/ 203200 w 5334000"/>
              <a:gd name="connsiteY1" fmla="*/ 0 h 4724400"/>
              <a:gd name="connisteX2" fmla="*/ 5130800 w 5334000"/>
              <a:gd name="connsiteY2" fmla="*/ 0 h 4724400"/>
              <a:gd name="connisteX3" fmla="*/ 5334000 w 5334000"/>
              <a:gd name="connsiteY3" fmla="*/ 203200 h 4724400"/>
              <a:gd name="connisteX4" fmla="*/ 5334000 w 5334000"/>
              <a:gd name="connsiteY4" fmla="*/ 4521200 h 4724400"/>
              <a:gd name="connisteX5" fmla="*/ 5130800 w 5334000"/>
              <a:gd name="connsiteY5" fmla="*/ 4724400 h 4724400"/>
              <a:gd name="connisteX6" fmla="*/ 203200 w 5334000"/>
              <a:gd name="connsiteY6" fmla="*/ 4724400 h 4724400"/>
              <a:gd name="connisteX7" fmla="*/ 0 w 5334000"/>
              <a:gd name="connsiteY7" fmla="*/ 4521200 h 4724400"/>
              <a:gd name="connisteX8" fmla="*/ 0 w 53340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4724400">
                <a:moveTo>
                  <a:pt x="0" y="203200"/>
                </a:moveTo>
                <a:cubicBezTo>
                  <a:pt x="0" y="90976"/>
                  <a:pt x="90976" y="0"/>
                  <a:pt x="203200" y="0"/>
                </a:cubicBezTo>
                <a:lnTo>
                  <a:pt x="5130800" y="0"/>
                </a:lnTo>
                <a:cubicBezTo>
                  <a:pt x="5243024" y="0"/>
                  <a:pt x="5334000" y="90976"/>
                  <a:pt x="5334000" y="203200"/>
                </a:cubicBezTo>
                <a:lnTo>
                  <a:pt x="5334000" y="4521200"/>
                </a:lnTo>
                <a:cubicBezTo>
                  <a:pt x="5334000" y="4633424"/>
                  <a:pt x="5243024" y="4724400"/>
                  <a:pt x="5130800" y="4724400"/>
                </a:cubicBezTo>
                <a:lnTo>
                  <a:pt x="203200" y="4724400"/>
                </a:lnTo>
                <a:cubicBezTo>
                  <a:pt x="90976" y="4724400"/>
                  <a:pt x="0" y="4633424"/>
                  <a:pt x="0" y="45212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图片占位符 16"/>
          <p:cNvSpPr>
            <a:spLocks noGrp="1"/>
          </p:cNvSpPr>
          <p:nvPr>
            <p:ph type="pic" idx="16393" hasCustomPrompt="1"/>
            <p:custDataLst>
              <p:tags r:id="rId11"/>
            </p:custDataLst>
          </p:nvPr>
        </p:nvSpPr>
        <p:spPr>
          <a:xfrm>
            <a:off x="6553200" y="1828800"/>
            <a:ext cx="4724400" cy="1930400"/>
          </a:xfr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8" name="文本占位符 17"/>
          <p:cNvSpPr>
            <a:spLocks noGrp="1"/>
          </p:cNvSpPr>
          <p:nvPr>
            <p:ph type="body" idx="16388" hasCustomPrompt="1"/>
            <p:custDataLst>
              <p:tags r:id="rId12"/>
            </p:custDataLst>
          </p:nvPr>
        </p:nvSpPr>
        <p:spPr>
          <a:xfrm>
            <a:off x="6553200" y="39624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9" hasCustomPrompt="1"/>
            <p:custDataLst>
              <p:tags r:id="rId13"/>
            </p:custDataLst>
          </p:nvPr>
        </p:nvSpPr>
        <p:spPr>
          <a:xfrm>
            <a:off x="6553200" y="4419600"/>
            <a:ext cx="47244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正文页-27_30-2">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8" hasCustomPrompt="1"/>
            <p:custDataLst>
              <p:tags r:id="rId6"/>
            </p:custDataLst>
          </p:nvPr>
        </p:nvSpPr>
        <p:spPr>
          <a:xfrm>
            <a:off x="609600" y="1955800"/>
            <a:ext cx="1219200" cy="1219200"/>
          </a:xfrm>
          <a:custGeom>
            <a:avLst/>
            <a:gdLst>
              <a:gd name="connisteX0" fmla="*/ 0 w 1219200"/>
              <a:gd name="connsiteY0" fmla="*/ 304800 h 1219200"/>
              <a:gd name="connisteX1" fmla="*/ 304800 w 1219200"/>
              <a:gd name="connsiteY1" fmla="*/ 0 h 1219200"/>
              <a:gd name="connisteX2" fmla="*/ 914400 w 1219200"/>
              <a:gd name="connsiteY2" fmla="*/ 0 h 1219200"/>
              <a:gd name="connisteX3" fmla="*/ 1219200 w 1219200"/>
              <a:gd name="connsiteY3" fmla="*/ 304800 h 1219200"/>
              <a:gd name="connisteX4" fmla="*/ 1219200 w 1219200"/>
              <a:gd name="connsiteY4" fmla="*/ 914400 h 1219200"/>
              <a:gd name="connisteX5" fmla="*/ 914400 w 1219200"/>
              <a:gd name="connsiteY5" fmla="*/ 1219200 h 1219200"/>
              <a:gd name="connisteX6" fmla="*/ 304800 w 1219200"/>
              <a:gd name="connsiteY6" fmla="*/ 1219200 h 1219200"/>
              <a:gd name="connisteX7" fmla="*/ 0 w 1219200"/>
              <a:gd name="connsiteY7" fmla="*/ 914400 h 1219200"/>
              <a:gd name="connisteX8" fmla="*/ 0 w 1219200"/>
              <a:gd name="connsiteY8" fmla="*/ 3048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304800"/>
                </a:moveTo>
                <a:cubicBezTo>
                  <a:pt x="0" y="136464"/>
                  <a:pt x="136464" y="0"/>
                  <a:pt x="304800" y="0"/>
                </a:cubicBezTo>
                <a:lnTo>
                  <a:pt x="914400" y="0"/>
                </a:lnTo>
                <a:cubicBezTo>
                  <a:pt x="1082736" y="0"/>
                  <a:pt x="1219200" y="136464"/>
                  <a:pt x="1219200" y="304800"/>
                </a:cubicBezTo>
                <a:lnTo>
                  <a:pt x="1219200" y="914400"/>
                </a:lnTo>
                <a:cubicBezTo>
                  <a:pt x="1219200" y="1082736"/>
                  <a:pt x="1082736" y="1219200"/>
                  <a:pt x="914400" y="1219200"/>
                </a:cubicBezTo>
                <a:lnTo>
                  <a:pt x="304800" y="1219200"/>
                </a:lnTo>
                <a:cubicBezTo>
                  <a:pt x="136464" y="1219200"/>
                  <a:pt x="0" y="1082736"/>
                  <a:pt x="0" y="914400"/>
                </a:cubicBezTo>
                <a:lnTo>
                  <a:pt x="0" y="3048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文本占位符 12"/>
          <p:cNvSpPr>
            <a:spLocks noGrp="1"/>
          </p:cNvSpPr>
          <p:nvPr>
            <p:ph type="body" idx="16388" hasCustomPrompt="1"/>
            <p:custDataLst>
              <p:tags r:id="rId7"/>
            </p:custDataLst>
          </p:nvPr>
        </p:nvSpPr>
        <p:spPr>
          <a:xfrm>
            <a:off x="857250" y="2260600"/>
            <a:ext cx="723900" cy="609600"/>
          </a:xfrm>
          <a:noFill/>
        </p:spPr>
        <p:txBody>
          <a:bodyPr wrap="none" lIns="0" tIns="0" rIns="0" bIns="0" anchor="ctr">
            <a:noAutofit/>
          </a:bodyPr>
          <a:lstStyle>
            <a:lvl1pPr marL="0" indent="0" algn="ctr">
              <a:lnSpc>
                <a:spcPct val="109000"/>
              </a:lnSpc>
              <a:spcBef>
                <a:spcPct val="0"/>
              </a:spcBef>
              <a:spcAft>
                <a:spcPct val="0"/>
              </a:spcAft>
              <a:buNone/>
              <a:defRPr sz="4800" b="0" spc="0">
                <a:solidFill>
                  <a:srgbClr val="FFFFFF"/>
                </a:solidFill>
              </a:defRPr>
            </a:lvl1pPr>
          </a:lstStyle>
          <a:p>
            <a:pPr lvl="0"/>
            <a:r>
              <a:rPr lang="zh-CN" altLang="en-US" smtClean="0"/>
              <a:t>01</a:t>
            </a:r>
            <a:endParaRPr lang="zh-CN" altLang="en-US" smtClean="0"/>
          </a:p>
        </p:txBody>
      </p:sp>
      <p:sp>
        <p:nvSpPr>
          <p:cNvPr id="14" name="文本占位符 13"/>
          <p:cNvSpPr>
            <a:spLocks noGrp="1"/>
          </p:cNvSpPr>
          <p:nvPr>
            <p:ph type="body" idx="16386" hasCustomPrompt="1"/>
            <p:custDataLst>
              <p:tags r:id="rId8"/>
            </p:custDataLst>
          </p:nvPr>
        </p:nvSpPr>
        <p:spPr>
          <a:xfrm>
            <a:off x="609600" y="34798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5" name="文本占位符 14"/>
          <p:cNvSpPr>
            <a:spLocks noGrp="1"/>
          </p:cNvSpPr>
          <p:nvPr>
            <p:ph type="body" idx="16387" hasCustomPrompt="1"/>
            <p:custDataLst>
              <p:tags r:id="rId9"/>
            </p:custDataLst>
          </p:nvPr>
        </p:nvSpPr>
        <p:spPr>
          <a:xfrm>
            <a:off x="609600" y="3987800"/>
            <a:ext cx="22860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9" hasCustomPrompt="1"/>
            <p:custDataLst>
              <p:tags r:id="rId10"/>
            </p:custDataLst>
          </p:nvPr>
        </p:nvSpPr>
        <p:spPr>
          <a:xfrm>
            <a:off x="3505200" y="1955800"/>
            <a:ext cx="1219200" cy="1219200"/>
          </a:xfrm>
          <a:custGeom>
            <a:avLst/>
            <a:gdLst>
              <a:gd name="connisteX0" fmla="*/ 0 w 1219200"/>
              <a:gd name="connsiteY0" fmla="*/ 304800 h 1219200"/>
              <a:gd name="connisteX1" fmla="*/ 304800 w 1219200"/>
              <a:gd name="connsiteY1" fmla="*/ 0 h 1219200"/>
              <a:gd name="connisteX2" fmla="*/ 914400 w 1219200"/>
              <a:gd name="connsiteY2" fmla="*/ 0 h 1219200"/>
              <a:gd name="connisteX3" fmla="*/ 1219200 w 1219200"/>
              <a:gd name="connsiteY3" fmla="*/ 304800 h 1219200"/>
              <a:gd name="connisteX4" fmla="*/ 1219200 w 1219200"/>
              <a:gd name="connsiteY4" fmla="*/ 914400 h 1219200"/>
              <a:gd name="connisteX5" fmla="*/ 914400 w 1219200"/>
              <a:gd name="connsiteY5" fmla="*/ 1219200 h 1219200"/>
              <a:gd name="connisteX6" fmla="*/ 304800 w 1219200"/>
              <a:gd name="connsiteY6" fmla="*/ 1219200 h 1219200"/>
              <a:gd name="connisteX7" fmla="*/ 0 w 1219200"/>
              <a:gd name="connsiteY7" fmla="*/ 914400 h 1219200"/>
              <a:gd name="connisteX8" fmla="*/ 0 w 1219200"/>
              <a:gd name="connsiteY8" fmla="*/ 3048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304800"/>
                </a:moveTo>
                <a:cubicBezTo>
                  <a:pt x="0" y="136464"/>
                  <a:pt x="136464" y="0"/>
                  <a:pt x="304800" y="0"/>
                </a:cubicBezTo>
                <a:lnTo>
                  <a:pt x="914400" y="0"/>
                </a:lnTo>
                <a:cubicBezTo>
                  <a:pt x="1082736" y="0"/>
                  <a:pt x="1219200" y="136464"/>
                  <a:pt x="1219200" y="304800"/>
                </a:cubicBezTo>
                <a:lnTo>
                  <a:pt x="1219200" y="914400"/>
                </a:lnTo>
                <a:cubicBezTo>
                  <a:pt x="1219200" y="1082736"/>
                  <a:pt x="1082736" y="1219200"/>
                  <a:pt x="914400" y="1219200"/>
                </a:cubicBezTo>
                <a:lnTo>
                  <a:pt x="304800" y="1219200"/>
                </a:lnTo>
                <a:cubicBezTo>
                  <a:pt x="136464" y="1219200"/>
                  <a:pt x="0" y="1082736"/>
                  <a:pt x="0" y="914400"/>
                </a:cubicBezTo>
                <a:lnTo>
                  <a:pt x="0" y="3048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91" hasCustomPrompt="1"/>
            <p:custDataLst>
              <p:tags r:id="rId11"/>
            </p:custDataLst>
          </p:nvPr>
        </p:nvSpPr>
        <p:spPr>
          <a:xfrm>
            <a:off x="3752850" y="2260600"/>
            <a:ext cx="723900" cy="609600"/>
          </a:xfrm>
          <a:noFill/>
        </p:spPr>
        <p:txBody>
          <a:bodyPr wrap="none" lIns="0" tIns="0" rIns="0" bIns="0" anchor="ctr">
            <a:noAutofit/>
          </a:bodyPr>
          <a:lstStyle>
            <a:lvl1pPr marL="0" indent="0" algn="ctr">
              <a:lnSpc>
                <a:spcPct val="109000"/>
              </a:lnSpc>
              <a:spcBef>
                <a:spcPct val="0"/>
              </a:spcBef>
              <a:spcAft>
                <a:spcPct val="0"/>
              </a:spcAft>
              <a:buNone/>
              <a:defRPr sz="4800" b="0" spc="0">
                <a:solidFill>
                  <a:srgbClr val="FFFFFF"/>
                </a:solidFill>
              </a:defRPr>
            </a:lvl1pPr>
          </a:lstStyle>
          <a:p>
            <a:pPr lvl="0"/>
            <a:r>
              <a:rPr lang="zh-CN" altLang="en-US" smtClean="0"/>
              <a:t>02</a:t>
            </a:r>
            <a:endParaRPr lang="zh-CN" altLang="en-US" smtClean="0"/>
          </a:p>
        </p:txBody>
      </p:sp>
      <p:sp>
        <p:nvSpPr>
          <p:cNvPr id="18" name="文本占位符 17"/>
          <p:cNvSpPr>
            <a:spLocks noGrp="1"/>
          </p:cNvSpPr>
          <p:nvPr>
            <p:ph type="body" idx="16389" hasCustomPrompt="1"/>
            <p:custDataLst>
              <p:tags r:id="rId12"/>
            </p:custDataLst>
          </p:nvPr>
        </p:nvSpPr>
        <p:spPr>
          <a:xfrm>
            <a:off x="3505200" y="34798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9" name="文本占位符 18"/>
          <p:cNvSpPr>
            <a:spLocks noGrp="1"/>
          </p:cNvSpPr>
          <p:nvPr>
            <p:ph type="body" idx="16390" hasCustomPrompt="1"/>
            <p:custDataLst>
              <p:tags r:id="rId13"/>
            </p:custDataLst>
          </p:nvPr>
        </p:nvSpPr>
        <p:spPr>
          <a:xfrm>
            <a:off x="3505200" y="3987800"/>
            <a:ext cx="22860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0" name="装饰  9"/>
          <p:cNvSpPr>
            <a:spLocks noGrp="1"/>
          </p:cNvSpPr>
          <p:nvPr>
            <p:ph type="body" idx="16400" hasCustomPrompt="1"/>
            <p:custDataLst>
              <p:tags r:id="rId14"/>
            </p:custDataLst>
          </p:nvPr>
        </p:nvSpPr>
        <p:spPr>
          <a:xfrm>
            <a:off x="6400800" y="1955800"/>
            <a:ext cx="1219200" cy="1219200"/>
          </a:xfrm>
          <a:custGeom>
            <a:avLst/>
            <a:gdLst>
              <a:gd name="connisteX0" fmla="*/ 0 w 1219200"/>
              <a:gd name="connsiteY0" fmla="*/ 304800 h 1219200"/>
              <a:gd name="connisteX1" fmla="*/ 304800 w 1219200"/>
              <a:gd name="connsiteY1" fmla="*/ 0 h 1219200"/>
              <a:gd name="connisteX2" fmla="*/ 914400 w 1219200"/>
              <a:gd name="connsiteY2" fmla="*/ 0 h 1219200"/>
              <a:gd name="connisteX3" fmla="*/ 1219200 w 1219200"/>
              <a:gd name="connsiteY3" fmla="*/ 304800 h 1219200"/>
              <a:gd name="connisteX4" fmla="*/ 1219200 w 1219200"/>
              <a:gd name="connsiteY4" fmla="*/ 914400 h 1219200"/>
              <a:gd name="connisteX5" fmla="*/ 914400 w 1219200"/>
              <a:gd name="connsiteY5" fmla="*/ 1219200 h 1219200"/>
              <a:gd name="connisteX6" fmla="*/ 304800 w 1219200"/>
              <a:gd name="connsiteY6" fmla="*/ 1219200 h 1219200"/>
              <a:gd name="connisteX7" fmla="*/ 0 w 1219200"/>
              <a:gd name="connsiteY7" fmla="*/ 914400 h 1219200"/>
              <a:gd name="connisteX8" fmla="*/ 0 w 1219200"/>
              <a:gd name="connsiteY8" fmla="*/ 3048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304800"/>
                </a:moveTo>
                <a:cubicBezTo>
                  <a:pt x="0" y="136464"/>
                  <a:pt x="136464" y="0"/>
                  <a:pt x="304800" y="0"/>
                </a:cubicBezTo>
                <a:lnTo>
                  <a:pt x="914400" y="0"/>
                </a:lnTo>
                <a:cubicBezTo>
                  <a:pt x="1082736" y="0"/>
                  <a:pt x="1219200" y="136464"/>
                  <a:pt x="1219200" y="304800"/>
                </a:cubicBezTo>
                <a:lnTo>
                  <a:pt x="1219200" y="914400"/>
                </a:lnTo>
                <a:cubicBezTo>
                  <a:pt x="1219200" y="1082736"/>
                  <a:pt x="1082736" y="1219200"/>
                  <a:pt x="914400" y="1219200"/>
                </a:cubicBezTo>
                <a:lnTo>
                  <a:pt x="304800" y="1219200"/>
                </a:lnTo>
                <a:cubicBezTo>
                  <a:pt x="136464" y="1219200"/>
                  <a:pt x="0" y="1082736"/>
                  <a:pt x="0" y="914400"/>
                </a:cubicBezTo>
                <a:lnTo>
                  <a:pt x="0" y="3048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文本占位符 20"/>
          <p:cNvSpPr>
            <a:spLocks noGrp="1"/>
          </p:cNvSpPr>
          <p:nvPr>
            <p:ph type="body" idx="16394" hasCustomPrompt="1"/>
            <p:custDataLst>
              <p:tags r:id="rId15"/>
            </p:custDataLst>
          </p:nvPr>
        </p:nvSpPr>
        <p:spPr>
          <a:xfrm>
            <a:off x="6648450" y="2260600"/>
            <a:ext cx="723900" cy="609600"/>
          </a:xfrm>
          <a:noFill/>
        </p:spPr>
        <p:txBody>
          <a:bodyPr wrap="none" lIns="0" tIns="0" rIns="0" bIns="0" anchor="ctr">
            <a:noAutofit/>
          </a:bodyPr>
          <a:lstStyle>
            <a:lvl1pPr marL="0" indent="0" algn="ctr">
              <a:lnSpc>
                <a:spcPct val="109000"/>
              </a:lnSpc>
              <a:spcBef>
                <a:spcPct val="0"/>
              </a:spcBef>
              <a:spcAft>
                <a:spcPct val="0"/>
              </a:spcAft>
              <a:buNone/>
              <a:defRPr sz="4800" b="0" spc="0">
                <a:solidFill>
                  <a:srgbClr val="FFFFFF"/>
                </a:solidFill>
              </a:defRPr>
            </a:lvl1pPr>
          </a:lstStyle>
          <a:p>
            <a:pPr lvl="0"/>
            <a:r>
              <a:rPr lang="zh-CN" altLang="en-US" smtClean="0"/>
              <a:t>03</a:t>
            </a:r>
            <a:endParaRPr lang="zh-CN" altLang="en-US" smtClean="0"/>
          </a:p>
        </p:txBody>
      </p:sp>
      <p:sp>
        <p:nvSpPr>
          <p:cNvPr id="22" name="文本占位符 21"/>
          <p:cNvSpPr>
            <a:spLocks noGrp="1"/>
          </p:cNvSpPr>
          <p:nvPr>
            <p:ph type="body" idx="16392" hasCustomPrompt="1"/>
            <p:custDataLst>
              <p:tags r:id="rId16"/>
            </p:custDataLst>
          </p:nvPr>
        </p:nvSpPr>
        <p:spPr>
          <a:xfrm>
            <a:off x="6400800" y="34798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3" name="文本占位符 22"/>
          <p:cNvSpPr>
            <a:spLocks noGrp="1"/>
          </p:cNvSpPr>
          <p:nvPr>
            <p:ph type="body" idx="16393" hasCustomPrompt="1"/>
            <p:custDataLst>
              <p:tags r:id="rId17"/>
            </p:custDataLst>
          </p:nvPr>
        </p:nvSpPr>
        <p:spPr>
          <a:xfrm>
            <a:off x="6400800" y="3987800"/>
            <a:ext cx="22860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4" name="装饰  3"/>
          <p:cNvSpPr>
            <a:spLocks noGrp="1"/>
          </p:cNvSpPr>
          <p:nvPr>
            <p:ph type="body" idx="16401" hasCustomPrompt="1"/>
            <p:custDataLst>
              <p:tags r:id="rId18"/>
            </p:custDataLst>
          </p:nvPr>
        </p:nvSpPr>
        <p:spPr>
          <a:xfrm>
            <a:off x="9296400" y="1955800"/>
            <a:ext cx="1219200" cy="1219200"/>
          </a:xfrm>
          <a:custGeom>
            <a:avLst/>
            <a:gdLst>
              <a:gd name="connisteX0" fmla="*/ 0 w 1219200"/>
              <a:gd name="connsiteY0" fmla="*/ 304800 h 1219200"/>
              <a:gd name="connisteX1" fmla="*/ 304800 w 1219200"/>
              <a:gd name="connsiteY1" fmla="*/ 0 h 1219200"/>
              <a:gd name="connisteX2" fmla="*/ 914400 w 1219200"/>
              <a:gd name="connsiteY2" fmla="*/ 0 h 1219200"/>
              <a:gd name="connisteX3" fmla="*/ 1219200 w 1219200"/>
              <a:gd name="connsiteY3" fmla="*/ 304800 h 1219200"/>
              <a:gd name="connisteX4" fmla="*/ 1219200 w 1219200"/>
              <a:gd name="connsiteY4" fmla="*/ 914400 h 1219200"/>
              <a:gd name="connisteX5" fmla="*/ 914400 w 1219200"/>
              <a:gd name="connsiteY5" fmla="*/ 1219200 h 1219200"/>
              <a:gd name="connisteX6" fmla="*/ 304800 w 1219200"/>
              <a:gd name="connsiteY6" fmla="*/ 1219200 h 1219200"/>
              <a:gd name="connisteX7" fmla="*/ 0 w 1219200"/>
              <a:gd name="connsiteY7" fmla="*/ 914400 h 1219200"/>
              <a:gd name="connisteX8" fmla="*/ 0 w 1219200"/>
              <a:gd name="connsiteY8" fmla="*/ 3048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304800"/>
                </a:moveTo>
                <a:cubicBezTo>
                  <a:pt x="0" y="136464"/>
                  <a:pt x="136464" y="0"/>
                  <a:pt x="304800" y="0"/>
                </a:cubicBezTo>
                <a:lnTo>
                  <a:pt x="914400" y="0"/>
                </a:lnTo>
                <a:cubicBezTo>
                  <a:pt x="1082736" y="0"/>
                  <a:pt x="1219200" y="136464"/>
                  <a:pt x="1219200" y="304800"/>
                </a:cubicBezTo>
                <a:lnTo>
                  <a:pt x="1219200" y="914400"/>
                </a:lnTo>
                <a:cubicBezTo>
                  <a:pt x="1219200" y="1082736"/>
                  <a:pt x="1082736" y="1219200"/>
                  <a:pt x="914400" y="1219200"/>
                </a:cubicBezTo>
                <a:lnTo>
                  <a:pt x="304800" y="1219200"/>
                </a:lnTo>
                <a:cubicBezTo>
                  <a:pt x="136464" y="1219200"/>
                  <a:pt x="0" y="1082736"/>
                  <a:pt x="0" y="914400"/>
                </a:cubicBezTo>
                <a:lnTo>
                  <a:pt x="0" y="3048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5" name="文本占位符 24"/>
          <p:cNvSpPr>
            <a:spLocks noGrp="1"/>
          </p:cNvSpPr>
          <p:nvPr>
            <p:ph type="body" idx="16397" hasCustomPrompt="1"/>
            <p:custDataLst>
              <p:tags r:id="rId19"/>
            </p:custDataLst>
          </p:nvPr>
        </p:nvSpPr>
        <p:spPr>
          <a:xfrm>
            <a:off x="9544050" y="2260600"/>
            <a:ext cx="723900" cy="609600"/>
          </a:xfrm>
          <a:noFill/>
        </p:spPr>
        <p:txBody>
          <a:bodyPr wrap="none" lIns="0" tIns="0" rIns="0" bIns="0" anchor="ctr">
            <a:noAutofit/>
          </a:bodyPr>
          <a:lstStyle>
            <a:lvl1pPr marL="0" indent="0" algn="ctr">
              <a:lnSpc>
                <a:spcPct val="109000"/>
              </a:lnSpc>
              <a:spcBef>
                <a:spcPct val="0"/>
              </a:spcBef>
              <a:spcAft>
                <a:spcPct val="0"/>
              </a:spcAft>
              <a:buNone/>
              <a:defRPr sz="4800" b="0" spc="0">
                <a:solidFill>
                  <a:srgbClr val="FFFFFF"/>
                </a:solidFill>
              </a:defRPr>
            </a:lvl1pPr>
          </a:lstStyle>
          <a:p>
            <a:pPr lvl="0"/>
            <a:r>
              <a:rPr lang="zh-CN" altLang="en-US" smtClean="0"/>
              <a:t>04</a:t>
            </a:r>
            <a:endParaRPr lang="zh-CN" altLang="en-US" smtClean="0"/>
          </a:p>
        </p:txBody>
      </p:sp>
      <p:sp>
        <p:nvSpPr>
          <p:cNvPr id="26" name="文本占位符 25"/>
          <p:cNvSpPr>
            <a:spLocks noGrp="1"/>
          </p:cNvSpPr>
          <p:nvPr>
            <p:ph type="body" idx="16395" hasCustomPrompt="1"/>
            <p:custDataLst>
              <p:tags r:id="rId20"/>
            </p:custDataLst>
          </p:nvPr>
        </p:nvSpPr>
        <p:spPr>
          <a:xfrm>
            <a:off x="9296400" y="34798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7" name="文本占位符 26"/>
          <p:cNvSpPr>
            <a:spLocks noGrp="1"/>
          </p:cNvSpPr>
          <p:nvPr>
            <p:ph type="body" idx="16396" hasCustomPrompt="1"/>
            <p:custDataLst>
              <p:tags r:id="rId21"/>
            </p:custDataLst>
          </p:nvPr>
        </p:nvSpPr>
        <p:spPr>
          <a:xfrm>
            <a:off x="9296400" y="3987800"/>
            <a:ext cx="22860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正文页-10013_24-2">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4" hasCustomPrompt="1"/>
            <p:custDataLst>
              <p:tags r:id="rId6"/>
            </p:custDataLst>
          </p:nvPr>
        </p:nvSpPr>
        <p:spPr>
          <a:xfrm>
            <a:off x="609600" y="1524000"/>
            <a:ext cx="10972800" cy="1879600"/>
          </a:xfrm>
          <a:custGeom>
            <a:avLst/>
            <a:gdLst>
              <a:gd name="connisteX0" fmla="*/ 0 w 10972800"/>
              <a:gd name="connsiteY0" fmla="*/ 203200 h 1879600"/>
              <a:gd name="connisteX1" fmla="*/ 203200 w 10972800"/>
              <a:gd name="connsiteY1" fmla="*/ 0 h 1879600"/>
              <a:gd name="connisteX2" fmla="*/ 10769600 w 10972800"/>
              <a:gd name="connsiteY2" fmla="*/ 0 h 1879600"/>
              <a:gd name="connisteX3" fmla="*/ 10972800 w 10972800"/>
              <a:gd name="connsiteY3" fmla="*/ 203200 h 1879600"/>
              <a:gd name="connisteX4" fmla="*/ 10972800 w 10972800"/>
              <a:gd name="connsiteY4" fmla="*/ 1676400 h 1879600"/>
              <a:gd name="connisteX5" fmla="*/ 10769600 w 10972800"/>
              <a:gd name="connsiteY5" fmla="*/ 1879600 h 1879600"/>
              <a:gd name="connisteX6" fmla="*/ 203200 w 10972800"/>
              <a:gd name="connsiteY6" fmla="*/ 1879600 h 1879600"/>
              <a:gd name="connisteX7" fmla="*/ 0 w 10972800"/>
              <a:gd name="connsiteY7" fmla="*/ 1676400 h 1879600"/>
              <a:gd name="connisteX8" fmla="*/ 0 w 10972800"/>
              <a:gd name="connsiteY8" fmla="*/ 203200 h 1879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1879600">
                <a:moveTo>
                  <a:pt x="0" y="203200"/>
                </a:moveTo>
                <a:cubicBezTo>
                  <a:pt x="0" y="90976"/>
                  <a:pt x="90976" y="0"/>
                  <a:pt x="203200" y="0"/>
                </a:cubicBezTo>
                <a:lnTo>
                  <a:pt x="10769600" y="0"/>
                </a:lnTo>
                <a:cubicBezTo>
                  <a:pt x="10881824" y="0"/>
                  <a:pt x="10972800" y="90976"/>
                  <a:pt x="10972800" y="203200"/>
                </a:cubicBezTo>
                <a:lnTo>
                  <a:pt x="10972800" y="1676400"/>
                </a:lnTo>
                <a:cubicBezTo>
                  <a:pt x="10972800" y="1788624"/>
                  <a:pt x="10881824" y="1879600"/>
                  <a:pt x="10769600" y="1879600"/>
                </a:cubicBezTo>
                <a:lnTo>
                  <a:pt x="203200" y="1879600"/>
                </a:lnTo>
                <a:cubicBezTo>
                  <a:pt x="90976" y="1879600"/>
                  <a:pt x="0" y="1788624"/>
                  <a:pt x="0" y="16764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文本占位符 12"/>
          <p:cNvSpPr>
            <a:spLocks noGrp="1"/>
          </p:cNvSpPr>
          <p:nvPr>
            <p:ph type="body" idx="16386" hasCustomPrompt="1"/>
            <p:custDataLst>
              <p:tags r:id="rId7"/>
            </p:custDataLst>
          </p:nvPr>
        </p:nvSpPr>
        <p:spPr>
          <a:xfrm>
            <a:off x="609600" y="38608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4" name="文本占位符 13"/>
          <p:cNvSpPr>
            <a:spLocks noGrp="1"/>
          </p:cNvSpPr>
          <p:nvPr>
            <p:ph type="body" idx="16387" hasCustomPrompt="1"/>
            <p:custDataLst>
              <p:tags r:id="rId8"/>
            </p:custDataLst>
          </p:nvPr>
        </p:nvSpPr>
        <p:spPr>
          <a:xfrm>
            <a:off x="609600" y="4419600"/>
            <a:ext cx="22860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5" name="文本占位符 14"/>
          <p:cNvSpPr>
            <a:spLocks noGrp="1"/>
          </p:cNvSpPr>
          <p:nvPr>
            <p:ph type="body" idx="16388" hasCustomPrompt="1"/>
            <p:custDataLst>
              <p:tags r:id="rId9"/>
            </p:custDataLst>
          </p:nvPr>
        </p:nvSpPr>
        <p:spPr>
          <a:xfrm>
            <a:off x="3505200" y="38608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6" name="文本占位符 15"/>
          <p:cNvSpPr>
            <a:spLocks noGrp="1"/>
          </p:cNvSpPr>
          <p:nvPr>
            <p:ph type="body" idx="16389" hasCustomPrompt="1"/>
            <p:custDataLst>
              <p:tags r:id="rId10"/>
            </p:custDataLst>
          </p:nvPr>
        </p:nvSpPr>
        <p:spPr>
          <a:xfrm>
            <a:off x="3505200" y="4419600"/>
            <a:ext cx="22860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7" name="文本占位符 16"/>
          <p:cNvSpPr>
            <a:spLocks noGrp="1"/>
          </p:cNvSpPr>
          <p:nvPr>
            <p:ph type="body" idx="16390" hasCustomPrompt="1"/>
            <p:custDataLst>
              <p:tags r:id="rId11"/>
            </p:custDataLst>
          </p:nvPr>
        </p:nvSpPr>
        <p:spPr>
          <a:xfrm>
            <a:off x="6400800" y="38608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8" name="文本占位符 17"/>
          <p:cNvSpPr>
            <a:spLocks noGrp="1"/>
          </p:cNvSpPr>
          <p:nvPr>
            <p:ph type="body" idx="16391" hasCustomPrompt="1"/>
            <p:custDataLst>
              <p:tags r:id="rId12"/>
            </p:custDataLst>
          </p:nvPr>
        </p:nvSpPr>
        <p:spPr>
          <a:xfrm>
            <a:off x="6400800" y="4419600"/>
            <a:ext cx="22860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9" name="文本占位符 18"/>
          <p:cNvSpPr>
            <a:spLocks noGrp="1"/>
          </p:cNvSpPr>
          <p:nvPr>
            <p:ph type="body" idx="16392" hasCustomPrompt="1"/>
            <p:custDataLst>
              <p:tags r:id="rId13"/>
            </p:custDataLst>
          </p:nvPr>
        </p:nvSpPr>
        <p:spPr>
          <a:xfrm>
            <a:off x="9296400" y="38608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0" name="文本占位符 19"/>
          <p:cNvSpPr>
            <a:spLocks noGrp="1"/>
          </p:cNvSpPr>
          <p:nvPr>
            <p:ph type="body" idx="16393" hasCustomPrompt="1"/>
            <p:custDataLst>
              <p:tags r:id="rId14"/>
            </p:custDataLst>
          </p:nvPr>
        </p:nvSpPr>
        <p:spPr>
          <a:xfrm>
            <a:off x="9296400" y="4419600"/>
            <a:ext cx="22860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正文页-10004_22-2">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4" hasCustomPrompt="1"/>
            <p:custDataLst>
              <p:tags r:id="rId6"/>
            </p:custDataLst>
          </p:nvPr>
        </p:nvSpPr>
        <p:spPr>
          <a:xfrm>
            <a:off x="609600" y="1727200"/>
            <a:ext cx="2514600" cy="4318000"/>
          </a:xfrm>
          <a:custGeom>
            <a:avLst/>
            <a:gdLst>
              <a:gd name="connisteX0" fmla="*/ 0 w 2514600"/>
              <a:gd name="connsiteY0" fmla="*/ 203200 h 4318000"/>
              <a:gd name="connisteX1" fmla="*/ 203200 w 2514600"/>
              <a:gd name="connsiteY1" fmla="*/ 0 h 4318000"/>
              <a:gd name="connisteX2" fmla="*/ 2311400 w 2514600"/>
              <a:gd name="connsiteY2" fmla="*/ 0 h 4318000"/>
              <a:gd name="connisteX3" fmla="*/ 2514600 w 2514600"/>
              <a:gd name="connsiteY3" fmla="*/ 203200 h 4318000"/>
              <a:gd name="connisteX4" fmla="*/ 2514600 w 2514600"/>
              <a:gd name="connsiteY4" fmla="*/ 4114800 h 4318000"/>
              <a:gd name="connisteX5" fmla="*/ 2311400 w 2514600"/>
              <a:gd name="connsiteY5" fmla="*/ 4318000 h 4318000"/>
              <a:gd name="connisteX6" fmla="*/ 203200 w 2514600"/>
              <a:gd name="connsiteY6" fmla="*/ 4318000 h 4318000"/>
              <a:gd name="connisteX7" fmla="*/ 0 w 2514600"/>
              <a:gd name="connsiteY7" fmla="*/ 4114800 h 4318000"/>
              <a:gd name="connisteX8" fmla="*/ 0 w 2514600"/>
              <a:gd name="connsiteY8" fmla="*/ 203200 h 4318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14600" h="4318000">
                <a:moveTo>
                  <a:pt x="0" y="203200"/>
                </a:moveTo>
                <a:cubicBezTo>
                  <a:pt x="0" y="90976"/>
                  <a:pt x="90976" y="0"/>
                  <a:pt x="203200" y="0"/>
                </a:cubicBezTo>
                <a:lnTo>
                  <a:pt x="2311400" y="0"/>
                </a:lnTo>
                <a:cubicBezTo>
                  <a:pt x="2423624" y="0"/>
                  <a:pt x="2514600" y="90976"/>
                  <a:pt x="2514600" y="203200"/>
                </a:cubicBezTo>
                <a:lnTo>
                  <a:pt x="2514600" y="4114800"/>
                </a:lnTo>
                <a:cubicBezTo>
                  <a:pt x="2514600" y="4227024"/>
                  <a:pt x="2423624" y="4318000"/>
                  <a:pt x="2311400" y="4318000"/>
                </a:cubicBezTo>
                <a:lnTo>
                  <a:pt x="203200" y="4318000"/>
                </a:lnTo>
                <a:cubicBezTo>
                  <a:pt x="90976" y="4318000"/>
                  <a:pt x="0" y="4227024"/>
                  <a:pt x="0" y="41148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文本占位符 12"/>
          <p:cNvSpPr>
            <a:spLocks noGrp="1"/>
          </p:cNvSpPr>
          <p:nvPr>
            <p:ph type="body" idx="16386" hasCustomPrompt="1"/>
            <p:custDataLst>
              <p:tags r:id="rId7"/>
            </p:custDataLst>
          </p:nvPr>
        </p:nvSpPr>
        <p:spPr>
          <a:xfrm>
            <a:off x="914400" y="2387600"/>
            <a:ext cx="1905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4" name="文本占位符 13"/>
          <p:cNvSpPr>
            <a:spLocks noGrp="1"/>
          </p:cNvSpPr>
          <p:nvPr>
            <p:ph type="body" idx="16387" hasCustomPrompt="1"/>
            <p:custDataLst>
              <p:tags r:id="rId8"/>
            </p:custDataLst>
          </p:nvPr>
        </p:nvSpPr>
        <p:spPr>
          <a:xfrm>
            <a:off x="914400" y="2946400"/>
            <a:ext cx="1905000" cy="2438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5" name="装饰  4"/>
          <p:cNvSpPr>
            <a:spLocks noGrp="1"/>
          </p:cNvSpPr>
          <p:nvPr>
            <p:ph type="body" idx="16395" hasCustomPrompt="1"/>
            <p:custDataLst>
              <p:tags r:id="rId9"/>
            </p:custDataLst>
          </p:nvPr>
        </p:nvSpPr>
        <p:spPr>
          <a:xfrm>
            <a:off x="3429000" y="1727200"/>
            <a:ext cx="2514600" cy="4318000"/>
          </a:xfrm>
          <a:custGeom>
            <a:avLst/>
            <a:gdLst>
              <a:gd name="connisteX0" fmla="*/ 0 w 2514600"/>
              <a:gd name="connsiteY0" fmla="*/ 203200 h 4318000"/>
              <a:gd name="connisteX1" fmla="*/ 203200 w 2514600"/>
              <a:gd name="connsiteY1" fmla="*/ 0 h 4318000"/>
              <a:gd name="connisteX2" fmla="*/ 2311400 w 2514600"/>
              <a:gd name="connsiteY2" fmla="*/ 0 h 4318000"/>
              <a:gd name="connisteX3" fmla="*/ 2514600 w 2514600"/>
              <a:gd name="connsiteY3" fmla="*/ 203200 h 4318000"/>
              <a:gd name="connisteX4" fmla="*/ 2514600 w 2514600"/>
              <a:gd name="connsiteY4" fmla="*/ 4114800 h 4318000"/>
              <a:gd name="connisteX5" fmla="*/ 2311400 w 2514600"/>
              <a:gd name="connsiteY5" fmla="*/ 4318000 h 4318000"/>
              <a:gd name="connisteX6" fmla="*/ 203200 w 2514600"/>
              <a:gd name="connsiteY6" fmla="*/ 4318000 h 4318000"/>
              <a:gd name="connisteX7" fmla="*/ 0 w 2514600"/>
              <a:gd name="connsiteY7" fmla="*/ 4114800 h 4318000"/>
              <a:gd name="connisteX8" fmla="*/ 0 w 2514600"/>
              <a:gd name="connsiteY8" fmla="*/ 203200 h 4318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14600" h="4318000">
                <a:moveTo>
                  <a:pt x="0" y="203200"/>
                </a:moveTo>
                <a:cubicBezTo>
                  <a:pt x="0" y="90976"/>
                  <a:pt x="90976" y="0"/>
                  <a:pt x="203200" y="0"/>
                </a:cubicBezTo>
                <a:lnTo>
                  <a:pt x="2311400" y="0"/>
                </a:lnTo>
                <a:cubicBezTo>
                  <a:pt x="2423624" y="0"/>
                  <a:pt x="2514600" y="90976"/>
                  <a:pt x="2514600" y="203200"/>
                </a:cubicBezTo>
                <a:lnTo>
                  <a:pt x="2514600" y="4114800"/>
                </a:lnTo>
                <a:cubicBezTo>
                  <a:pt x="2514600" y="4227024"/>
                  <a:pt x="2423624" y="4318000"/>
                  <a:pt x="2311400" y="4318000"/>
                </a:cubicBezTo>
                <a:lnTo>
                  <a:pt x="203200" y="4318000"/>
                </a:lnTo>
                <a:cubicBezTo>
                  <a:pt x="90976" y="4318000"/>
                  <a:pt x="0" y="4227024"/>
                  <a:pt x="0" y="41148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6" name="文本占位符 15"/>
          <p:cNvSpPr>
            <a:spLocks noGrp="1"/>
          </p:cNvSpPr>
          <p:nvPr>
            <p:ph type="body" idx="16388" hasCustomPrompt="1"/>
            <p:custDataLst>
              <p:tags r:id="rId10"/>
            </p:custDataLst>
          </p:nvPr>
        </p:nvSpPr>
        <p:spPr>
          <a:xfrm>
            <a:off x="3733800" y="2387600"/>
            <a:ext cx="1905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7" name="文本占位符 16"/>
          <p:cNvSpPr>
            <a:spLocks noGrp="1"/>
          </p:cNvSpPr>
          <p:nvPr>
            <p:ph type="body" idx="16389" hasCustomPrompt="1"/>
            <p:custDataLst>
              <p:tags r:id="rId11"/>
            </p:custDataLst>
          </p:nvPr>
        </p:nvSpPr>
        <p:spPr>
          <a:xfrm>
            <a:off x="3733800" y="2946400"/>
            <a:ext cx="1905000" cy="2438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8" name="装饰  7"/>
          <p:cNvSpPr>
            <a:spLocks noGrp="1"/>
          </p:cNvSpPr>
          <p:nvPr>
            <p:ph type="body" idx="16396" hasCustomPrompt="1"/>
            <p:custDataLst>
              <p:tags r:id="rId12"/>
            </p:custDataLst>
          </p:nvPr>
        </p:nvSpPr>
        <p:spPr>
          <a:xfrm>
            <a:off x="6248400" y="1727200"/>
            <a:ext cx="2514600" cy="4318000"/>
          </a:xfrm>
          <a:custGeom>
            <a:avLst/>
            <a:gdLst>
              <a:gd name="connisteX0" fmla="*/ 0 w 2514600"/>
              <a:gd name="connsiteY0" fmla="*/ 203200 h 4318000"/>
              <a:gd name="connisteX1" fmla="*/ 203200 w 2514600"/>
              <a:gd name="connsiteY1" fmla="*/ 0 h 4318000"/>
              <a:gd name="connisteX2" fmla="*/ 2311400 w 2514600"/>
              <a:gd name="connsiteY2" fmla="*/ 0 h 4318000"/>
              <a:gd name="connisteX3" fmla="*/ 2514600 w 2514600"/>
              <a:gd name="connsiteY3" fmla="*/ 203200 h 4318000"/>
              <a:gd name="connisteX4" fmla="*/ 2514600 w 2514600"/>
              <a:gd name="connsiteY4" fmla="*/ 4114800 h 4318000"/>
              <a:gd name="connisteX5" fmla="*/ 2311400 w 2514600"/>
              <a:gd name="connsiteY5" fmla="*/ 4318000 h 4318000"/>
              <a:gd name="connisteX6" fmla="*/ 203200 w 2514600"/>
              <a:gd name="connsiteY6" fmla="*/ 4318000 h 4318000"/>
              <a:gd name="connisteX7" fmla="*/ 0 w 2514600"/>
              <a:gd name="connsiteY7" fmla="*/ 4114800 h 4318000"/>
              <a:gd name="connisteX8" fmla="*/ 0 w 2514600"/>
              <a:gd name="connsiteY8" fmla="*/ 203200 h 4318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14600" h="4318000">
                <a:moveTo>
                  <a:pt x="0" y="203200"/>
                </a:moveTo>
                <a:cubicBezTo>
                  <a:pt x="0" y="90976"/>
                  <a:pt x="90976" y="0"/>
                  <a:pt x="203200" y="0"/>
                </a:cubicBezTo>
                <a:lnTo>
                  <a:pt x="2311400" y="0"/>
                </a:lnTo>
                <a:cubicBezTo>
                  <a:pt x="2423624" y="0"/>
                  <a:pt x="2514600" y="90976"/>
                  <a:pt x="2514600" y="203200"/>
                </a:cubicBezTo>
                <a:lnTo>
                  <a:pt x="2514600" y="4114800"/>
                </a:lnTo>
                <a:cubicBezTo>
                  <a:pt x="2514600" y="4227024"/>
                  <a:pt x="2423624" y="4318000"/>
                  <a:pt x="2311400" y="4318000"/>
                </a:cubicBezTo>
                <a:lnTo>
                  <a:pt x="203200" y="4318000"/>
                </a:lnTo>
                <a:cubicBezTo>
                  <a:pt x="90976" y="4318000"/>
                  <a:pt x="0" y="4227024"/>
                  <a:pt x="0" y="41148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9" name="文本占位符 18"/>
          <p:cNvSpPr>
            <a:spLocks noGrp="1"/>
          </p:cNvSpPr>
          <p:nvPr>
            <p:ph type="body" idx="16390" hasCustomPrompt="1"/>
            <p:custDataLst>
              <p:tags r:id="rId13"/>
            </p:custDataLst>
          </p:nvPr>
        </p:nvSpPr>
        <p:spPr>
          <a:xfrm>
            <a:off x="6553200" y="2387600"/>
            <a:ext cx="1905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0" name="文本占位符 19"/>
          <p:cNvSpPr>
            <a:spLocks noGrp="1"/>
          </p:cNvSpPr>
          <p:nvPr>
            <p:ph type="body" idx="16391" hasCustomPrompt="1"/>
            <p:custDataLst>
              <p:tags r:id="rId14"/>
            </p:custDataLst>
          </p:nvPr>
        </p:nvSpPr>
        <p:spPr>
          <a:xfrm>
            <a:off x="6553200" y="2946400"/>
            <a:ext cx="1905000" cy="2438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1" name="装饰  0"/>
          <p:cNvSpPr>
            <a:spLocks noGrp="1"/>
          </p:cNvSpPr>
          <p:nvPr>
            <p:ph type="body" idx="16397" hasCustomPrompt="1"/>
            <p:custDataLst>
              <p:tags r:id="rId15"/>
            </p:custDataLst>
          </p:nvPr>
        </p:nvSpPr>
        <p:spPr>
          <a:xfrm>
            <a:off x="9067800" y="1727200"/>
            <a:ext cx="2514600" cy="4318000"/>
          </a:xfrm>
          <a:custGeom>
            <a:avLst/>
            <a:gdLst>
              <a:gd name="connisteX0" fmla="*/ 0 w 2514600"/>
              <a:gd name="connsiteY0" fmla="*/ 203200 h 4318000"/>
              <a:gd name="connisteX1" fmla="*/ 203200 w 2514600"/>
              <a:gd name="connsiteY1" fmla="*/ 0 h 4318000"/>
              <a:gd name="connisteX2" fmla="*/ 2311400 w 2514600"/>
              <a:gd name="connsiteY2" fmla="*/ 0 h 4318000"/>
              <a:gd name="connisteX3" fmla="*/ 2514600 w 2514600"/>
              <a:gd name="connsiteY3" fmla="*/ 203200 h 4318000"/>
              <a:gd name="connisteX4" fmla="*/ 2514600 w 2514600"/>
              <a:gd name="connsiteY4" fmla="*/ 4114800 h 4318000"/>
              <a:gd name="connisteX5" fmla="*/ 2311400 w 2514600"/>
              <a:gd name="connsiteY5" fmla="*/ 4318000 h 4318000"/>
              <a:gd name="connisteX6" fmla="*/ 203200 w 2514600"/>
              <a:gd name="connsiteY6" fmla="*/ 4318000 h 4318000"/>
              <a:gd name="connisteX7" fmla="*/ 0 w 2514600"/>
              <a:gd name="connsiteY7" fmla="*/ 4114800 h 4318000"/>
              <a:gd name="connisteX8" fmla="*/ 0 w 2514600"/>
              <a:gd name="connsiteY8" fmla="*/ 203200 h 4318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14600" h="4318000">
                <a:moveTo>
                  <a:pt x="0" y="203200"/>
                </a:moveTo>
                <a:cubicBezTo>
                  <a:pt x="0" y="90976"/>
                  <a:pt x="90976" y="0"/>
                  <a:pt x="203200" y="0"/>
                </a:cubicBezTo>
                <a:lnTo>
                  <a:pt x="2311400" y="0"/>
                </a:lnTo>
                <a:cubicBezTo>
                  <a:pt x="2423624" y="0"/>
                  <a:pt x="2514600" y="90976"/>
                  <a:pt x="2514600" y="203200"/>
                </a:cubicBezTo>
                <a:lnTo>
                  <a:pt x="2514600" y="4114800"/>
                </a:lnTo>
                <a:cubicBezTo>
                  <a:pt x="2514600" y="4227024"/>
                  <a:pt x="2423624" y="4318000"/>
                  <a:pt x="2311400" y="4318000"/>
                </a:cubicBezTo>
                <a:lnTo>
                  <a:pt x="203200" y="4318000"/>
                </a:lnTo>
                <a:cubicBezTo>
                  <a:pt x="90976" y="4318000"/>
                  <a:pt x="0" y="4227024"/>
                  <a:pt x="0" y="41148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2" name="文本占位符 21"/>
          <p:cNvSpPr>
            <a:spLocks noGrp="1"/>
          </p:cNvSpPr>
          <p:nvPr>
            <p:ph type="body" idx="16392" hasCustomPrompt="1"/>
            <p:custDataLst>
              <p:tags r:id="rId16"/>
            </p:custDataLst>
          </p:nvPr>
        </p:nvSpPr>
        <p:spPr>
          <a:xfrm>
            <a:off x="9372600" y="2387600"/>
            <a:ext cx="1905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3" name="文本占位符 22"/>
          <p:cNvSpPr>
            <a:spLocks noGrp="1"/>
          </p:cNvSpPr>
          <p:nvPr>
            <p:ph type="body" idx="16393" hasCustomPrompt="1"/>
            <p:custDataLst>
              <p:tags r:id="rId17"/>
            </p:custDataLst>
          </p:nvPr>
        </p:nvSpPr>
        <p:spPr>
          <a:xfrm>
            <a:off x="9372600" y="2946400"/>
            <a:ext cx="1905000" cy="2438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正文页-2_16-2">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2" hasCustomPrompt="1"/>
            <p:custDataLst>
              <p:tags r:id="rId6"/>
            </p:custDataLst>
          </p:nvPr>
        </p:nvSpPr>
        <p:spPr>
          <a:xfrm>
            <a:off x="609600" y="3860800"/>
            <a:ext cx="3454400" cy="2387600"/>
          </a:xfrm>
          <a:custGeom>
            <a:avLst/>
            <a:gdLst>
              <a:gd name="connisteX0" fmla="*/ 0 w 3454400"/>
              <a:gd name="connsiteY0" fmla="*/ 0 h 2387600"/>
              <a:gd name="connisteX1" fmla="*/ 3454400 w 3454400"/>
              <a:gd name="connsiteY1" fmla="*/ 0 h 2387600"/>
              <a:gd name="connisteX2" fmla="*/ 3454400 w 3454400"/>
              <a:gd name="connsiteY2" fmla="*/ 2184400 h 2387600"/>
              <a:gd name="connisteX3" fmla="*/ 3251200 w 3454400"/>
              <a:gd name="connsiteY3" fmla="*/ 2387600 h 2387600"/>
              <a:gd name="connisteX4" fmla="*/ 203200 w 3454400"/>
              <a:gd name="connsiteY4" fmla="*/ 2387600 h 2387600"/>
              <a:gd name="connisteX5" fmla="*/ 0 w 3454400"/>
              <a:gd name="connsiteY5" fmla="*/ 2184400 h 2387600"/>
              <a:gd name="connisteX6" fmla="*/ 0 w 3454400"/>
              <a:gd name="connsiteY6" fmla="*/ 0 h 238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387600">
                <a:moveTo>
                  <a:pt x="0" y="0"/>
                </a:moveTo>
                <a:lnTo>
                  <a:pt x="3454400" y="0"/>
                </a:lnTo>
                <a:lnTo>
                  <a:pt x="3454400" y="2184400"/>
                </a:lnTo>
                <a:cubicBezTo>
                  <a:pt x="3454400" y="2296624"/>
                  <a:pt x="3363424" y="2387600"/>
                  <a:pt x="3251200" y="2387600"/>
                </a:cubicBezTo>
                <a:lnTo>
                  <a:pt x="203200" y="2387600"/>
                </a:lnTo>
                <a:cubicBezTo>
                  <a:pt x="90976" y="2387600"/>
                  <a:pt x="0" y="2296624"/>
                  <a:pt x="0" y="21844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图片占位符 12"/>
          <p:cNvSpPr>
            <a:spLocks noGrp="1"/>
          </p:cNvSpPr>
          <p:nvPr>
            <p:ph type="pic" idx="16393" hasCustomPrompt="1"/>
            <p:custDataLst>
              <p:tags r:id="rId7"/>
            </p:custDataLst>
          </p:nvPr>
        </p:nvSpPr>
        <p:spPr>
          <a:xfrm>
            <a:off x="609600" y="1524000"/>
            <a:ext cx="3454400" cy="2336800"/>
          </a:xfrm>
          <a:custGeom>
            <a:avLst/>
            <a:gdLst>
              <a:gd name="connisteX0" fmla="*/ 0 w 3454400"/>
              <a:gd name="connsiteY0" fmla="*/ 203200 h 2336800"/>
              <a:gd name="connisteX1" fmla="*/ 203200 w 3454400"/>
              <a:gd name="connsiteY1" fmla="*/ 0 h 2336800"/>
              <a:gd name="connisteX2" fmla="*/ 3251200 w 3454400"/>
              <a:gd name="connsiteY2" fmla="*/ 0 h 2336800"/>
              <a:gd name="connisteX3" fmla="*/ 3454400 w 3454400"/>
              <a:gd name="connsiteY3" fmla="*/ 203200 h 2336800"/>
              <a:gd name="connisteX4" fmla="*/ 3454400 w 3454400"/>
              <a:gd name="connsiteY4" fmla="*/ 2336800 h 2336800"/>
              <a:gd name="connisteX5" fmla="*/ 0 w 3454400"/>
              <a:gd name="connsiteY5" fmla="*/ 2336800 h 2336800"/>
              <a:gd name="connisteX6" fmla="*/ 0 w 3454400"/>
              <a:gd name="connsiteY6" fmla="*/ 20320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336800">
                <a:moveTo>
                  <a:pt x="0" y="203200"/>
                </a:moveTo>
                <a:cubicBezTo>
                  <a:pt x="0" y="90976"/>
                  <a:pt x="90976" y="0"/>
                  <a:pt x="203200" y="0"/>
                </a:cubicBezTo>
                <a:lnTo>
                  <a:pt x="3251200" y="0"/>
                </a:lnTo>
                <a:cubicBezTo>
                  <a:pt x="3363424" y="0"/>
                  <a:pt x="3454400" y="90976"/>
                  <a:pt x="3454400" y="203200"/>
                </a:cubicBezTo>
                <a:lnTo>
                  <a:pt x="3454400" y="2336800"/>
                </a:lnTo>
                <a:lnTo>
                  <a:pt x="0" y="23368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4" name="文本占位符 13"/>
          <p:cNvSpPr>
            <a:spLocks noGrp="1"/>
          </p:cNvSpPr>
          <p:nvPr>
            <p:ph type="body" idx="16386" hasCustomPrompt="1"/>
            <p:custDataLst>
              <p:tags r:id="rId8"/>
            </p:custDataLst>
          </p:nvPr>
        </p:nvSpPr>
        <p:spPr>
          <a:xfrm>
            <a:off x="914400" y="41656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5" name="文本占位符 14"/>
          <p:cNvSpPr>
            <a:spLocks noGrp="1"/>
          </p:cNvSpPr>
          <p:nvPr>
            <p:ph type="body" idx="16387" hasCustomPrompt="1"/>
            <p:custDataLst>
              <p:tags r:id="rId9"/>
            </p:custDataLst>
          </p:nvPr>
        </p:nvSpPr>
        <p:spPr>
          <a:xfrm>
            <a:off x="914400" y="4724400"/>
            <a:ext cx="2844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4" hasCustomPrompt="1"/>
            <p:custDataLst>
              <p:tags r:id="rId10"/>
            </p:custDataLst>
          </p:nvPr>
        </p:nvSpPr>
        <p:spPr>
          <a:xfrm>
            <a:off x="4368800" y="3860800"/>
            <a:ext cx="3454400" cy="2387600"/>
          </a:xfrm>
          <a:custGeom>
            <a:avLst/>
            <a:gdLst>
              <a:gd name="connisteX0" fmla="*/ 0 w 3454400"/>
              <a:gd name="connsiteY0" fmla="*/ 0 h 2387600"/>
              <a:gd name="connisteX1" fmla="*/ 3454400 w 3454400"/>
              <a:gd name="connsiteY1" fmla="*/ 0 h 2387600"/>
              <a:gd name="connisteX2" fmla="*/ 3454400 w 3454400"/>
              <a:gd name="connsiteY2" fmla="*/ 2184400 h 2387600"/>
              <a:gd name="connisteX3" fmla="*/ 3251200 w 3454400"/>
              <a:gd name="connsiteY3" fmla="*/ 2387600 h 2387600"/>
              <a:gd name="connisteX4" fmla="*/ 203200 w 3454400"/>
              <a:gd name="connsiteY4" fmla="*/ 2387600 h 2387600"/>
              <a:gd name="connisteX5" fmla="*/ 0 w 3454400"/>
              <a:gd name="connsiteY5" fmla="*/ 2184400 h 2387600"/>
              <a:gd name="connisteX6" fmla="*/ 0 w 3454400"/>
              <a:gd name="connsiteY6" fmla="*/ 0 h 238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387600">
                <a:moveTo>
                  <a:pt x="0" y="0"/>
                </a:moveTo>
                <a:lnTo>
                  <a:pt x="3454400" y="0"/>
                </a:lnTo>
                <a:lnTo>
                  <a:pt x="3454400" y="2184400"/>
                </a:lnTo>
                <a:cubicBezTo>
                  <a:pt x="3454400" y="2296624"/>
                  <a:pt x="3363424" y="2387600"/>
                  <a:pt x="3251200" y="2387600"/>
                </a:cubicBezTo>
                <a:lnTo>
                  <a:pt x="203200" y="2387600"/>
                </a:lnTo>
                <a:cubicBezTo>
                  <a:pt x="90976" y="2387600"/>
                  <a:pt x="0" y="2296624"/>
                  <a:pt x="0" y="2184400"/>
                </a:cubicBezTo>
                <a:lnTo>
                  <a:pt x="0" y="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图片占位符 16"/>
          <p:cNvSpPr>
            <a:spLocks noGrp="1"/>
          </p:cNvSpPr>
          <p:nvPr>
            <p:ph type="pic" idx="16395" hasCustomPrompt="1"/>
            <p:custDataLst>
              <p:tags r:id="rId11"/>
            </p:custDataLst>
          </p:nvPr>
        </p:nvSpPr>
        <p:spPr>
          <a:xfrm>
            <a:off x="4368800" y="1524000"/>
            <a:ext cx="3454400" cy="2336800"/>
          </a:xfrm>
          <a:custGeom>
            <a:avLst/>
            <a:gdLst>
              <a:gd name="connisteX0" fmla="*/ 0 w 3454400"/>
              <a:gd name="connsiteY0" fmla="*/ 203200 h 2336800"/>
              <a:gd name="connisteX1" fmla="*/ 203200 w 3454400"/>
              <a:gd name="connsiteY1" fmla="*/ 0 h 2336800"/>
              <a:gd name="connisteX2" fmla="*/ 3251200 w 3454400"/>
              <a:gd name="connsiteY2" fmla="*/ 0 h 2336800"/>
              <a:gd name="connisteX3" fmla="*/ 3454400 w 3454400"/>
              <a:gd name="connsiteY3" fmla="*/ 203200 h 2336800"/>
              <a:gd name="connisteX4" fmla="*/ 3454400 w 3454400"/>
              <a:gd name="connsiteY4" fmla="*/ 2336800 h 2336800"/>
              <a:gd name="connisteX5" fmla="*/ 0 w 3454400"/>
              <a:gd name="connsiteY5" fmla="*/ 2336800 h 2336800"/>
              <a:gd name="connisteX6" fmla="*/ 0 w 3454400"/>
              <a:gd name="connsiteY6" fmla="*/ 20320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336800">
                <a:moveTo>
                  <a:pt x="0" y="203200"/>
                </a:moveTo>
                <a:cubicBezTo>
                  <a:pt x="0" y="90976"/>
                  <a:pt x="90976" y="0"/>
                  <a:pt x="203200" y="0"/>
                </a:cubicBezTo>
                <a:lnTo>
                  <a:pt x="3251200" y="0"/>
                </a:lnTo>
                <a:cubicBezTo>
                  <a:pt x="3363424" y="0"/>
                  <a:pt x="3454400" y="90976"/>
                  <a:pt x="3454400" y="203200"/>
                </a:cubicBezTo>
                <a:lnTo>
                  <a:pt x="3454400" y="2336800"/>
                </a:lnTo>
                <a:lnTo>
                  <a:pt x="0" y="23368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8" name="文本占位符 17"/>
          <p:cNvSpPr>
            <a:spLocks noGrp="1"/>
          </p:cNvSpPr>
          <p:nvPr>
            <p:ph type="body" idx="16388" hasCustomPrompt="1"/>
            <p:custDataLst>
              <p:tags r:id="rId12"/>
            </p:custDataLst>
          </p:nvPr>
        </p:nvSpPr>
        <p:spPr>
          <a:xfrm>
            <a:off x="4673600" y="41656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smtClean="0"/>
              <a:t>项标题</a:t>
            </a:r>
            <a:endParaRPr lang="zh-CN" altLang="en-US" smtClean="0"/>
          </a:p>
        </p:txBody>
      </p:sp>
      <p:sp>
        <p:nvSpPr>
          <p:cNvPr id="19" name="文本占位符 18"/>
          <p:cNvSpPr>
            <a:spLocks noGrp="1"/>
          </p:cNvSpPr>
          <p:nvPr>
            <p:ph type="body" idx="16389" hasCustomPrompt="1"/>
            <p:custDataLst>
              <p:tags r:id="rId13"/>
            </p:custDataLst>
          </p:nvPr>
        </p:nvSpPr>
        <p:spPr>
          <a:xfrm>
            <a:off x="4673600" y="4724400"/>
            <a:ext cx="2844800" cy="12192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smtClean="0"/>
              <a:t>单击此处添加项正文</a:t>
            </a:r>
            <a:endParaRPr lang="zh-CN" altLang="en-US" smtClean="0"/>
          </a:p>
        </p:txBody>
      </p:sp>
      <p:sp>
        <p:nvSpPr>
          <p:cNvPr id="20" name="装饰  9"/>
          <p:cNvSpPr>
            <a:spLocks noGrp="1"/>
          </p:cNvSpPr>
          <p:nvPr>
            <p:ph type="body" idx="16396" hasCustomPrompt="1"/>
            <p:custDataLst>
              <p:tags r:id="rId14"/>
            </p:custDataLst>
          </p:nvPr>
        </p:nvSpPr>
        <p:spPr>
          <a:xfrm>
            <a:off x="8128000" y="3860800"/>
            <a:ext cx="3454400" cy="2387600"/>
          </a:xfrm>
          <a:custGeom>
            <a:avLst/>
            <a:gdLst>
              <a:gd name="connisteX0" fmla="*/ 0 w 3454400"/>
              <a:gd name="connsiteY0" fmla="*/ 0 h 2387600"/>
              <a:gd name="connisteX1" fmla="*/ 3454400 w 3454400"/>
              <a:gd name="connsiteY1" fmla="*/ 0 h 2387600"/>
              <a:gd name="connisteX2" fmla="*/ 3454400 w 3454400"/>
              <a:gd name="connsiteY2" fmla="*/ 2184400 h 2387600"/>
              <a:gd name="connisteX3" fmla="*/ 3251200 w 3454400"/>
              <a:gd name="connsiteY3" fmla="*/ 2387600 h 2387600"/>
              <a:gd name="connisteX4" fmla="*/ 203200 w 3454400"/>
              <a:gd name="connsiteY4" fmla="*/ 2387600 h 2387600"/>
              <a:gd name="connisteX5" fmla="*/ 0 w 3454400"/>
              <a:gd name="connsiteY5" fmla="*/ 2184400 h 2387600"/>
              <a:gd name="connisteX6" fmla="*/ 0 w 3454400"/>
              <a:gd name="connsiteY6" fmla="*/ 0 h 238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387600">
                <a:moveTo>
                  <a:pt x="0" y="0"/>
                </a:moveTo>
                <a:lnTo>
                  <a:pt x="3454400" y="0"/>
                </a:lnTo>
                <a:lnTo>
                  <a:pt x="3454400" y="2184400"/>
                </a:lnTo>
                <a:cubicBezTo>
                  <a:pt x="3454400" y="2296624"/>
                  <a:pt x="3363424" y="2387600"/>
                  <a:pt x="3251200" y="2387600"/>
                </a:cubicBezTo>
                <a:lnTo>
                  <a:pt x="203200" y="2387600"/>
                </a:lnTo>
                <a:cubicBezTo>
                  <a:pt x="90976" y="2387600"/>
                  <a:pt x="0" y="2296624"/>
                  <a:pt x="0" y="21844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图片占位符 20"/>
          <p:cNvSpPr>
            <a:spLocks noGrp="1"/>
          </p:cNvSpPr>
          <p:nvPr>
            <p:ph type="pic" idx="16397" hasCustomPrompt="1"/>
            <p:custDataLst>
              <p:tags r:id="rId15"/>
            </p:custDataLst>
          </p:nvPr>
        </p:nvSpPr>
        <p:spPr>
          <a:xfrm>
            <a:off x="8128000" y="1524000"/>
            <a:ext cx="3454400" cy="2336800"/>
          </a:xfrm>
          <a:custGeom>
            <a:avLst/>
            <a:gdLst>
              <a:gd name="connisteX0" fmla="*/ 0 w 3454400"/>
              <a:gd name="connsiteY0" fmla="*/ 203200 h 2336800"/>
              <a:gd name="connisteX1" fmla="*/ 203200 w 3454400"/>
              <a:gd name="connsiteY1" fmla="*/ 0 h 2336800"/>
              <a:gd name="connisteX2" fmla="*/ 3251200 w 3454400"/>
              <a:gd name="connsiteY2" fmla="*/ 0 h 2336800"/>
              <a:gd name="connisteX3" fmla="*/ 3454400 w 3454400"/>
              <a:gd name="connsiteY3" fmla="*/ 203200 h 2336800"/>
              <a:gd name="connisteX4" fmla="*/ 3454400 w 3454400"/>
              <a:gd name="connsiteY4" fmla="*/ 2336800 h 2336800"/>
              <a:gd name="connisteX5" fmla="*/ 0 w 3454400"/>
              <a:gd name="connsiteY5" fmla="*/ 2336800 h 2336800"/>
              <a:gd name="connisteX6" fmla="*/ 0 w 3454400"/>
              <a:gd name="connsiteY6" fmla="*/ 20320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336800">
                <a:moveTo>
                  <a:pt x="0" y="203200"/>
                </a:moveTo>
                <a:cubicBezTo>
                  <a:pt x="0" y="90976"/>
                  <a:pt x="90976" y="0"/>
                  <a:pt x="203200" y="0"/>
                </a:cubicBezTo>
                <a:lnTo>
                  <a:pt x="3251200" y="0"/>
                </a:lnTo>
                <a:cubicBezTo>
                  <a:pt x="3363424" y="0"/>
                  <a:pt x="3454400" y="90976"/>
                  <a:pt x="3454400" y="203200"/>
                </a:cubicBezTo>
                <a:lnTo>
                  <a:pt x="3454400" y="2336800"/>
                </a:lnTo>
                <a:lnTo>
                  <a:pt x="0" y="23368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2" name="文本占位符 21"/>
          <p:cNvSpPr>
            <a:spLocks noGrp="1"/>
          </p:cNvSpPr>
          <p:nvPr>
            <p:ph type="body" idx="16390" hasCustomPrompt="1"/>
            <p:custDataLst>
              <p:tags r:id="rId16"/>
            </p:custDataLst>
          </p:nvPr>
        </p:nvSpPr>
        <p:spPr>
          <a:xfrm>
            <a:off x="8432800" y="41656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3" name="文本占位符 22"/>
          <p:cNvSpPr>
            <a:spLocks noGrp="1"/>
          </p:cNvSpPr>
          <p:nvPr>
            <p:ph type="body" idx="16391" hasCustomPrompt="1"/>
            <p:custDataLst>
              <p:tags r:id="rId17"/>
            </p:custDataLst>
          </p:nvPr>
        </p:nvSpPr>
        <p:spPr>
          <a:xfrm>
            <a:off x="8432800" y="4724400"/>
            <a:ext cx="2844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正文页-62_10-2">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3429000" cy="12192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0" hasCustomPrompt="1"/>
            <p:custDataLst>
              <p:tags r:id="rId6"/>
            </p:custDataLst>
          </p:nvPr>
        </p:nvSpPr>
        <p:spPr>
          <a:xfrm>
            <a:off x="609600" y="2794000"/>
            <a:ext cx="10972800" cy="3454400"/>
          </a:xfrm>
          <a:custGeom>
            <a:avLst/>
            <a:gdLst>
              <a:gd name="connisteX0" fmla="*/ 0 w 10972800"/>
              <a:gd name="connsiteY0" fmla="*/ 203200 h 3454400"/>
              <a:gd name="connisteX1" fmla="*/ 203200 w 10972800"/>
              <a:gd name="connsiteY1" fmla="*/ 0 h 3454400"/>
              <a:gd name="connisteX2" fmla="*/ 10769600 w 10972800"/>
              <a:gd name="connsiteY2" fmla="*/ 0 h 3454400"/>
              <a:gd name="connisteX3" fmla="*/ 10972800 w 10972800"/>
              <a:gd name="connsiteY3" fmla="*/ 203200 h 3454400"/>
              <a:gd name="connisteX4" fmla="*/ 10972800 w 10972800"/>
              <a:gd name="connsiteY4" fmla="*/ 3251200 h 3454400"/>
              <a:gd name="connisteX5" fmla="*/ 10769600 w 10972800"/>
              <a:gd name="connsiteY5" fmla="*/ 3454400 h 3454400"/>
              <a:gd name="connisteX6" fmla="*/ 203200 w 10972800"/>
              <a:gd name="connsiteY6" fmla="*/ 3454400 h 3454400"/>
              <a:gd name="connisteX7" fmla="*/ 0 w 10972800"/>
              <a:gd name="connsiteY7" fmla="*/ 3251200 h 3454400"/>
              <a:gd name="connisteX8" fmla="*/ 0 w 10972800"/>
              <a:gd name="connsiteY8" fmla="*/ 203200 h 345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3454400">
                <a:moveTo>
                  <a:pt x="0" y="203200"/>
                </a:moveTo>
                <a:cubicBezTo>
                  <a:pt x="0" y="90976"/>
                  <a:pt x="90976" y="0"/>
                  <a:pt x="203200" y="0"/>
                </a:cubicBezTo>
                <a:lnTo>
                  <a:pt x="10769600" y="0"/>
                </a:lnTo>
                <a:cubicBezTo>
                  <a:pt x="10881824" y="0"/>
                  <a:pt x="10972800" y="90976"/>
                  <a:pt x="10972800" y="203200"/>
                </a:cubicBezTo>
                <a:lnTo>
                  <a:pt x="10972800" y="3251200"/>
                </a:lnTo>
                <a:cubicBezTo>
                  <a:pt x="10972800" y="3363424"/>
                  <a:pt x="10881824" y="3454400"/>
                  <a:pt x="10769600" y="3454400"/>
                </a:cubicBezTo>
                <a:lnTo>
                  <a:pt x="203200" y="3454400"/>
                </a:lnTo>
                <a:cubicBezTo>
                  <a:pt x="90976" y="3454400"/>
                  <a:pt x="0" y="3363424"/>
                  <a:pt x="0" y="3251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装饰  2"/>
          <p:cNvSpPr>
            <a:spLocks noGrp="1"/>
          </p:cNvSpPr>
          <p:nvPr>
            <p:ph type="body" idx="16391" hasCustomPrompt="1"/>
            <p:custDataLst>
              <p:tags r:id="rId7"/>
            </p:custDataLst>
          </p:nvPr>
        </p:nvSpPr>
        <p:spPr>
          <a:xfrm>
            <a:off x="4648200" y="6096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4" name="文本占位符 13"/>
          <p:cNvSpPr>
            <a:spLocks noGrp="1"/>
          </p:cNvSpPr>
          <p:nvPr>
            <p:ph type="body" idx="16386" hasCustomPrompt="1"/>
            <p:custDataLst>
              <p:tags r:id="rId8"/>
            </p:custDataLst>
          </p:nvPr>
        </p:nvSpPr>
        <p:spPr>
          <a:xfrm>
            <a:off x="4800600" y="609600"/>
            <a:ext cx="30099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5" name="文本占位符 14"/>
          <p:cNvSpPr>
            <a:spLocks noGrp="1"/>
          </p:cNvSpPr>
          <p:nvPr>
            <p:ph type="body" idx="16387" hasCustomPrompt="1"/>
            <p:custDataLst>
              <p:tags r:id="rId9"/>
            </p:custDataLst>
          </p:nvPr>
        </p:nvSpPr>
        <p:spPr>
          <a:xfrm>
            <a:off x="4800600" y="1117600"/>
            <a:ext cx="30099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2" hasCustomPrompt="1"/>
            <p:custDataLst>
              <p:tags r:id="rId10"/>
            </p:custDataLst>
          </p:nvPr>
        </p:nvSpPr>
        <p:spPr>
          <a:xfrm>
            <a:off x="8420100" y="6096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88" hasCustomPrompt="1"/>
            <p:custDataLst>
              <p:tags r:id="rId11"/>
            </p:custDataLst>
          </p:nvPr>
        </p:nvSpPr>
        <p:spPr>
          <a:xfrm>
            <a:off x="8572500" y="609600"/>
            <a:ext cx="30099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8" name="文本占位符 17"/>
          <p:cNvSpPr>
            <a:spLocks noGrp="1"/>
          </p:cNvSpPr>
          <p:nvPr>
            <p:ph type="body" idx="16389" hasCustomPrompt="1"/>
            <p:custDataLst>
              <p:tags r:id="rId12"/>
            </p:custDataLst>
          </p:nvPr>
        </p:nvSpPr>
        <p:spPr>
          <a:xfrm>
            <a:off x="8572500" y="1117600"/>
            <a:ext cx="30099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正文页-39_17-2">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3" hasCustomPrompt="1"/>
            <p:custDataLst>
              <p:tags r:id="rId6"/>
            </p:custDataLst>
          </p:nvPr>
        </p:nvSpPr>
        <p:spPr>
          <a:xfrm>
            <a:off x="609600" y="1524000"/>
            <a:ext cx="3454400" cy="4724400"/>
          </a:xfrm>
          <a:custGeom>
            <a:avLst/>
            <a:gdLst>
              <a:gd name="connisteX0" fmla="*/ 0 w 3454400"/>
              <a:gd name="connsiteY0" fmla="*/ 203200 h 4724400"/>
              <a:gd name="connisteX1" fmla="*/ 203200 w 3454400"/>
              <a:gd name="connsiteY1" fmla="*/ 0 h 4724400"/>
              <a:gd name="connisteX2" fmla="*/ 3251200 w 3454400"/>
              <a:gd name="connsiteY2" fmla="*/ 0 h 4724400"/>
              <a:gd name="connisteX3" fmla="*/ 3454400 w 3454400"/>
              <a:gd name="connsiteY3" fmla="*/ 203200 h 4724400"/>
              <a:gd name="connisteX4" fmla="*/ 3454400 w 3454400"/>
              <a:gd name="connsiteY4" fmla="*/ 4521200 h 4724400"/>
              <a:gd name="connisteX5" fmla="*/ 3251200 w 3454400"/>
              <a:gd name="connsiteY5" fmla="*/ 4724400 h 4724400"/>
              <a:gd name="connisteX6" fmla="*/ 203200 w 3454400"/>
              <a:gd name="connsiteY6" fmla="*/ 4724400 h 4724400"/>
              <a:gd name="connisteX7" fmla="*/ 0 w 3454400"/>
              <a:gd name="connsiteY7" fmla="*/ 4521200 h 4724400"/>
              <a:gd name="connisteX8" fmla="*/ 0 w 3454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4724400">
                <a:moveTo>
                  <a:pt x="0" y="203200"/>
                </a:moveTo>
                <a:cubicBezTo>
                  <a:pt x="0" y="90976"/>
                  <a:pt x="90976" y="0"/>
                  <a:pt x="203200" y="0"/>
                </a:cubicBezTo>
                <a:lnTo>
                  <a:pt x="3251200" y="0"/>
                </a:lnTo>
                <a:cubicBezTo>
                  <a:pt x="3363424" y="0"/>
                  <a:pt x="3454400" y="90976"/>
                  <a:pt x="3454400" y="203200"/>
                </a:cubicBezTo>
                <a:lnTo>
                  <a:pt x="3454400" y="4521200"/>
                </a:lnTo>
                <a:cubicBezTo>
                  <a:pt x="3454400" y="4633424"/>
                  <a:pt x="3363424" y="4724400"/>
                  <a:pt x="3251200" y="4724400"/>
                </a:cubicBezTo>
                <a:lnTo>
                  <a:pt x="203200" y="4724400"/>
                </a:lnTo>
                <a:cubicBezTo>
                  <a:pt x="90976" y="4724400"/>
                  <a:pt x="0" y="4633424"/>
                  <a:pt x="0" y="45212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图片占位符 12"/>
          <p:cNvSpPr>
            <a:spLocks noGrp="1"/>
          </p:cNvSpPr>
          <p:nvPr>
            <p:ph type="pic" idx="16392" hasCustomPrompt="1"/>
            <p:custDataLst>
              <p:tags r:id="rId7"/>
            </p:custDataLst>
          </p:nvPr>
        </p:nvSpPr>
        <p:spPr>
          <a:xfrm>
            <a:off x="1727200" y="2082800"/>
            <a:ext cx="1219200" cy="12192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4" name="文本占位符 13"/>
          <p:cNvSpPr>
            <a:spLocks noGrp="1"/>
          </p:cNvSpPr>
          <p:nvPr>
            <p:ph type="body" idx="16386" hasCustomPrompt="1"/>
            <p:custDataLst>
              <p:tags r:id="rId8"/>
            </p:custDataLst>
          </p:nvPr>
        </p:nvSpPr>
        <p:spPr>
          <a:xfrm>
            <a:off x="1016000" y="3606800"/>
            <a:ext cx="26416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5" name="文本占位符 14"/>
          <p:cNvSpPr>
            <a:spLocks noGrp="1"/>
          </p:cNvSpPr>
          <p:nvPr>
            <p:ph type="body" idx="16387" hasCustomPrompt="1"/>
            <p:custDataLst>
              <p:tags r:id="rId9"/>
            </p:custDataLst>
          </p:nvPr>
        </p:nvSpPr>
        <p:spPr>
          <a:xfrm>
            <a:off x="1016000" y="4165600"/>
            <a:ext cx="2641600" cy="15240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5" hasCustomPrompt="1"/>
            <p:custDataLst>
              <p:tags r:id="rId10"/>
            </p:custDataLst>
          </p:nvPr>
        </p:nvSpPr>
        <p:spPr>
          <a:xfrm>
            <a:off x="4368800" y="1524000"/>
            <a:ext cx="3454400" cy="4724400"/>
          </a:xfrm>
          <a:custGeom>
            <a:avLst/>
            <a:gdLst>
              <a:gd name="connisteX0" fmla="*/ 0 w 3454400"/>
              <a:gd name="connsiteY0" fmla="*/ 203200 h 4724400"/>
              <a:gd name="connisteX1" fmla="*/ 203200 w 3454400"/>
              <a:gd name="connsiteY1" fmla="*/ 0 h 4724400"/>
              <a:gd name="connisteX2" fmla="*/ 3251200 w 3454400"/>
              <a:gd name="connsiteY2" fmla="*/ 0 h 4724400"/>
              <a:gd name="connisteX3" fmla="*/ 3454400 w 3454400"/>
              <a:gd name="connsiteY3" fmla="*/ 203200 h 4724400"/>
              <a:gd name="connisteX4" fmla="*/ 3454400 w 3454400"/>
              <a:gd name="connsiteY4" fmla="*/ 4521200 h 4724400"/>
              <a:gd name="connisteX5" fmla="*/ 3251200 w 3454400"/>
              <a:gd name="connsiteY5" fmla="*/ 4724400 h 4724400"/>
              <a:gd name="connisteX6" fmla="*/ 203200 w 3454400"/>
              <a:gd name="connsiteY6" fmla="*/ 4724400 h 4724400"/>
              <a:gd name="connisteX7" fmla="*/ 0 w 3454400"/>
              <a:gd name="connsiteY7" fmla="*/ 4521200 h 4724400"/>
              <a:gd name="connisteX8" fmla="*/ 0 w 3454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4724400">
                <a:moveTo>
                  <a:pt x="0" y="203200"/>
                </a:moveTo>
                <a:cubicBezTo>
                  <a:pt x="0" y="90976"/>
                  <a:pt x="90976" y="0"/>
                  <a:pt x="203200" y="0"/>
                </a:cubicBezTo>
                <a:lnTo>
                  <a:pt x="3251200" y="0"/>
                </a:lnTo>
                <a:cubicBezTo>
                  <a:pt x="3363424" y="0"/>
                  <a:pt x="3454400" y="90976"/>
                  <a:pt x="3454400" y="203200"/>
                </a:cubicBezTo>
                <a:lnTo>
                  <a:pt x="3454400" y="4521200"/>
                </a:lnTo>
                <a:cubicBezTo>
                  <a:pt x="3454400" y="4633424"/>
                  <a:pt x="3363424" y="4724400"/>
                  <a:pt x="3251200" y="4724400"/>
                </a:cubicBezTo>
                <a:lnTo>
                  <a:pt x="203200" y="4724400"/>
                </a:lnTo>
                <a:cubicBezTo>
                  <a:pt x="90976" y="4724400"/>
                  <a:pt x="0" y="4633424"/>
                  <a:pt x="0" y="45212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图片占位符 16"/>
          <p:cNvSpPr>
            <a:spLocks noGrp="1"/>
          </p:cNvSpPr>
          <p:nvPr>
            <p:ph type="pic" idx="16394" hasCustomPrompt="1"/>
            <p:custDataLst>
              <p:tags r:id="rId11"/>
            </p:custDataLst>
          </p:nvPr>
        </p:nvSpPr>
        <p:spPr>
          <a:xfrm>
            <a:off x="5486400" y="2082800"/>
            <a:ext cx="1219200" cy="12192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8" name="文本占位符 17"/>
          <p:cNvSpPr>
            <a:spLocks noGrp="1"/>
          </p:cNvSpPr>
          <p:nvPr>
            <p:ph type="body" idx="16388" hasCustomPrompt="1"/>
            <p:custDataLst>
              <p:tags r:id="rId12"/>
            </p:custDataLst>
          </p:nvPr>
        </p:nvSpPr>
        <p:spPr>
          <a:xfrm>
            <a:off x="4775200" y="3606800"/>
            <a:ext cx="26416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9" name="文本占位符 18"/>
          <p:cNvSpPr>
            <a:spLocks noGrp="1"/>
          </p:cNvSpPr>
          <p:nvPr>
            <p:ph type="body" idx="16389" hasCustomPrompt="1"/>
            <p:custDataLst>
              <p:tags r:id="rId13"/>
            </p:custDataLst>
          </p:nvPr>
        </p:nvSpPr>
        <p:spPr>
          <a:xfrm>
            <a:off x="4775200" y="4165600"/>
            <a:ext cx="2641600" cy="15240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0" name="装饰  9"/>
          <p:cNvSpPr>
            <a:spLocks noGrp="1"/>
          </p:cNvSpPr>
          <p:nvPr>
            <p:ph type="body" idx="16397" hasCustomPrompt="1"/>
            <p:custDataLst>
              <p:tags r:id="rId14"/>
            </p:custDataLst>
          </p:nvPr>
        </p:nvSpPr>
        <p:spPr>
          <a:xfrm>
            <a:off x="8128000" y="1524000"/>
            <a:ext cx="3454400" cy="4724400"/>
          </a:xfrm>
          <a:custGeom>
            <a:avLst/>
            <a:gdLst>
              <a:gd name="connisteX0" fmla="*/ 0 w 3454400"/>
              <a:gd name="connsiteY0" fmla="*/ 203200 h 4724400"/>
              <a:gd name="connisteX1" fmla="*/ 203200 w 3454400"/>
              <a:gd name="connsiteY1" fmla="*/ 0 h 4724400"/>
              <a:gd name="connisteX2" fmla="*/ 3251200 w 3454400"/>
              <a:gd name="connsiteY2" fmla="*/ 0 h 4724400"/>
              <a:gd name="connisteX3" fmla="*/ 3454400 w 3454400"/>
              <a:gd name="connsiteY3" fmla="*/ 203200 h 4724400"/>
              <a:gd name="connisteX4" fmla="*/ 3454400 w 3454400"/>
              <a:gd name="connsiteY4" fmla="*/ 4521200 h 4724400"/>
              <a:gd name="connisteX5" fmla="*/ 3251200 w 3454400"/>
              <a:gd name="connsiteY5" fmla="*/ 4724400 h 4724400"/>
              <a:gd name="connisteX6" fmla="*/ 203200 w 3454400"/>
              <a:gd name="connsiteY6" fmla="*/ 4724400 h 4724400"/>
              <a:gd name="connisteX7" fmla="*/ 0 w 3454400"/>
              <a:gd name="connsiteY7" fmla="*/ 4521200 h 4724400"/>
              <a:gd name="connisteX8" fmla="*/ 0 w 3454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4724400">
                <a:moveTo>
                  <a:pt x="0" y="203200"/>
                </a:moveTo>
                <a:cubicBezTo>
                  <a:pt x="0" y="90976"/>
                  <a:pt x="90976" y="0"/>
                  <a:pt x="203200" y="0"/>
                </a:cubicBezTo>
                <a:lnTo>
                  <a:pt x="3251200" y="0"/>
                </a:lnTo>
                <a:cubicBezTo>
                  <a:pt x="3363424" y="0"/>
                  <a:pt x="3454400" y="90976"/>
                  <a:pt x="3454400" y="203200"/>
                </a:cubicBezTo>
                <a:lnTo>
                  <a:pt x="3454400" y="4521200"/>
                </a:lnTo>
                <a:cubicBezTo>
                  <a:pt x="3454400" y="4633424"/>
                  <a:pt x="3363424" y="4724400"/>
                  <a:pt x="3251200" y="4724400"/>
                </a:cubicBezTo>
                <a:lnTo>
                  <a:pt x="203200" y="4724400"/>
                </a:lnTo>
                <a:cubicBezTo>
                  <a:pt x="90976" y="4724400"/>
                  <a:pt x="0" y="4633424"/>
                  <a:pt x="0" y="45212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图片占位符 20"/>
          <p:cNvSpPr>
            <a:spLocks noGrp="1"/>
          </p:cNvSpPr>
          <p:nvPr>
            <p:ph type="pic" idx="16396" hasCustomPrompt="1"/>
            <p:custDataLst>
              <p:tags r:id="rId15"/>
            </p:custDataLst>
          </p:nvPr>
        </p:nvSpPr>
        <p:spPr>
          <a:xfrm>
            <a:off x="9245600" y="2082800"/>
            <a:ext cx="1219200" cy="12192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2" name="文本占位符 21"/>
          <p:cNvSpPr>
            <a:spLocks noGrp="1"/>
          </p:cNvSpPr>
          <p:nvPr>
            <p:ph type="body" idx="16390" hasCustomPrompt="1"/>
            <p:custDataLst>
              <p:tags r:id="rId16"/>
            </p:custDataLst>
          </p:nvPr>
        </p:nvSpPr>
        <p:spPr>
          <a:xfrm>
            <a:off x="8534400" y="3606800"/>
            <a:ext cx="26416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3" name="文本占位符 22"/>
          <p:cNvSpPr>
            <a:spLocks noGrp="1"/>
          </p:cNvSpPr>
          <p:nvPr>
            <p:ph type="body" idx="16391" hasCustomPrompt="1"/>
            <p:custDataLst>
              <p:tags r:id="rId17"/>
            </p:custDataLst>
          </p:nvPr>
        </p:nvSpPr>
        <p:spPr>
          <a:xfrm>
            <a:off x="8534400" y="4165600"/>
            <a:ext cx="2641600" cy="15240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正文页-61_18-2">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0" hasCustomPrompt="1"/>
            <p:custDataLst>
              <p:tags r:id="rId6"/>
            </p:custDataLst>
          </p:nvPr>
        </p:nvSpPr>
        <p:spPr>
          <a:xfrm>
            <a:off x="8001000" y="1524000"/>
            <a:ext cx="3581400" cy="4724400"/>
          </a:xfrm>
          <a:custGeom>
            <a:avLst/>
            <a:gdLst>
              <a:gd name="connisteX0" fmla="*/ 0 w 3581400"/>
              <a:gd name="connsiteY0" fmla="*/ 0 h 4724400"/>
              <a:gd name="connisteX1" fmla="*/ 3378200 w 3581400"/>
              <a:gd name="connsiteY1" fmla="*/ 0 h 4724400"/>
              <a:gd name="connisteX2" fmla="*/ 3581400 w 3581400"/>
              <a:gd name="connsiteY2" fmla="*/ 203200 h 4724400"/>
              <a:gd name="connisteX3" fmla="*/ 3581400 w 3581400"/>
              <a:gd name="connsiteY3" fmla="*/ 4521200 h 4724400"/>
              <a:gd name="connisteX4" fmla="*/ 3378200 w 3581400"/>
              <a:gd name="connsiteY4" fmla="*/ 4724400 h 4724400"/>
              <a:gd name="connisteX5" fmla="*/ 0 w 3581400"/>
              <a:gd name="connsiteY5" fmla="*/ 4724400 h 4724400"/>
              <a:gd name="connisteX6" fmla="*/ 0 w 3581400"/>
              <a:gd name="connsiteY6" fmla="*/ 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581400" h="4724400">
                <a:moveTo>
                  <a:pt x="0" y="0"/>
                </a:moveTo>
                <a:lnTo>
                  <a:pt x="3378200" y="0"/>
                </a:lnTo>
                <a:cubicBezTo>
                  <a:pt x="3490424" y="0"/>
                  <a:pt x="3581400" y="90976"/>
                  <a:pt x="3581400" y="203200"/>
                </a:cubicBezTo>
                <a:lnTo>
                  <a:pt x="3581400" y="4521200"/>
                </a:lnTo>
                <a:cubicBezTo>
                  <a:pt x="3581400" y="4633424"/>
                  <a:pt x="3490424" y="4724400"/>
                  <a:pt x="3378200" y="4724400"/>
                </a:cubicBezTo>
                <a:lnTo>
                  <a:pt x="0" y="4724400"/>
                </a:lnTo>
                <a:lnTo>
                  <a:pt x="0" y="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装饰  2"/>
          <p:cNvSpPr>
            <a:spLocks noGrp="1"/>
          </p:cNvSpPr>
          <p:nvPr>
            <p:ph type="body" idx="16391" hasCustomPrompt="1"/>
            <p:custDataLst>
              <p:tags r:id="rId7"/>
            </p:custDataLst>
          </p:nvPr>
        </p:nvSpPr>
        <p:spPr>
          <a:xfrm>
            <a:off x="609600" y="1524000"/>
            <a:ext cx="7391400" cy="4724400"/>
          </a:xfrm>
          <a:custGeom>
            <a:avLst/>
            <a:gdLst>
              <a:gd name="connisteX0" fmla="*/ 0 w 7391400"/>
              <a:gd name="connsiteY0" fmla="*/ 203200 h 4724400"/>
              <a:gd name="connisteX1" fmla="*/ 203200 w 7391400"/>
              <a:gd name="connsiteY1" fmla="*/ 0 h 4724400"/>
              <a:gd name="connisteX2" fmla="*/ 7391400 w 7391400"/>
              <a:gd name="connsiteY2" fmla="*/ 0 h 4724400"/>
              <a:gd name="connisteX3" fmla="*/ 7391400 w 7391400"/>
              <a:gd name="connsiteY3" fmla="*/ 4724400 h 4724400"/>
              <a:gd name="connisteX4" fmla="*/ 203200 w 7391400"/>
              <a:gd name="connsiteY4" fmla="*/ 4724400 h 4724400"/>
              <a:gd name="connisteX5" fmla="*/ 0 w 7391400"/>
              <a:gd name="connsiteY5" fmla="*/ 4521200 h 4724400"/>
              <a:gd name="connisteX6" fmla="*/ 0 w 7391400"/>
              <a:gd name="connsiteY6"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7391400" h="4724400">
                <a:moveTo>
                  <a:pt x="0" y="203200"/>
                </a:moveTo>
                <a:cubicBezTo>
                  <a:pt x="0" y="90976"/>
                  <a:pt x="90976" y="0"/>
                  <a:pt x="203200" y="0"/>
                </a:cubicBezTo>
                <a:lnTo>
                  <a:pt x="7391400" y="0"/>
                </a:lnTo>
                <a:lnTo>
                  <a:pt x="7391400" y="4724400"/>
                </a:lnTo>
                <a:lnTo>
                  <a:pt x="203200" y="4724400"/>
                </a:lnTo>
                <a:cubicBezTo>
                  <a:pt x="90976" y="4724400"/>
                  <a:pt x="0" y="4633424"/>
                  <a:pt x="0" y="45212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4" name="文本占位符 13"/>
          <p:cNvSpPr>
            <a:spLocks noGrp="1"/>
          </p:cNvSpPr>
          <p:nvPr>
            <p:ph type="body" idx="16386" hasCustomPrompt="1"/>
            <p:custDataLst>
              <p:tags r:id="rId8"/>
            </p:custDataLst>
          </p:nvPr>
        </p:nvSpPr>
        <p:spPr>
          <a:xfrm>
            <a:off x="1066800" y="2108200"/>
            <a:ext cx="64770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1066800" y="2667000"/>
            <a:ext cx="6477000" cy="9144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smtClean="0"/>
              <a:t>单击此处添加项正文</a:t>
            </a:r>
            <a:endParaRPr lang="zh-CN" altLang="en-US" smtClean="0"/>
          </a:p>
        </p:txBody>
      </p:sp>
      <p:sp>
        <p:nvSpPr>
          <p:cNvPr id="16" name="文本占位符 15"/>
          <p:cNvSpPr>
            <a:spLocks noGrp="1"/>
          </p:cNvSpPr>
          <p:nvPr>
            <p:ph type="body" idx="16388" hasCustomPrompt="1"/>
            <p:custDataLst>
              <p:tags r:id="rId10"/>
            </p:custDataLst>
          </p:nvPr>
        </p:nvSpPr>
        <p:spPr>
          <a:xfrm>
            <a:off x="1066800" y="4191000"/>
            <a:ext cx="64770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smtClean="0"/>
              <a:t>单击此处添加项标题</a:t>
            </a:r>
            <a:endParaRPr lang="zh-CN" altLang="en-US" smtClean="0"/>
          </a:p>
        </p:txBody>
      </p:sp>
      <p:sp>
        <p:nvSpPr>
          <p:cNvPr id="17" name="文本占位符 16"/>
          <p:cNvSpPr>
            <a:spLocks noGrp="1"/>
          </p:cNvSpPr>
          <p:nvPr>
            <p:ph type="body" idx="16389" hasCustomPrompt="1"/>
            <p:custDataLst>
              <p:tags r:id="rId11"/>
            </p:custDataLst>
          </p:nvPr>
        </p:nvSpPr>
        <p:spPr>
          <a:xfrm>
            <a:off x="1066800" y="4749800"/>
            <a:ext cx="6477000" cy="9144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正文页-上标下内-装饰无-默认位置-并列-3_35_group1">
    <p:spTree>
      <p:nvGrpSpPr>
        <p:cNvPr id="1" name=""/>
        <p:cNvGrpSpPr/>
        <p:nvPr/>
      </p:nvGrpSpPr>
      <p:grpSpPr>
        <a:xfrm>
          <a:off x="0" y="0"/>
          <a:ext cx="0" cy="0"/>
          <a:chOff x="0" y="0"/>
          <a:chExt cx="0" cy="0"/>
        </a:xfrm>
      </p:grpSpPr>
      <p:sp>
        <p:nvSpPr>
          <p:cNvPr id="6" name="标题 5"/>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7" name="装饰  6"/>
          <p:cNvSpPr>
            <a:spLocks noGrp="1"/>
          </p:cNvSpPr>
          <p:nvPr>
            <p:ph type="body" idx="16395" hasCustomPrompt="1"/>
            <p:custDataLst>
              <p:tags r:id="rId3"/>
            </p:custDataLst>
          </p:nvPr>
        </p:nvSpPr>
        <p:spPr>
          <a:xfrm>
            <a:off x="609600" y="1676400"/>
            <a:ext cx="609600" cy="609600"/>
          </a:xfrm>
          <a:custGeom>
            <a:avLst/>
            <a:gdLst>
              <a:gd name="connisteX0" fmla="*/ 0 w 609600"/>
              <a:gd name="connsiteY0" fmla="*/ 304800 h 609600"/>
              <a:gd name="connisteX1" fmla="*/ 304800 w 609600"/>
              <a:gd name="connsiteY1" fmla="*/ 0 h 609600"/>
              <a:gd name="connisteX2" fmla="*/ 304800 w 609600"/>
              <a:gd name="connsiteY2" fmla="*/ 0 h 609600"/>
              <a:gd name="connisteX3" fmla="*/ 609600 w 609600"/>
              <a:gd name="connsiteY3" fmla="*/ 304800 h 609600"/>
              <a:gd name="connisteX4" fmla="*/ 609600 w 609600"/>
              <a:gd name="connsiteY4" fmla="*/ 304800 h 609600"/>
              <a:gd name="connisteX5" fmla="*/ 304800 w 609600"/>
              <a:gd name="connsiteY5" fmla="*/ 609600 h 609600"/>
              <a:gd name="connisteX6" fmla="*/ 304800 w 609600"/>
              <a:gd name="connsiteY6" fmla="*/ 609600 h 609600"/>
              <a:gd name="connisteX7" fmla="*/ 0 w 609600"/>
              <a:gd name="connsiteY7" fmla="*/ 304800 h 609600"/>
              <a:gd name="connisteX8" fmla="*/ 0 w 609600"/>
              <a:gd name="connsiteY8" fmla="*/ 304800 h 609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609600" h="609600">
                <a:moveTo>
                  <a:pt x="0" y="304800"/>
                </a:moveTo>
                <a:cubicBezTo>
                  <a:pt x="0" y="136464"/>
                  <a:pt x="136464" y="0"/>
                  <a:pt x="304800" y="0"/>
                </a:cubicBezTo>
                <a:lnTo>
                  <a:pt x="304800" y="0"/>
                </a:lnTo>
                <a:cubicBezTo>
                  <a:pt x="473136" y="0"/>
                  <a:pt x="609600" y="136464"/>
                  <a:pt x="609600" y="304800"/>
                </a:cubicBezTo>
                <a:lnTo>
                  <a:pt x="609600" y="304800"/>
                </a:lnTo>
                <a:cubicBezTo>
                  <a:pt x="609600" y="473136"/>
                  <a:pt x="473136" y="609600"/>
                  <a:pt x="304800" y="609600"/>
                </a:cubicBezTo>
                <a:lnTo>
                  <a:pt x="304800" y="609600"/>
                </a:lnTo>
                <a:cubicBezTo>
                  <a:pt x="136464" y="609600"/>
                  <a:pt x="0" y="473136"/>
                  <a:pt x="0" y="304800"/>
                </a:cubicBezTo>
                <a:lnTo>
                  <a:pt x="0" y="3048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 name="图片占位符 1"/>
          <p:cNvSpPr>
            <a:spLocks noGrp="1"/>
          </p:cNvSpPr>
          <p:nvPr>
            <p:ph type="pic" idx="16394" hasCustomPrompt="1"/>
            <p:custDataLst>
              <p:tags r:id="rId4"/>
            </p:custDataLst>
          </p:nvPr>
        </p:nvSpPr>
        <p:spPr>
          <a:xfrm>
            <a:off x="751840" y="1818640"/>
            <a:ext cx="325120" cy="32512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3" name="文本占位符 2"/>
          <p:cNvSpPr>
            <a:spLocks noGrp="1"/>
          </p:cNvSpPr>
          <p:nvPr>
            <p:ph type="body" idx="16386" hasCustomPrompt="1"/>
            <p:custDataLst>
              <p:tags r:id="rId5"/>
            </p:custDataLst>
          </p:nvPr>
        </p:nvSpPr>
        <p:spPr>
          <a:xfrm>
            <a:off x="1422400" y="1676400"/>
            <a:ext cx="4445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4" name="文本占位符 3"/>
          <p:cNvSpPr>
            <a:spLocks noGrp="1"/>
          </p:cNvSpPr>
          <p:nvPr>
            <p:ph type="body" idx="16387" hasCustomPrompt="1"/>
            <p:custDataLst>
              <p:tags r:id="rId6"/>
            </p:custDataLst>
          </p:nvPr>
        </p:nvSpPr>
        <p:spPr>
          <a:xfrm>
            <a:off x="1422400" y="2133600"/>
            <a:ext cx="44450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5" name="装饰  0"/>
          <p:cNvSpPr>
            <a:spLocks noGrp="1"/>
          </p:cNvSpPr>
          <p:nvPr>
            <p:ph type="body" idx="16397" hasCustomPrompt="1"/>
            <p:custDataLst>
              <p:tags r:id="rId7"/>
            </p:custDataLst>
          </p:nvPr>
        </p:nvSpPr>
        <p:spPr>
          <a:xfrm>
            <a:off x="6324600" y="1676400"/>
            <a:ext cx="609600" cy="609600"/>
          </a:xfrm>
          <a:custGeom>
            <a:avLst/>
            <a:gdLst>
              <a:gd name="connisteX0" fmla="*/ 0 w 609600"/>
              <a:gd name="connsiteY0" fmla="*/ 304800 h 609600"/>
              <a:gd name="connisteX1" fmla="*/ 304800 w 609600"/>
              <a:gd name="connsiteY1" fmla="*/ 0 h 609600"/>
              <a:gd name="connisteX2" fmla="*/ 304800 w 609600"/>
              <a:gd name="connsiteY2" fmla="*/ 0 h 609600"/>
              <a:gd name="connisteX3" fmla="*/ 609600 w 609600"/>
              <a:gd name="connsiteY3" fmla="*/ 304800 h 609600"/>
              <a:gd name="connisteX4" fmla="*/ 609600 w 609600"/>
              <a:gd name="connsiteY4" fmla="*/ 304800 h 609600"/>
              <a:gd name="connisteX5" fmla="*/ 304800 w 609600"/>
              <a:gd name="connsiteY5" fmla="*/ 609600 h 609600"/>
              <a:gd name="connisteX6" fmla="*/ 304800 w 609600"/>
              <a:gd name="connsiteY6" fmla="*/ 609600 h 609600"/>
              <a:gd name="connisteX7" fmla="*/ 0 w 609600"/>
              <a:gd name="connsiteY7" fmla="*/ 304800 h 609600"/>
              <a:gd name="connisteX8" fmla="*/ 0 w 609600"/>
              <a:gd name="connsiteY8" fmla="*/ 304800 h 609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609600" h="609600">
                <a:moveTo>
                  <a:pt x="0" y="304800"/>
                </a:moveTo>
                <a:cubicBezTo>
                  <a:pt x="0" y="136464"/>
                  <a:pt x="136464" y="0"/>
                  <a:pt x="304800" y="0"/>
                </a:cubicBezTo>
                <a:lnTo>
                  <a:pt x="304800" y="0"/>
                </a:lnTo>
                <a:cubicBezTo>
                  <a:pt x="473136" y="0"/>
                  <a:pt x="609600" y="136464"/>
                  <a:pt x="609600" y="304800"/>
                </a:cubicBezTo>
                <a:lnTo>
                  <a:pt x="609600" y="304800"/>
                </a:lnTo>
                <a:cubicBezTo>
                  <a:pt x="609600" y="473136"/>
                  <a:pt x="473136" y="609600"/>
                  <a:pt x="304800" y="609600"/>
                </a:cubicBezTo>
                <a:lnTo>
                  <a:pt x="304800" y="609600"/>
                </a:lnTo>
                <a:cubicBezTo>
                  <a:pt x="136464" y="609600"/>
                  <a:pt x="0" y="473136"/>
                  <a:pt x="0" y="304800"/>
                </a:cubicBezTo>
                <a:lnTo>
                  <a:pt x="0" y="3048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图片占位符 20"/>
          <p:cNvSpPr>
            <a:spLocks noGrp="1"/>
          </p:cNvSpPr>
          <p:nvPr>
            <p:ph type="pic" idx="16396" hasCustomPrompt="1"/>
            <p:custDataLst>
              <p:tags r:id="rId8"/>
            </p:custDataLst>
          </p:nvPr>
        </p:nvSpPr>
        <p:spPr>
          <a:xfrm>
            <a:off x="6466840" y="1818640"/>
            <a:ext cx="325120" cy="32512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2" name="文本占位符 21"/>
          <p:cNvSpPr>
            <a:spLocks noGrp="1"/>
          </p:cNvSpPr>
          <p:nvPr>
            <p:ph type="body" idx="16388" hasCustomPrompt="1"/>
            <p:custDataLst>
              <p:tags r:id="rId9"/>
            </p:custDataLst>
          </p:nvPr>
        </p:nvSpPr>
        <p:spPr>
          <a:xfrm>
            <a:off x="7137400" y="1676400"/>
            <a:ext cx="4445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3" name="文本占位符 22"/>
          <p:cNvSpPr>
            <a:spLocks noGrp="1"/>
          </p:cNvSpPr>
          <p:nvPr>
            <p:ph type="body" idx="16389" hasCustomPrompt="1"/>
            <p:custDataLst>
              <p:tags r:id="rId10"/>
            </p:custDataLst>
          </p:nvPr>
        </p:nvSpPr>
        <p:spPr>
          <a:xfrm>
            <a:off x="7137400" y="2133600"/>
            <a:ext cx="44450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4" name="装饰  4"/>
          <p:cNvSpPr>
            <a:spLocks noGrp="1"/>
          </p:cNvSpPr>
          <p:nvPr>
            <p:ph type="body" idx="16399" hasCustomPrompt="1"/>
            <p:custDataLst>
              <p:tags r:id="rId11"/>
            </p:custDataLst>
          </p:nvPr>
        </p:nvSpPr>
        <p:spPr>
          <a:xfrm>
            <a:off x="609600" y="4114800"/>
            <a:ext cx="609600" cy="609600"/>
          </a:xfrm>
          <a:custGeom>
            <a:avLst/>
            <a:gdLst>
              <a:gd name="connisteX0" fmla="*/ 0 w 609600"/>
              <a:gd name="connsiteY0" fmla="*/ 304800 h 609600"/>
              <a:gd name="connisteX1" fmla="*/ 304800 w 609600"/>
              <a:gd name="connsiteY1" fmla="*/ 0 h 609600"/>
              <a:gd name="connisteX2" fmla="*/ 304800 w 609600"/>
              <a:gd name="connsiteY2" fmla="*/ 0 h 609600"/>
              <a:gd name="connisteX3" fmla="*/ 609600 w 609600"/>
              <a:gd name="connsiteY3" fmla="*/ 304800 h 609600"/>
              <a:gd name="connisteX4" fmla="*/ 609600 w 609600"/>
              <a:gd name="connsiteY4" fmla="*/ 304800 h 609600"/>
              <a:gd name="connisteX5" fmla="*/ 304800 w 609600"/>
              <a:gd name="connsiteY5" fmla="*/ 609600 h 609600"/>
              <a:gd name="connisteX6" fmla="*/ 304800 w 609600"/>
              <a:gd name="connsiteY6" fmla="*/ 609600 h 609600"/>
              <a:gd name="connisteX7" fmla="*/ 0 w 609600"/>
              <a:gd name="connsiteY7" fmla="*/ 304800 h 609600"/>
              <a:gd name="connisteX8" fmla="*/ 0 w 609600"/>
              <a:gd name="connsiteY8" fmla="*/ 304800 h 609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609600" h="609600">
                <a:moveTo>
                  <a:pt x="0" y="304800"/>
                </a:moveTo>
                <a:cubicBezTo>
                  <a:pt x="0" y="136464"/>
                  <a:pt x="136464" y="0"/>
                  <a:pt x="304800" y="0"/>
                </a:cubicBezTo>
                <a:lnTo>
                  <a:pt x="304800" y="0"/>
                </a:lnTo>
                <a:cubicBezTo>
                  <a:pt x="473136" y="0"/>
                  <a:pt x="609600" y="136464"/>
                  <a:pt x="609600" y="304800"/>
                </a:cubicBezTo>
                <a:lnTo>
                  <a:pt x="609600" y="304800"/>
                </a:lnTo>
                <a:cubicBezTo>
                  <a:pt x="609600" y="473136"/>
                  <a:pt x="473136" y="609600"/>
                  <a:pt x="304800" y="609600"/>
                </a:cubicBezTo>
                <a:lnTo>
                  <a:pt x="304800" y="609600"/>
                </a:lnTo>
                <a:cubicBezTo>
                  <a:pt x="136464" y="609600"/>
                  <a:pt x="0" y="473136"/>
                  <a:pt x="0" y="304800"/>
                </a:cubicBezTo>
                <a:lnTo>
                  <a:pt x="0" y="3048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5" name="图片占位符 24"/>
          <p:cNvSpPr>
            <a:spLocks noGrp="1"/>
          </p:cNvSpPr>
          <p:nvPr>
            <p:ph type="pic" idx="16398" hasCustomPrompt="1"/>
            <p:custDataLst>
              <p:tags r:id="rId12"/>
            </p:custDataLst>
          </p:nvPr>
        </p:nvSpPr>
        <p:spPr>
          <a:xfrm>
            <a:off x="751840" y="4257040"/>
            <a:ext cx="325120" cy="32512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6" name="文本占位符 25"/>
          <p:cNvSpPr>
            <a:spLocks noGrp="1"/>
          </p:cNvSpPr>
          <p:nvPr>
            <p:ph type="body" idx="16390" hasCustomPrompt="1"/>
            <p:custDataLst>
              <p:tags r:id="rId13"/>
            </p:custDataLst>
          </p:nvPr>
        </p:nvSpPr>
        <p:spPr>
          <a:xfrm>
            <a:off x="1422400" y="4114800"/>
            <a:ext cx="4445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7" name="文本占位符 26"/>
          <p:cNvSpPr>
            <a:spLocks noGrp="1"/>
          </p:cNvSpPr>
          <p:nvPr>
            <p:ph type="body" idx="16391" hasCustomPrompt="1"/>
            <p:custDataLst>
              <p:tags r:id="rId14"/>
            </p:custDataLst>
          </p:nvPr>
        </p:nvSpPr>
        <p:spPr>
          <a:xfrm>
            <a:off x="1422400" y="4572000"/>
            <a:ext cx="44450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8" name="装饰  8"/>
          <p:cNvSpPr>
            <a:spLocks noGrp="1"/>
          </p:cNvSpPr>
          <p:nvPr>
            <p:ph type="body" idx="16401" hasCustomPrompt="1"/>
            <p:custDataLst>
              <p:tags r:id="rId15"/>
            </p:custDataLst>
          </p:nvPr>
        </p:nvSpPr>
        <p:spPr>
          <a:xfrm>
            <a:off x="6324600" y="4114800"/>
            <a:ext cx="609600" cy="609600"/>
          </a:xfrm>
          <a:custGeom>
            <a:avLst/>
            <a:gdLst>
              <a:gd name="connisteX0" fmla="*/ 0 w 609600"/>
              <a:gd name="connsiteY0" fmla="*/ 304800 h 609600"/>
              <a:gd name="connisteX1" fmla="*/ 304800 w 609600"/>
              <a:gd name="connsiteY1" fmla="*/ 0 h 609600"/>
              <a:gd name="connisteX2" fmla="*/ 304800 w 609600"/>
              <a:gd name="connsiteY2" fmla="*/ 0 h 609600"/>
              <a:gd name="connisteX3" fmla="*/ 609600 w 609600"/>
              <a:gd name="connsiteY3" fmla="*/ 304800 h 609600"/>
              <a:gd name="connisteX4" fmla="*/ 609600 w 609600"/>
              <a:gd name="connsiteY4" fmla="*/ 304800 h 609600"/>
              <a:gd name="connisteX5" fmla="*/ 304800 w 609600"/>
              <a:gd name="connsiteY5" fmla="*/ 609600 h 609600"/>
              <a:gd name="connisteX6" fmla="*/ 304800 w 609600"/>
              <a:gd name="connsiteY6" fmla="*/ 609600 h 609600"/>
              <a:gd name="connisteX7" fmla="*/ 0 w 609600"/>
              <a:gd name="connsiteY7" fmla="*/ 304800 h 609600"/>
              <a:gd name="connisteX8" fmla="*/ 0 w 609600"/>
              <a:gd name="connsiteY8" fmla="*/ 304800 h 609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609600" h="609600">
                <a:moveTo>
                  <a:pt x="0" y="304800"/>
                </a:moveTo>
                <a:cubicBezTo>
                  <a:pt x="0" y="136464"/>
                  <a:pt x="136464" y="0"/>
                  <a:pt x="304800" y="0"/>
                </a:cubicBezTo>
                <a:lnTo>
                  <a:pt x="304800" y="0"/>
                </a:lnTo>
                <a:cubicBezTo>
                  <a:pt x="473136" y="0"/>
                  <a:pt x="609600" y="136464"/>
                  <a:pt x="609600" y="304800"/>
                </a:cubicBezTo>
                <a:lnTo>
                  <a:pt x="609600" y="304800"/>
                </a:lnTo>
                <a:cubicBezTo>
                  <a:pt x="609600" y="473136"/>
                  <a:pt x="473136" y="609600"/>
                  <a:pt x="304800" y="609600"/>
                </a:cubicBezTo>
                <a:lnTo>
                  <a:pt x="304800" y="609600"/>
                </a:lnTo>
                <a:cubicBezTo>
                  <a:pt x="136464" y="609600"/>
                  <a:pt x="0" y="473136"/>
                  <a:pt x="0" y="304800"/>
                </a:cubicBezTo>
                <a:lnTo>
                  <a:pt x="0" y="3048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9" name="图片占位符 28"/>
          <p:cNvSpPr>
            <a:spLocks noGrp="1"/>
          </p:cNvSpPr>
          <p:nvPr>
            <p:ph type="pic" idx="16400" hasCustomPrompt="1"/>
            <p:custDataLst>
              <p:tags r:id="rId16"/>
            </p:custDataLst>
          </p:nvPr>
        </p:nvSpPr>
        <p:spPr>
          <a:xfrm>
            <a:off x="6466840" y="4257040"/>
            <a:ext cx="325120" cy="32512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30" name="文本占位符 29"/>
          <p:cNvSpPr>
            <a:spLocks noGrp="1"/>
          </p:cNvSpPr>
          <p:nvPr>
            <p:ph type="body" idx="16392" hasCustomPrompt="1"/>
            <p:custDataLst>
              <p:tags r:id="rId17"/>
            </p:custDataLst>
          </p:nvPr>
        </p:nvSpPr>
        <p:spPr>
          <a:xfrm>
            <a:off x="7137400" y="4114800"/>
            <a:ext cx="4445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31" name="文本占位符 30"/>
          <p:cNvSpPr>
            <a:spLocks noGrp="1"/>
          </p:cNvSpPr>
          <p:nvPr>
            <p:ph type="body" idx="16393" hasCustomPrompt="1"/>
            <p:custDataLst>
              <p:tags r:id="rId18"/>
            </p:custDataLst>
          </p:nvPr>
        </p:nvSpPr>
        <p:spPr>
          <a:xfrm>
            <a:off x="7137400" y="4572000"/>
            <a:ext cx="44450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正文页-上标下内-装饰左-默认位置-并列-35_34_group1">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6" name="标题 5"/>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7" name="文本占位符 6"/>
          <p:cNvSpPr>
            <a:spLocks noGrp="1"/>
          </p:cNvSpPr>
          <p:nvPr>
            <p:ph type="body" idx="16388" hasCustomPrompt="1"/>
            <p:custDataLst>
              <p:tags r:id="rId3"/>
            </p:custDataLst>
          </p:nvPr>
        </p:nvSpPr>
        <p:spPr>
          <a:xfrm>
            <a:off x="622300" y="2438400"/>
            <a:ext cx="1193800" cy="1016000"/>
          </a:xfrm>
          <a:noFill/>
        </p:spPr>
        <p:txBody>
          <a:bodyPr wrap="none" lIns="0" tIns="0" rIns="0" bIns="0" anchor="ctr">
            <a:noAutofit/>
          </a:bodyPr>
          <a:lstStyle>
            <a:lvl1pPr marL="0" indent="0" algn="ctr">
              <a:lnSpc>
                <a:spcPct val="109000"/>
              </a:lnSpc>
              <a:spcBef>
                <a:spcPct val="0"/>
              </a:spcBef>
              <a:spcAft>
                <a:spcPct val="0"/>
              </a:spcAft>
              <a:buNone/>
              <a:defRPr sz="8000" b="0" spc="0">
                <a:solidFill>
                  <a:schemeClr val="accent1"/>
                </a:solidFill>
              </a:defRPr>
            </a:lvl1pPr>
          </a:lstStyle>
          <a:p>
            <a:pPr lvl="0"/>
            <a:r>
              <a:rPr lang="zh-CN" altLang="en-US" smtClean="0"/>
              <a:t>01</a:t>
            </a:r>
            <a:endParaRPr lang="zh-CN" altLang="en-US" smtClean="0"/>
          </a:p>
        </p:txBody>
      </p:sp>
      <p:sp>
        <p:nvSpPr>
          <p:cNvPr id="8" name="文本占位符 7"/>
          <p:cNvSpPr>
            <a:spLocks noGrp="1"/>
          </p:cNvSpPr>
          <p:nvPr>
            <p:ph type="body" idx="16386" hasCustomPrompt="1"/>
            <p:custDataLst>
              <p:tags r:id="rId4"/>
            </p:custDataLst>
          </p:nvPr>
        </p:nvSpPr>
        <p:spPr>
          <a:xfrm>
            <a:off x="2133600" y="2235200"/>
            <a:ext cx="3733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9" name="文本占位符 8"/>
          <p:cNvSpPr>
            <a:spLocks noGrp="1"/>
          </p:cNvSpPr>
          <p:nvPr>
            <p:ph type="body" idx="16387" hasCustomPrompt="1"/>
            <p:custDataLst>
              <p:tags r:id="rId5"/>
            </p:custDataLst>
          </p:nvPr>
        </p:nvSpPr>
        <p:spPr>
          <a:xfrm>
            <a:off x="2133600" y="2743200"/>
            <a:ext cx="37338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0" name="文本占位符 9"/>
          <p:cNvSpPr>
            <a:spLocks noGrp="1"/>
          </p:cNvSpPr>
          <p:nvPr>
            <p:ph type="body" idx="16391" hasCustomPrompt="1"/>
            <p:custDataLst>
              <p:tags r:id="rId6"/>
            </p:custDataLst>
          </p:nvPr>
        </p:nvSpPr>
        <p:spPr>
          <a:xfrm>
            <a:off x="6337300" y="2438400"/>
            <a:ext cx="1193800" cy="1016000"/>
          </a:xfrm>
          <a:noFill/>
        </p:spPr>
        <p:txBody>
          <a:bodyPr wrap="none" lIns="0" tIns="0" rIns="0" bIns="0" anchor="ctr">
            <a:noAutofit/>
          </a:bodyPr>
          <a:lstStyle>
            <a:lvl1pPr marL="0" indent="0" algn="ctr">
              <a:lnSpc>
                <a:spcPct val="109000"/>
              </a:lnSpc>
              <a:spcBef>
                <a:spcPct val="0"/>
              </a:spcBef>
              <a:spcAft>
                <a:spcPct val="0"/>
              </a:spcAft>
              <a:buNone/>
              <a:defRPr sz="8000" b="0" spc="0">
                <a:solidFill>
                  <a:schemeClr val="accent1"/>
                </a:solidFill>
              </a:defRPr>
            </a:lvl1pPr>
          </a:lstStyle>
          <a:p>
            <a:pPr lvl="0"/>
            <a:r>
              <a:rPr lang="zh-CN" altLang="en-US" smtClean="0"/>
              <a:t>02</a:t>
            </a:r>
            <a:endParaRPr lang="zh-CN" altLang="en-US" smtClean="0"/>
          </a:p>
        </p:txBody>
      </p:sp>
      <p:sp>
        <p:nvSpPr>
          <p:cNvPr id="11" name="文本占位符 10"/>
          <p:cNvSpPr>
            <a:spLocks noGrp="1"/>
          </p:cNvSpPr>
          <p:nvPr>
            <p:ph type="body" idx="16389" hasCustomPrompt="1"/>
            <p:custDataLst>
              <p:tags r:id="rId7"/>
            </p:custDataLst>
          </p:nvPr>
        </p:nvSpPr>
        <p:spPr>
          <a:xfrm>
            <a:off x="7848600" y="2235200"/>
            <a:ext cx="3733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2" name="文本占位符 11"/>
          <p:cNvSpPr>
            <a:spLocks noGrp="1"/>
          </p:cNvSpPr>
          <p:nvPr>
            <p:ph type="body" idx="16390" hasCustomPrompt="1"/>
            <p:custDataLst>
              <p:tags r:id="rId8"/>
            </p:custDataLst>
          </p:nvPr>
        </p:nvSpPr>
        <p:spPr>
          <a:xfrm>
            <a:off x="7848600" y="2743200"/>
            <a:ext cx="37338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3" name="文本占位符 12"/>
          <p:cNvSpPr>
            <a:spLocks noGrp="1"/>
          </p:cNvSpPr>
          <p:nvPr>
            <p:ph type="body" idx="16394" hasCustomPrompt="1"/>
            <p:custDataLst>
              <p:tags r:id="rId9"/>
            </p:custDataLst>
          </p:nvPr>
        </p:nvSpPr>
        <p:spPr>
          <a:xfrm>
            <a:off x="622300" y="4318000"/>
            <a:ext cx="1193800" cy="1016000"/>
          </a:xfrm>
          <a:noFill/>
        </p:spPr>
        <p:txBody>
          <a:bodyPr wrap="none" lIns="0" tIns="0" rIns="0" bIns="0" anchor="ctr">
            <a:noAutofit/>
          </a:bodyPr>
          <a:lstStyle>
            <a:lvl1pPr marL="0" indent="0" algn="ctr">
              <a:lnSpc>
                <a:spcPct val="109000"/>
              </a:lnSpc>
              <a:spcBef>
                <a:spcPct val="0"/>
              </a:spcBef>
              <a:spcAft>
                <a:spcPct val="0"/>
              </a:spcAft>
              <a:buNone/>
              <a:defRPr sz="8000" b="0" spc="0">
                <a:solidFill>
                  <a:schemeClr val="accent1"/>
                </a:solidFill>
              </a:defRPr>
            </a:lvl1pPr>
          </a:lstStyle>
          <a:p>
            <a:pPr lvl="0"/>
            <a:r>
              <a:rPr lang="zh-CN" altLang="en-US" smtClean="0"/>
              <a:t>03</a:t>
            </a:r>
            <a:endParaRPr lang="zh-CN" altLang="en-US" smtClean="0"/>
          </a:p>
        </p:txBody>
      </p:sp>
      <p:sp>
        <p:nvSpPr>
          <p:cNvPr id="14" name="文本占位符 13"/>
          <p:cNvSpPr>
            <a:spLocks noGrp="1"/>
          </p:cNvSpPr>
          <p:nvPr>
            <p:ph type="body" idx="16392" hasCustomPrompt="1"/>
            <p:custDataLst>
              <p:tags r:id="rId10"/>
            </p:custDataLst>
          </p:nvPr>
        </p:nvSpPr>
        <p:spPr>
          <a:xfrm>
            <a:off x="2133600" y="4114800"/>
            <a:ext cx="3733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93" hasCustomPrompt="1"/>
            <p:custDataLst>
              <p:tags r:id="rId11"/>
            </p:custDataLst>
          </p:nvPr>
        </p:nvSpPr>
        <p:spPr>
          <a:xfrm>
            <a:off x="2133600" y="4622800"/>
            <a:ext cx="37338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文本占位符 15"/>
          <p:cNvSpPr>
            <a:spLocks noGrp="1"/>
          </p:cNvSpPr>
          <p:nvPr>
            <p:ph type="body" idx="16397" hasCustomPrompt="1"/>
            <p:custDataLst>
              <p:tags r:id="rId12"/>
            </p:custDataLst>
          </p:nvPr>
        </p:nvSpPr>
        <p:spPr>
          <a:xfrm>
            <a:off x="6337300" y="4318000"/>
            <a:ext cx="1193800" cy="1016000"/>
          </a:xfrm>
          <a:noFill/>
        </p:spPr>
        <p:txBody>
          <a:bodyPr wrap="none" lIns="0" tIns="0" rIns="0" bIns="0" anchor="ctr">
            <a:noAutofit/>
          </a:bodyPr>
          <a:lstStyle>
            <a:lvl1pPr marL="0" indent="0" algn="ctr">
              <a:lnSpc>
                <a:spcPct val="109000"/>
              </a:lnSpc>
              <a:spcBef>
                <a:spcPct val="0"/>
              </a:spcBef>
              <a:spcAft>
                <a:spcPct val="0"/>
              </a:spcAft>
              <a:buNone/>
              <a:defRPr sz="8000" b="0" spc="0">
                <a:solidFill>
                  <a:schemeClr val="accent1"/>
                </a:solidFill>
              </a:defRPr>
            </a:lvl1pPr>
          </a:lstStyle>
          <a:p>
            <a:pPr lvl="0"/>
            <a:r>
              <a:rPr lang="zh-CN" altLang="en-US" smtClean="0"/>
              <a:t>04</a:t>
            </a:r>
            <a:endParaRPr lang="zh-CN" altLang="en-US" smtClean="0"/>
          </a:p>
        </p:txBody>
      </p:sp>
      <p:sp>
        <p:nvSpPr>
          <p:cNvPr id="17" name="文本占位符 16"/>
          <p:cNvSpPr>
            <a:spLocks noGrp="1"/>
          </p:cNvSpPr>
          <p:nvPr>
            <p:ph type="body" idx="16395" hasCustomPrompt="1"/>
            <p:custDataLst>
              <p:tags r:id="rId13"/>
            </p:custDataLst>
          </p:nvPr>
        </p:nvSpPr>
        <p:spPr>
          <a:xfrm>
            <a:off x="7848600" y="4114800"/>
            <a:ext cx="3733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8" name="文本占位符 17"/>
          <p:cNvSpPr>
            <a:spLocks noGrp="1"/>
          </p:cNvSpPr>
          <p:nvPr>
            <p:ph type="body" idx="16396" hasCustomPrompt="1"/>
            <p:custDataLst>
              <p:tags r:id="rId14"/>
            </p:custDataLst>
          </p:nvPr>
        </p:nvSpPr>
        <p:spPr>
          <a:xfrm>
            <a:off x="7848600" y="4622800"/>
            <a:ext cx="37338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3968" y="136131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3968" y="384098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184" y="523097"/>
            <a:ext cx="10515600" cy="1325563"/>
          </a:xfr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184" y="1983597"/>
            <a:ext cx="10515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184" y="523097"/>
            <a:ext cx="10515600" cy="1325563"/>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184" y="1983597"/>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184" y="1983597"/>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8039" y="516256"/>
            <a:ext cx="10515890" cy="1324340"/>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039" y="1935192"/>
            <a:ext cx="5163349" cy="8277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8039" y="2818085"/>
            <a:ext cx="5163349" cy="352369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66931" y="1935192"/>
            <a:ext cx="5186998" cy="8277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66931" y="2818085"/>
            <a:ext cx="5186998" cy="352369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8184" y="723122"/>
            <a:ext cx="4165349"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1584" y="723123"/>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8184" y="2323322"/>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884" y="523097"/>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184" y="523097"/>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184" y="523097"/>
            <a:ext cx="10515600" cy="58118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内容占位符 2"/>
          <p:cNvSpPr>
            <a:spLocks noGrp="1"/>
          </p:cNvSpPr>
          <p:nvPr>
            <p:ph idx="1"/>
            <p:custDataLst>
              <p:tags r:id="rId3"/>
            </p:custDataLst>
          </p:nvPr>
        </p:nvSpPr>
        <p:spPr/>
        <p:txBody>
          <a:bodyPr wrap="square">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pic>
        <p:nvPicPr>
          <p:cNvPr id="10" name="图片 9" descr="C:\Users\Administrator\Desktop\画板 5.png画板 5"/>
          <p:cNvPicPr>
            <a:picLocks noChangeAspect="1"/>
          </p:cNvPicPr>
          <p:nvPr userDrawn="1">
            <p:custDataLst>
              <p:tags r:id="rId2"/>
            </p:custDataLst>
          </p:nvPr>
        </p:nvPicPr>
        <p:blipFill>
          <a:blip r:embed="rId3"/>
          <a:srcRect t="2341"/>
          <a:stretch>
            <a:fillRect/>
          </a:stretch>
        </p:blipFill>
        <p:spPr>
          <a:xfrm>
            <a:off x="7303341" y="0"/>
            <a:ext cx="4888659" cy="6858000"/>
          </a:xfrm>
          <a:prstGeom prst="rect">
            <a:avLst/>
          </a:prstGeom>
        </p:spPr>
      </p:pic>
      <p:pic>
        <p:nvPicPr>
          <p:cNvPr id="11" name="图片 10"/>
          <p:cNvPicPr>
            <a:picLocks noChangeAspect="1"/>
          </p:cNvPicPr>
          <p:nvPr userDrawn="1">
            <p:custDataLst>
              <p:tags r:id="rId4"/>
            </p:custDataLst>
          </p:nvPr>
        </p:nvPicPr>
        <p:blipFill>
          <a:blip r:embed="rId5"/>
          <a:stretch>
            <a:fillRect/>
          </a:stretch>
        </p:blipFill>
        <p:spPr>
          <a:xfrm>
            <a:off x="0" y="1871980"/>
            <a:ext cx="8269213" cy="4262742"/>
          </a:xfrm>
          <a:prstGeom prst="rect">
            <a:avLst/>
          </a:prstGeom>
        </p:spPr>
      </p:pic>
      <p:pic>
        <p:nvPicPr>
          <p:cNvPr id="12" name="图片 11"/>
          <p:cNvPicPr/>
          <p:nvPr userDrawn="1">
            <p:custDataLst>
              <p:tags r:id="rId6"/>
            </p:custDataLst>
          </p:nvPr>
        </p:nvPicPr>
        <p:blipFill>
          <a:blip r:embed="rId7"/>
          <a:stretch>
            <a:fillRect/>
          </a:stretch>
        </p:blipFill>
        <p:spPr>
          <a:xfrm>
            <a:off x="11779270" y="1879716"/>
            <a:ext cx="412730" cy="4249810"/>
          </a:xfrm>
          <a:prstGeom prst="rect">
            <a:avLst/>
          </a:prstGeom>
        </p:spPr>
      </p:pic>
      <p:sp>
        <p:nvSpPr>
          <p:cNvPr id="2" name="标题 1"/>
          <p:cNvSpPr>
            <a:spLocks noGrp="1"/>
          </p:cNvSpPr>
          <p:nvPr>
            <p:ph type="title" hasCustomPrompt="1"/>
            <p:custDataLst>
              <p:tags r:id="rId8"/>
            </p:custDataLst>
          </p:nvPr>
        </p:nvSpPr>
        <p:spPr>
          <a:xfrm>
            <a:off x="513276" y="1776372"/>
            <a:ext cx="5829300" cy="1013977"/>
          </a:xfrm>
        </p:spPr>
        <p:txBody>
          <a:bodyPr vert="horz" wrap="square" lIns="0" tIns="0" rIns="0" bIns="0" rtlCol="0" anchor="b" anchorCtr="0">
            <a:normAutofit/>
          </a:bodyPr>
          <a:lstStyle>
            <a:lvl1pPr marL="0" indent="0" algn="l">
              <a:buFont typeface="Arial" panose="020B0604020202020204" pitchFamily="34" charset="0"/>
              <a:buNone/>
              <a:defRPr lang="zh-CN" altLang="en-US" sz="5600" dirty="0">
                <a:solidFill>
                  <a:schemeClr val="lt1">
                    <a:lumMod val="100000"/>
                  </a:schemeClr>
                </a:solidFill>
                <a:latin typeface="+mj-ea"/>
                <a:ea typeface="+mj-ea"/>
                <a:cs typeface="汉仪雅酷黑简" panose="00020600040101010101" charset="-122"/>
              </a:defRPr>
            </a:lvl1pPr>
          </a:lstStyle>
          <a:p>
            <a:pPr marL="0" lvl="0">
              <a:lnSpc>
                <a:spcPct val="114000"/>
              </a:lnSpc>
            </a:pPr>
            <a:r>
              <a:rPr lang="zh-CN" altLang="en-US" dirty="0"/>
              <a:t>标题</a:t>
            </a:r>
            <a:endParaRPr lang="zh-CN" altLang="en-US" dirty="0"/>
          </a:p>
        </p:txBody>
      </p:sp>
      <p:sp>
        <p:nvSpPr>
          <p:cNvPr id="7" name="日期占位符 3"/>
          <p:cNvSpPr>
            <a:spLocks noGrp="1"/>
          </p:cNvSpPr>
          <p:nvPr>
            <p:ph type="dt" sz="half" idx="10"/>
            <p:custDataLst>
              <p:tags r:id="rId9"/>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10"/>
            </p:custDataLst>
          </p:nvPr>
        </p:nvSpPr>
        <p:spPr/>
        <p:txBody>
          <a:bodyPr/>
          <a:lstStyle/>
          <a:p>
            <a:endParaRPr lang="zh-CN" altLang="en-US"/>
          </a:p>
        </p:txBody>
      </p:sp>
      <p:sp>
        <p:nvSpPr>
          <p:cNvPr id="9" name="灯片编号占位符 5"/>
          <p:cNvSpPr>
            <a:spLocks noGrp="1"/>
          </p:cNvSpPr>
          <p:nvPr>
            <p:ph type="sldNum" sz="quarter" idx="12"/>
            <p:custDataLst>
              <p:tags r:id="rId11"/>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wrap="square" lIns="0" tIns="0" rIns="0" bIns="0" rtlCol="0" anchor="ctr">
            <a:normAutofit/>
          </a:bodyPr>
          <a:lstStyle>
            <a:lvl1pPr>
              <a:defRPr lang="zh-CN" altLang="en-US" dirty="0"/>
            </a:lvl1pPr>
          </a:lstStyle>
          <a:p>
            <a:pPr lvl="0"/>
            <a:r>
              <a:rPr lang="zh-CN" altLang="en-US" dirty="0"/>
              <a:t>单击此处编辑母版标题样式</a:t>
            </a:r>
            <a:endParaRPr lang="zh-CN" altLang="en-US" dirty="0"/>
          </a:p>
        </p:txBody>
      </p:sp>
      <p:sp>
        <p:nvSpPr>
          <p:cNvPr id="3" name="内容占位符 2"/>
          <p:cNvSpPr>
            <a:spLocks noGrp="1"/>
          </p:cNvSpPr>
          <p:nvPr>
            <p:ph sz="half" idx="1"/>
            <p:custDataLst>
              <p:tags r:id="rId3"/>
            </p:custDataLst>
          </p:nvPr>
        </p:nvSpPr>
        <p:spPr>
          <a:xfrm>
            <a:off x="838200" y="1364400"/>
            <a:ext cx="5181600" cy="481320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内容占位符 3"/>
          <p:cNvSpPr>
            <a:spLocks noGrp="1"/>
          </p:cNvSpPr>
          <p:nvPr>
            <p:ph sz="half" idx="2"/>
            <p:custDataLst>
              <p:tags r:id="rId4"/>
            </p:custDataLst>
          </p:nvPr>
        </p:nvSpPr>
        <p:spPr>
          <a:xfrm>
            <a:off x="6172200" y="1364400"/>
            <a:ext cx="5181600" cy="481320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日期占位符 4"/>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839788" y="360000"/>
            <a:ext cx="10515600" cy="864000"/>
          </a:xfrm>
        </p:spPr>
        <p:txBody>
          <a:bodyPr vert="horz" wrap="square" lIns="0" tIns="0" rIns="0" bIns="0" rtlCol="0" anchor="ctr">
            <a:normAutofit/>
          </a:bodyPr>
          <a:lstStyle>
            <a:lvl1pPr>
              <a:defRPr lang="zh-CN" altLang="en-US" dirty="0"/>
            </a:lvl1pPr>
          </a:lstStyle>
          <a:p>
            <a:pPr lvl="0"/>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839788" y="1364400"/>
            <a:ext cx="5157787" cy="540000"/>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custDataLst>
              <p:tags r:id="rId4"/>
            </p:custDataLst>
          </p:nvPr>
        </p:nvSpPr>
        <p:spPr>
          <a:xfrm>
            <a:off x="839788" y="2061275"/>
            <a:ext cx="5157787" cy="4128388"/>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文本占位符 4"/>
          <p:cNvSpPr>
            <a:spLocks noGrp="1"/>
          </p:cNvSpPr>
          <p:nvPr>
            <p:ph type="body" sz="quarter" idx="3"/>
            <p:custDataLst>
              <p:tags r:id="rId5"/>
            </p:custDataLst>
          </p:nvPr>
        </p:nvSpPr>
        <p:spPr>
          <a:xfrm>
            <a:off x="6172200" y="1364400"/>
            <a:ext cx="5183188" cy="540000"/>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custDataLst>
              <p:tags r:id="rId6"/>
            </p:custDataLst>
          </p:nvPr>
        </p:nvSpPr>
        <p:spPr>
          <a:xfrm>
            <a:off x="6172200" y="2061275"/>
            <a:ext cx="5183188" cy="4128388"/>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7" name="日期占位符 6"/>
          <p:cNvSpPr>
            <a:spLocks noGrp="1"/>
          </p:cNvSpPr>
          <p:nvPr>
            <p:ph type="dt" sz="half" idx="10"/>
            <p:custDataLst>
              <p:tags r:id="rId7"/>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dirty="0"/>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2"/>
            </p:custDataLst>
          </p:nvPr>
        </p:nvSpPr>
        <p:spPr>
          <a:xfrm>
            <a:off x="838200" y="360000"/>
            <a:ext cx="10515600" cy="581760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3"/>
          <p:cNvSpPr>
            <a:spLocks noGrp="1"/>
          </p:cNvSpPr>
          <p:nvPr>
            <p:ph type="ftr" sz="quarter" idx="11"/>
            <p:custDataLst>
              <p:tags r:id="rId4"/>
            </p:custDataLst>
          </p:nvPr>
        </p:nvSpPr>
        <p:spPr/>
        <p:txBody>
          <a:bodyPr/>
          <a:lstStyle/>
          <a:p>
            <a:endParaRPr lang="zh-CN" altLang="en-US"/>
          </a:p>
        </p:txBody>
      </p:sp>
      <p:sp>
        <p:nvSpPr>
          <p:cNvPr id="6"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839788" y="360000"/>
            <a:ext cx="10515600" cy="864000"/>
          </a:xfrm>
        </p:spPr>
        <p:txBody>
          <a:bodyPr wrap="square">
            <a:normAutofit/>
          </a:bodyPr>
          <a:lstStyle>
            <a:lvl1pPr>
              <a:defRPr>
                <a:latin typeface="+mj-ea"/>
                <a:ea typeface="+mj-ea"/>
              </a:defRPr>
            </a:lvl1pPr>
          </a:lstStyle>
          <a:p>
            <a:r>
              <a:rPr lang="zh-CN" altLang="en-US" dirty="0"/>
              <a:t>单击此处编辑母版标题样式</a:t>
            </a:r>
            <a:endParaRPr lang="zh-CN" altLang="en-US" dirty="0"/>
          </a:p>
        </p:txBody>
      </p:sp>
      <p:sp>
        <p:nvSpPr>
          <p:cNvPr id="3" name="文本占位符 2"/>
          <p:cNvSpPr>
            <a:spLocks noGrp="1"/>
          </p:cNvSpPr>
          <p:nvPr>
            <p:ph type="body" idx="1" hasCustomPrompt="1"/>
            <p:custDataLst>
              <p:tags r:id="rId3"/>
            </p:custDataLst>
          </p:nvPr>
        </p:nvSpPr>
        <p:spPr>
          <a:xfrm>
            <a:off x="838200" y="1296000"/>
            <a:ext cx="10514012" cy="576000"/>
          </a:xfrm>
        </p:spPr>
        <p:txBody>
          <a:bodyPr wrap="square" anchor="t">
            <a:normAutofit/>
          </a:bodyPr>
          <a:lstStyle>
            <a:lvl1pPr marL="0" indent="0">
              <a:buNone/>
              <a:defRPr sz="2400" b="0">
                <a:latin typeface="+mj-ea"/>
                <a:ea typeface="+mj-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单击此处编辑副标题</a:t>
            </a:r>
            <a:endParaRPr lang="zh-CN" altLang="en-US" dirty="0"/>
          </a:p>
        </p:txBody>
      </p:sp>
      <p:sp>
        <p:nvSpPr>
          <p:cNvPr id="7"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5"/>
            </p:custDataLst>
          </p:nvPr>
        </p:nvSpPr>
        <p:spPr/>
        <p:txBody>
          <a:bodyPr/>
          <a:lstStyle/>
          <a:p>
            <a:endParaRPr lang="zh-CN" altLang="en-US"/>
          </a:p>
        </p:txBody>
      </p:sp>
      <p:sp>
        <p:nvSpPr>
          <p:cNvPr id="9"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showMasterSp="0" userDrawn="1">
  <p:cSld name="封面页-1_3">
    <p:spTree>
      <p:nvGrpSpPr>
        <p:cNvPr id="1" name=""/>
        <p:cNvGrpSpPr/>
        <p:nvPr/>
      </p:nvGrpSpPr>
      <p:grpSpPr>
        <a:xfrm>
          <a:off x="0" y="0"/>
          <a:ext cx="0" cy="0"/>
          <a:chOff x="0" y="0"/>
          <a:chExt cx="0" cy="0"/>
        </a:xfrm>
      </p:grpSpPr>
      <p:pic>
        <p:nvPicPr>
          <p:cNvPr id="12" name="图片 11" descr="C:\Users\Administrator\Desktop\画板 1.png画板 1"/>
          <p:cNvPicPr/>
          <p:nvPr userDrawn="1">
            <p:custDataLst>
              <p:tags r:id="rId2"/>
            </p:custDataLst>
          </p:nvPr>
        </p:nvPicPr>
        <p:blipFill>
          <a:blip r:embed="rId3"/>
          <a:srcRect/>
          <a:stretch>
            <a:fillRect/>
          </a:stretch>
        </p:blipFill>
        <p:spPr>
          <a:xfrm>
            <a:off x="6022524" y="1800"/>
            <a:ext cx="6168806" cy="6854400"/>
          </a:xfrm>
          <a:prstGeom prst="rect">
            <a:avLst/>
          </a:prstGeom>
        </p:spPr>
      </p:pic>
      <p:pic>
        <p:nvPicPr>
          <p:cNvPr id="13" name="图片 12" descr="画板 5"/>
          <p:cNvPicPr>
            <a:picLocks noChangeAspect="1"/>
          </p:cNvPicPr>
          <p:nvPr userDrawn="1">
            <p:custDataLst>
              <p:tags r:id="rId4"/>
            </p:custDataLst>
          </p:nvPr>
        </p:nvPicPr>
        <p:blipFill>
          <a:blip r:embed="rId5"/>
          <a:stretch>
            <a:fillRect/>
          </a:stretch>
        </p:blipFill>
        <p:spPr>
          <a:xfrm>
            <a:off x="8276106" y="1344983"/>
            <a:ext cx="3915859" cy="4099441"/>
          </a:xfrm>
          <a:prstGeom prst="rect">
            <a:avLst/>
          </a:prstGeom>
        </p:spPr>
      </p:pic>
      <p:sp>
        <p:nvSpPr>
          <p:cNvPr id="8" name="日期占位符 3"/>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4"/>
          <p:cNvSpPr>
            <a:spLocks noGrp="1"/>
          </p:cNvSpPr>
          <p:nvPr>
            <p:ph type="ftr" sz="quarter" idx="11"/>
            <p:custDataLst>
              <p:tags r:id="rId7"/>
            </p:custDataLst>
          </p:nvPr>
        </p:nvSpPr>
        <p:spPr/>
        <p:txBody>
          <a:bodyPr>
            <a:normAutofit/>
          </a:bodyPr>
          <a:lstStyle/>
          <a:p>
            <a:endParaRPr lang="zh-CN" altLang="en-US" dirty="0"/>
          </a:p>
        </p:txBody>
      </p:sp>
      <p:sp>
        <p:nvSpPr>
          <p:cNvPr id="10" name="灯片编号占位符 5"/>
          <p:cNvSpPr>
            <a:spLocks noGrp="1"/>
          </p:cNvSpPr>
          <p:nvPr>
            <p:ph type="sldNum" sz="quarter" idx="12"/>
            <p:custDataLst>
              <p:tags r:id="rId8"/>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14" name="Text Placeholder 13"/>
          <p:cNvSpPr>
            <a:spLocks noGrp="1"/>
          </p:cNvSpPr>
          <p:nvPr>
            <p:ph type="body" idx="17827585" hasCustomPrompt="1"/>
            <p:custDataLst>
              <p:tags r:id="rId9"/>
            </p:custDataLst>
          </p:nvPr>
        </p:nvSpPr>
        <p:spPr>
          <a:xfrm>
            <a:off x="838200" y="1651000"/>
            <a:ext cx="6097058" cy="457200"/>
          </a:xfrm>
          <a:noFill/>
        </p:spPr>
        <p:txBody>
          <a:bodyPr vert="horz" lIns="0" tIns="0" rIns="0" bIns="0" anchor="t">
            <a:normAutofit/>
          </a:bodyPr>
          <a:lstStyle>
            <a:lvl1pPr marL="0" indent="0" algn="l">
              <a:lnSpc>
                <a:spcPct val="125000"/>
              </a:lnSpc>
              <a:spcBef>
                <a:spcPct val="0"/>
              </a:spcBef>
              <a:spcAft>
                <a:spcPct val="0"/>
              </a:spcAft>
              <a:buNone/>
              <a:defRPr sz="2400" b="0" spc="0">
                <a:solidFill>
                  <a:schemeClr val="tx1">
                    <a:lumMod val="85000"/>
                    <a:lumOff val="15000"/>
                  </a:schemeClr>
                </a:solidFill>
              </a:defRPr>
            </a:lvl1pPr>
          </a:lstStyle>
          <a:p>
            <a:pPr lvl="0"/>
            <a:r>
              <a:rPr lang="zh-CN" altLang="en-US" smtClean="0"/>
              <a:t>20XX YEAR</a:t>
            </a:r>
            <a:endParaRPr lang="zh-CN" altLang="en-US" smtClean="0"/>
          </a:p>
        </p:txBody>
      </p:sp>
      <p:sp>
        <p:nvSpPr>
          <p:cNvPr id="6" name="标题 1"/>
          <p:cNvSpPr>
            <a:spLocks noGrp="1"/>
          </p:cNvSpPr>
          <p:nvPr>
            <p:ph type="ctrTitle" idx="17826049" hasCustomPrompt="1"/>
            <p:custDataLst>
              <p:tags r:id="rId10"/>
            </p:custDataLst>
          </p:nvPr>
        </p:nvSpPr>
        <p:spPr>
          <a:xfrm>
            <a:off x="838200" y="2159000"/>
            <a:ext cx="6097270" cy="2540000"/>
          </a:xfrm>
        </p:spPr>
        <p:txBody>
          <a:bodyPr vert="horz" wrap="square" lIns="0" tIns="0" rIns="0" bIns="0" rtlCol="0" anchor="t" anchorCtr="0">
            <a:normAutofit/>
          </a:bodyPr>
          <a:lstStyle>
            <a:lvl1pPr marL="0" indent="0" algn="l">
              <a:lnSpc>
                <a:spcPct val="100000"/>
              </a:lnSpc>
              <a:spcBef>
                <a:spcPct val="0"/>
              </a:spcBef>
              <a:spcAft>
                <a:spcPct val="0"/>
              </a:spcAft>
              <a:buFont typeface="Arial" panose="020B0604020202020204" pitchFamily="34" charset="0"/>
              <a:buNone/>
              <a:defRPr kumimoji="0" lang="zh-CN" altLang="en-US" sz="6000" i="0" u="none" strike="noStrike" kern="0" cap="none" spc="0" normalizeH="0" baseline="0" dirty="0">
                <a:ln>
                  <a:noFill/>
                </a:ln>
                <a:solidFill>
                  <a:schemeClr val="tx1">
                    <a:lumMod val="85000"/>
                    <a:lumOff val="15000"/>
                  </a:schemeClr>
                </a:solidFill>
                <a:effectLst/>
                <a:uFillTx/>
                <a:latin typeface="+mj-ea"/>
                <a:ea typeface="+mj-ea"/>
              </a:defRPr>
            </a:lvl1pPr>
          </a:lstStyle>
          <a:p>
            <a:pPr marL="0" marR="0" lvl="0" fontAlgn="auto" hangingPunct="0">
              <a:lnSpc>
                <a:spcPct val="92000"/>
              </a:lnSpc>
              <a:spcBef>
                <a:spcPts val="0"/>
              </a:spcBef>
              <a:spcAft>
                <a:spcPts val="0"/>
              </a:spcAft>
              <a:buClrTx/>
              <a:buSzTx/>
              <a:buFontTx/>
            </a:pPr>
            <a:r>
              <a:rPr lang="zh-CN" altLang="en-US" dirty="0"/>
              <a:t>单击此处
添加文档标题</a:t>
            </a:r>
            <a:endParaRPr lang="zh-CN" altLang="en-US" dirty="0"/>
          </a:p>
        </p:txBody>
      </p:sp>
      <p:sp>
        <p:nvSpPr>
          <p:cNvPr id="15" name="Text Placeholder 14"/>
          <p:cNvSpPr>
            <a:spLocks noGrp="1"/>
          </p:cNvSpPr>
          <p:nvPr>
            <p:ph type="body" idx="18875650" hasCustomPrompt="1"/>
            <p:custDataLst>
              <p:tags r:id="rId11"/>
            </p:custDataLst>
          </p:nvPr>
        </p:nvSpPr>
        <p:spPr>
          <a:xfrm>
            <a:off x="838200" y="4749800"/>
            <a:ext cx="2540882" cy="533400"/>
          </a:xfrm>
          <a:noFill/>
        </p:spPr>
        <p:txBody>
          <a:bodyPr vert="horz" lIns="0" tIns="0" rIns="0" bIns="0" anchor="ctr">
            <a:normAutofit/>
          </a:bodyPr>
          <a:lstStyle>
            <a:lvl1pPr marL="0" indent="0" algn="l">
              <a:lnSpc>
                <a:spcPct val="150000"/>
              </a:lnSpc>
              <a:spcBef>
                <a:spcPct val="0"/>
              </a:spcBef>
              <a:spcAft>
                <a:spcPct val="0"/>
              </a:spcAft>
              <a:buNone/>
              <a:defRPr sz="2000" b="0" spc="0">
                <a:solidFill>
                  <a:schemeClr val="tx1"/>
                </a:solidFill>
              </a:defRPr>
            </a:lvl1pPr>
          </a:lstStyle>
          <a:p>
            <a:pPr lvl="0"/>
            <a:r>
              <a:rPr lang="zh-CN" altLang="en-US" smtClean="0"/>
              <a:t>BY WPS</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showMasterSp="0" userDrawn="1">
  <p:cSld name="章节页-1_5">
    <p:spTree>
      <p:nvGrpSpPr>
        <p:cNvPr id="1" name=""/>
        <p:cNvGrpSpPr/>
        <p:nvPr/>
      </p:nvGrpSpPr>
      <p:grpSpPr>
        <a:xfrm>
          <a:off x="0" y="0"/>
          <a:ext cx="0" cy="0"/>
          <a:chOff x="0" y="0"/>
          <a:chExt cx="0" cy="0"/>
        </a:xfrm>
      </p:grpSpPr>
      <p:sp>
        <p:nvSpPr>
          <p:cNvPr id="9" name="日期占位符 4"/>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10" name="页脚占位符 5"/>
          <p:cNvSpPr>
            <a:spLocks noGrp="1"/>
          </p:cNvSpPr>
          <p:nvPr>
            <p:ph type="ftr" sz="quarter" idx="11"/>
            <p:custDataLst>
              <p:tags r:id="rId3"/>
            </p:custDataLst>
          </p:nvPr>
        </p:nvSpPr>
        <p:spPr/>
        <p:txBody>
          <a:bodyPr/>
          <a:lstStyle/>
          <a:p>
            <a:endParaRPr lang="zh-CN" altLang="en-US"/>
          </a:p>
        </p:txBody>
      </p:sp>
      <p:sp>
        <p:nvSpPr>
          <p:cNvPr id="11" name="灯片编号占位符 6"/>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6" name="标题 1"/>
          <p:cNvSpPr>
            <a:spLocks noGrp="1"/>
          </p:cNvSpPr>
          <p:nvPr>
            <p:ph type="title" idx="17826049" hasCustomPrompt="1"/>
            <p:custDataLst>
              <p:tags r:id="rId5"/>
            </p:custDataLst>
          </p:nvPr>
        </p:nvSpPr>
        <p:spPr>
          <a:xfrm>
            <a:off x="4823883" y="3530600"/>
            <a:ext cx="6352117" cy="1524000"/>
          </a:xfrm>
        </p:spPr>
        <p:txBody>
          <a:bodyPr vert="horz" wrap="square" lIns="0" tIns="0" rIns="0" bIns="0" rtlCol="0" anchor="t" anchorCtr="0">
            <a:normAutofit/>
          </a:bodyPr>
          <a:lstStyle>
            <a:lvl1pPr marL="0" indent="0" algn="r">
              <a:lnSpc>
                <a:spcPct val="100000"/>
              </a:lnSpc>
              <a:spcBef>
                <a:spcPct val="0"/>
              </a:spcBef>
              <a:spcAft>
                <a:spcPct val="0"/>
              </a:spcAft>
              <a:buFont typeface="Arial" panose="020B0604020202020204" pitchFamily="34" charset="0"/>
              <a:buNone/>
              <a:defRPr kumimoji="0" lang="zh-CN" altLang="en-US" sz="4800" b="0" i="0" u="none" strike="noStrike" cap="none" spc="0" normalizeH="0" baseline="0" noProof="1" dirty="0">
                <a:solidFill>
                  <a:schemeClr val="tx1">
                    <a:lumMod val="85000"/>
                    <a:lumOff val="15000"/>
                  </a:schemeClr>
                </a:solidFill>
                <a:uFillTx/>
                <a:latin typeface="+mj-ea"/>
                <a:ea typeface="+mj-ea"/>
                <a:cs typeface="+mn-cs"/>
              </a:defRPr>
            </a:lvl1pPr>
          </a:lstStyle>
          <a:p>
            <a:pPr marL="0" marR="0" lvl="0" fontAlgn="auto">
              <a:lnSpc>
                <a:spcPct val="83000"/>
              </a:lnSpc>
              <a:buClrTx/>
              <a:buSzTx/>
              <a:buFontTx/>
            </a:pPr>
            <a:r>
              <a:rPr lang="zh-CN" altLang="en-US" dirty="0"/>
              <a:t>单击此处添加章节标题</a:t>
            </a:r>
            <a:endParaRPr lang="zh-CN" altLang="en-US" dirty="0"/>
          </a:p>
        </p:txBody>
      </p:sp>
      <p:sp>
        <p:nvSpPr>
          <p:cNvPr id="8" name="节编号 3"/>
          <p:cNvSpPr>
            <a:spLocks noGrp="1"/>
          </p:cNvSpPr>
          <p:nvPr>
            <p:ph type="body" sz="quarter" idx="17826561" hasCustomPrompt="1"/>
            <p:custDataLst>
              <p:tags r:id="rId6"/>
            </p:custDataLst>
          </p:nvPr>
        </p:nvSpPr>
        <p:spPr>
          <a:xfrm>
            <a:off x="9648825" y="1905000"/>
            <a:ext cx="1527175" cy="1524000"/>
          </a:xfrm>
        </p:spPr>
        <p:txBody>
          <a:bodyPr vert="horz" wrap="square" lIns="0" tIns="0" rIns="0" bIns="0" rtlCol="0" anchor="ctr" anchorCtr="0">
            <a:normAutofit/>
          </a:bodyPr>
          <a:lstStyle>
            <a:lvl1pPr marL="0" indent="0" algn="r">
              <a:lnSpc>
                <a:spcPct val="109000"/>
              </a:lnSpc>
              <a:spcBef>
                <a:spcPct val="0"/>
              </a:spcBef>
              <a:spcAft>
                <a:spcPct val="0"/>
              </a:spcAft>
              <a:buFont typeface="Arial" panose="020B0604020202020204" pitchFamily="34" charset="0"/>
              <a:buNone/>
              <a:defRPr lang="zh-CN" altLang="en-US" sz="7200" b="1" i="0" spc="0" dirty="0">
                <a:solidFill>
                  <a:schemeClr val="tx1">
                    <a:lumMod val="85000"/>
                    <a:lumOff val="15000"/>
                  </a:schemeClr>
                </a:solidFill>
                <a:latin typeface="+mj-ea"/>
                <a:ea typeface="+mj-ea"/>
              </a:defRPr>
            </a:lvl1pPr>
          </a:lstStyle>
          <a:p>
            <a:pPr marL="0" lvl="0">
              <a:lnSpc>
                <a:spcPct val="83000"/>
              </a:lnSpc>
            </a:pPr>
            <a:r>
              <a:rPr lang="zh-CN" altLang="en-US" dirty="0"/>
              <a:t>01</a:t>
            </a:r>
            <a:endParaRPr lang="zh-CN" altLang="en-US" dirty="0"/>
          </a:p>
        </p:txBody>
      </p:sp>
      <p:pic>
        <p:nvPicPr>
          <p:cNvPr id="2" name="图片 1" descr="C:\Users\Administrator\Desktop\画板 5.png画板 5"/>
          <p:cNvPicPr>
            <a:picLocks noChangeAspect="1"/>
          </p:cNvPicPr>
          <p:nvPr userDrawn="1">
            <p:custDataLst>
              <p:tags r:id="rId7"/>
            </p:custDataLst>
          </p:nvPr>
        </p:nvPicPr>
        <p:blipFill>
          <a:blip r:embed="rId8"/>
          <a:srcRect l="13768" t="2341" r="17145"/>
          <a:stretch>
            <a:fillRect/>
          </a:stretch>
        </p:blipFill>
        <p:spPr>
          <a:xfrm>
            <a:off x="0" y="0"/>
            <a:ext cx="3377565" cy="6858000"/>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showMasterSp="0" userDrawn="1">
  <p:cSld name="结束页-1_4">
    <p:spTree>
      <p:nvGrpSpPr>
        <p:cNvPr id="1" name=""/>
        <p:cNvGrpSpPr/>
        <p:nvPr/>
      </p:nvGrpSpPr>
      <p:grpSpPr>
        <a:xfrm>
          <a:off x="0" y="0"/>
          <a:ext cx="0" cy="0"/>
          <a:chOff x="0" y="0"/>
          <a:chExt cx="0" cy="0"/>
        </a:xfrm>
      </p:grpSpPr>
      <p:pic>
        <p:nvPicPr>
          <p:cNvPr id="12" name="image 101" descr="/Users/mac/Desktop/画板 2.png画板 2"/>
          <p:cNvPicPr>
            <a:picLocks noChangeAspect="1"/>
          </p:cNvPicPr>
          <p:nvPr userDrawn="1">
            <p:custDataLst>
              <p:tags r:id="rId2"/>
            </p:custDataLst>
          </p:nvPr>
        </p:nvPicPr>
        <p:blipFill>
          <a:blip r:embed="rId3"/>
          <a:srcRect/>
          <a:stretch>
            <a:fillRect/>
          </a:stretch>
        </p:blipFill>
        <p:spPr>
          <a:xfrm>
            <a:off x="1200" y="695"/>
            <a:ext cx="12189600" cy="6856611"/>
          </a:xfrm>
          <a:prstGeom prst="rect">
            <a:avLst/>
          </a:prstGeom>
          <a:ln w="12700">
            <a:miter lim="400000"/>
            <a:headEnd/>
            <a:tailEnd/>
          </a:ln>
        </p:spPr>
      </p:pic>
      <p:sp>
        <p:nvSpPr>
          <p:cNvPr id="8"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4"/>
          <p:cNvSpPr>
            <a:spLocks noGrp="1"/>
          </p:cNvSpPr>
          <p:nvPr>
            <p:ph type="ftr" sz="quarter" idx="11"/>
            <p:custDataLst>
              <p:tags r:id="rId5"/>
            </p:custDataLst>
          </p:nvPr>
        </p:nvSpPr>
        <p:spPr/>
        <p:txBody>
          <a:bodyPr/>
          <a:lstStyle/>
          <a:p>
            <a:endParaRPr lang="zh-CN" altLang="en-US"/>
          </a:p>
        </p:txBody>
      </p:sp>
      <p:sp>
        <p:nvSpPr>
          <p:cNvPr id="10" name="灯片编号占位符 5"/>
          <p:cNvSpPr>
            <a:spLocks noGrp="1"/>
          </p:cNvSpPr>
          <p:nvPr>
            <p:ph type="sldNum" sz="quarter" idx="12"/>
            <p:custDataLst>
              <p:tags r:id="rId6"/>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7" name="副标题 2"/>
          <p:cNvSpPr>
            <a:spLocks noGrp="1"/>
          </p:cNvSpPr>
          <p:nvPr>
            <p:ph type="body" idx="17826305" hasCustomPrompt="1"/>
            <p:custDataLst>
              <p:tags r:id="rId7"/>
            </p:custDataLst>
          </p:nvPr>
        </p:nvSpPr>
        <p:spPr>
          <a:xfrm>
            <a:off x="3364971" y="2667000"/>
            <a:ext cx="5449358" cy="457200"/>
          </a:xfrm>
          <a:noFill/>
        </p:spPr>
        <p:txBody>
          <a:bodyPr vert="horz" wrap="square" lIns="0" tIns="0" rIns="0" bIns="0" rtlCol="0" anchor="t">
            <a:normAutofit/>
          </a:bodyPr>
          <a:lstStyle>
            <a:lvl1pPr marL="0" indent="0" algn="ctr">
              <a:lnSpc>
                <a:spcPct val="125000"/>
              </a:lnSpc>
              <a:spcBef>
                <a:spcPct val="0"/>
              </a:spcBef>
              <a:spcAft>
                <a:spcPct val="0"/>
              </a:spcAft>
              <a:buFont typeface="Arial" panose="020B0604020202020204" pitchFamily="34" charset="0"/>
              <a:buNone/>
              <a:defRPr kumimoji="0" lang="zh-CN" altLang="en-US" sz="2400" b="1" i="0" u="none" strike="noStrike" cap="none" spc="0" normalizeH="0" baseline="0" noProof="1" dirty="0">
                <a:solidFill>
                  <a:schemeClr val="lt1">
                    <a:lumMod val="100000"/>
                  </a:schemeClr>
                </a:solidFill>
                <a:uFillTx/>
                <a:latin typeface="+mj-ea"/>
                <a:ea typeface="+mj-ea"/>
              </a:defRPr>
            </a:lvl1pPr>
          </a:lstStyle>
          <a:p>
            <a:pPr marL="114300" marR="0" lvl="0" indent="-342900" algn="ctr" fontAlgn="auto">
              <a:lnSpc>
                <a:spcPct val="100000"/>
              </a:lnSpc>
              <a:spcBef>
                <a:spcPts val="0"/>
              </a:spcBef>
              <a:spcAft>
                <a:spcPts val="1000"/>
              </a:spcAft>
              <a:buClrTx/>
              <a:buSzTx/>
            </a:pPr>
            <a:r>
              <a:rPr lang="zh-CN" altLang="en-US" dirty="0"/>
              <a:t>THE END</a:t>
            </a:r>
            <a:endParaRPr lang="zh-CN" altLang="en-US" dirty="0"/>
          </a:p>
        </p:txBody>
      </p:sp>
      <p:sp>
        <p:nvSpPr>
          <p:cNvPr id="6" name="标题 1"/>
          <p:cNvSpPr>
            <a:spLocks noGrp="1"/>
          </p:cNvSpPr>
          <p:nvPr>
            <p:ph type="ctrTitle" idx="17826049" hasCustomPrompt="1"/>
            <p:custDataLst>
              <p:tags r:id="rId8"/>
            </p:custDataLst>
          </p:nvPr>
        </p:nvSpPr>
        <p:spPr>
          <a:xfrm>
            <a:off x="3364089" y="3175000"/>
            <a:ext cx="5451122" cy="1016000"/>
          </a:xfrm>
          <a:noFill/>
        </p:spPr>
        <p:txBody>
          <a:bodyPr vert="horz" wrap="square" lIns="0" tIns="0" rIns="0" bIns="0" rtlCol="0" anchor="t" anchorCtr="0">
            <a:normAutofit/>
          </a:bodyPr>
          <a:lstStyle>
            <a:lvl1pPr marL="0" indent="0" algn="ctr">
              <a:lnSpc>
                <a:spcPct val="100000"/>
              </a:lnSpc>
              <a:spcBef>
                <a:spcPct val="0"/>
              </a:spcBef>
              <a:spcAft>
                <a:spcPct val="0"/>
              </a:spcAft>
              <a:buFont typeface="Arial" panose="020B0604020202020204" pitchFamily="34" charset="0"/>
              <a:buNone/>
              <a:defRPr kumimoji="0" lang="zh-CN" altLang="en-US" sz="6400" b="1" i="0" u="none" strike="noStrike" cap="none" spc="0" normalizeH="0" baseline="0" noProof="1" dirty="0">
                <a:solidFill>
                  <a:schemeClr val="lt1">
                    <a:lumMod val="100000"/>
                  </a:schemeClr>
                </a:solidFill>
                <a:uFillTx/>
                <a:latin typeface="+mj-ea"/>
                <a:ea typeface="+mj-ea"/>
                <a:cs typeface="汉仪旗黑-90S" panose="00020600040101010101" charset="-122"/>
              </a:defRPr>
            </a:lvl1pPr>
          </a:lstStyle>
          <a:p>
            <a:pPr marL="0" marR="0" lvl="0" algn="ctr" fontAlgn="auto">
              <a:buClrTx/>
              <a:buSzTx/>
              <a:buFontTx/>
            </a:pPr>
            <a:r>
              <a:rPr lang="zh-CN" altLang="en-US" dirty="0"/>
              <a:t>谢谢观看</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目录页-1-5-4">
    <p:spTree>
      <p:nvGrpSpPr>
        <p:cNvPr id="1" name=""/>
        <p:cNvGrpSpPr/>
        <p:nvPr/>
      </p:nvGrpSpPr>
      <p:grpSpPr>
        <a:xfrm>
          <a:off x="0" y="0"/>
          <a:ext cx="0" cy="0"/>
          <a:chOff x="0" y="0"/>
          <a:chExt cx="0" cy="0"/>
        </a:xfrm>
      </p:grpSpPr>
      <p:sp>
        <p:nvSpPr>
          <p:cNvPr id="8" name="日期占位符 3"/>
          <p:cNvSpPr>
            <a:spLocks noGrp="1"/>
          </p:cNvSpPr>
          <p:nvPr>
            <p:ph type="dt" sz="half" idx="10"/>
            <p:custDataLst>
              <p:tags r:id="rId2"/>
            </p:custDataLst>
          </p:nvPr>
        </p:nvSpPr>
        <p:spPr/>
        <p:txBody>
          <a:bodyPr wrap="square">
            <a:normAutofit/>
          </a:bodyPr>
          <a:p>
            <a:fld id="{5592522B-0F24-4480-B9DD-A9474A6880D6}" type="datetimeFigureOut">
              <a:rPr lang="zh-CN" altLang="en-US" smtClean="0"/>
            </a:fld>
            <a:endParaRPr lang="zh-CN" altLang="en-US"/>
          </a:p>
        </p:txBody>
      </p:sp>
      <p:sp>
        <p:nvSpPr>
          <p:cNvPr id="9" name="页脚占位符 4"/>
          <p:cNvSpPr>
            <a:spLocks noGrp="1"/>
          </p:cNvSpPr>
          <p:nvPr>
            <p:ph type="ftr" sz="quarter" idx="11"/>
            <p:custDataLst>
              <p:tags r:id="rId3"/>
            </p:custDataLst>
          </p:nvPr>
        </p:nvSpPr>
        <p:spPr/>
        <p:txBody>
          <a:bodyPr/>
          <a:p>
            <a:endParaRPr lang="zh-CN" altLang="en-US"/>
          </a:p>
        </p:txBody>
      </p:sp>
      <p:sp>
        <p:nvSpPr>
          <p:cNvPr id="10" name="灯片编号占位符 5"/>
          <p:cNvSpPr>
            <a:spLocks noGrp="1"/>
          </p:cNvSpPr>
          <p:nvPr>
            <p:ph type="sldNum" sz="quarter" idx="12"/>
            <p:custDataLst>
              <p:tags r:id="rId4"/>
            </p:custDataLst>
          </p:nvPr>
        </p:nvSpPr>
        <p:spPr/>
        <p:txBody>
          <a:bodyPr wrap="square">
            <a:normAutofit/>
          </a:bodyPr>
          <a:p>
            <a:fld id="{BE5F26B5-172A-4DC2-B0B7-181CFC56B87C}" type="slidenum">
              <a:rPr lang="zh-CN" altLang="en-US" smtClean="0"/>
            </a:fld>
            <a:endParaRPr lang="zh-CN" altLang="en-US"/>
          </a:p>
        </p:txBody>
      </p:sp>
      <p:sp>
        <p:nvSpPr>
          <p:cNvPr id="11" name="Subtitle 10"/>
          <p:cNvSpPr>
            <a:spLocks noGrp="1"/>
          </p:cNvSpPr>
          <p:nvPr>
            <p:ph type="subTitle" idx="17826305" hasCustomPrompt="1"/>
            <p:custDataLst>
              <p:tags r:id="rId5"/>
            </p:custDataLst>
          </p:nvPr>
        </p:nvSpPr>
        <p:spPr>
          <a:xfrm>
            <a:off x="761471" y="2667000"/>
            <a:ext cx="2363258" cy="457200"/>
          </a:xfrm>
          <a:noFill/>
        </p:spPr>
        <p:txBody>
          <a:bodyPr lIns="0" tIns="0" rIns="0" bIns="0" anchor="t">
            <a:normAutofit/>
          </a:bodyPr>
          <a:lstStyle>
            <a:lvl1pPr marL="0" indent="0" algn="ctr">
              <a:lnSpc>
                <a:spcPct val="125000"/>
              </a:lnSpc>
              <a:spcBef>
                <a:spcPct val="0"/>
              </a:spcBef>
              <a:spcAft>
                <a:spcPct val="0"/>
              </a:spcAft>
              <a:buNone/>
              <a:defRPr sz="2400" b="0" spc="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CONTENTS</a:t>
            </a:r>
            <a:endParaRPr lang="zh-CN" altLang="en-US"/>
          </a:p>
        </p:txBody>
      </p:sp>
      <p:sp>
        <p:nvSpPr>
          <p:cNvPr id="12" name="Title 11"/>
          <p:cNvSpPr>
            <a:spLocks noGrp="1"/>
          </p:cNvSpPr>
          <p:nvPr>
            <p:ph type="ctrTitle" idx="17826049" hasCustomPrompt="1"/>
            <p:custDataLst>
              <p:tags r:id="rId6"/>
            </p:custDataLst>
          </p:nvPr>
        </p:nvSpPr>
        <p:spPr>
          <a:xfrm>
            <a:off x="760942" y="3175000"/>
            <a:ext cx="2364317" cy="762000"/>
          </a:xfrm>
          <a:noFill/>
        </p:spPr>
        <p:txBody>
          <a:bodyPr lIns="0" tIns="0" rIns="0" bIns="0" anchor="t">
            <a:normAutofit/>
          </a:bodyPr>
          <a:lstStyle>
            <a:lvl1pPr marL="0" indent="0" algn="ctr">
              <a:lnSpc>
                <a:spcPct val="104000"/>
              </a:lnSpc>
              <a:spcBef>
                <a:spcPct val="0"/>
              </a:spcBef>
              <a:spcAft>
                <a:spcPct val="0"/>
              </a:spcAft>
              <a:buNone/>
              <a:defRPr sz="4800" b="1" spc="0">
                <a:solidFill>
                  <a:schemeClr val="tx1"/>
                </a:solidFill>
              </a:defRPr>
            </a:lvl1pPr>
          </a:lstStyle>
          <a:p>
            <a:r>
              <a:rPr lang="zh-CN" altLang="en-US"/>
              <a:t>目录</a:t>
            </a:r>
            <a:endParaRPr lang="zh-CN" altLang="en-US"/>
          </a:p>
        </p:txBody>
      </p:sp>
      <p:sp>
        <p:nvSpPr>
          <p:cNvPr id="13" name="Text Placeholder 12"/>
          <p:cNvSpPr>
            <a:spLocks noGrp="1"/>
          </p:cNvSpPr>
          <p:nvPr>
            <p:ph type="body" idx="319883777" hasCustomPrompt="1"/>
            <p:custDataLst>
              <p:tags r:id="rId7"/>
            </p:custDataLst>
          </p:nvPr>
        </p:nvSpPr>
        <p:spPr>
          <a:xfrm>
            <a:off x="40703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01</a:t>
            </a:r>
            <a:endParaRPr lang="zh-CN" altLang="en-US" smtClean="0"/>
          </a:p>
        </p:txBody>
      </p:sp>
      <p:sp>
        <p:nvSpPr>
          <p:cNvPr id="14" name="装饰  3"/>
          <p:cNvSpPr>
            <a:spLocks noGrp="1"/>
          </p:cNvSpPr>
          <p:nvPr>
            <p:ph type="body" idx="319883522" hasCustomPrompt="1"/>
            <p:custDataLst>
              <p:tags r:id="rId8"/>
            </p:custDataLst>
          </p:nvPr>
        </p:nvSpPr>
        <p:spPr>
          <a:xfrm>
            <a:off x="48514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5" name="Text Placeholder 14"/>
          <p:cNvSpPr>
            <a:spLocks noGrp="1"/>
          </p:cNvSpPr>
          <p:nvPr>
            <p:ph type="body" idx="51446017" hasCustomPrompt="1"/>
            <p:custDataLst>
              <p:tags r:id="rId9"/>
            </p:custDataLst>
          </p:nvPr>
        </p:nvSpPr>
        <p:spPr>
          <a:xfrm>
            <a:off x="50800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6" name="Text Placeholder 15"/>
          <p:cNvSpPr>
            <a:spLocks noGrp="1"/>
          </p:cNvSpPr>
          <p:nvPr>
            <p:ph type="body" idx="319949313" hasCustomPrompt="1"/>
            <p:custDataLst>
              <p:tags r:id="rId10"/>
            </p:custDataLst>
          </p:nvPr>
        </p:nvSpPr>
        <p:spPr>
          <a:xfrm>
            <a:off x="79946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02</a:t>
            </a:r>
            <a:endParaRPr lang="zh-CN" altLang="en-US" smtClean="0"/>
          </a:p>
        </p:txBody>
      </p:sp>
      <p:sp>
        <p:nvSpPr>
          <p:cNvPr id="17" name="装饰  6"/>
          <p:cNvSpPr>
            <a:spLocks noGrp="1"/>
          </p:cNvSpPr>
          <p:nvPr>
            <p:ph type="body" idx="319949058" hasCustomPrompt="1"/>
            <p:custDataLst>
              <p:tags r:id="rId11"/>
            </p:custDataLst>
          </p:nvPr>
        </p:nvSpPr>
        <p:spPr>
          <a:xfrm>
            <a:off x="87757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Text Placeholder 17"/>
          <p:cNvSpPr>
            <a:spLocks noGrp="1"/>
          </p:cNvSpPr>
          <p:nvPr>
            <p:ph type="body" idx="51511553" hasCustomPrompt="1"/>
            <p:custDataLst>
              <p:tags r:id="rId12"/>
            </p:custDataLst>
          </p:nvPr>
        </p:nvSpPr>
        <p:spPr>
          <a:xfrm>
            <a:off x="90043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Text Placeholder 18"/>
          <p:cNvSpPr>
            <a:spLocks noGrp="1"/>
          </p:cNvSpPr>
          <p:nvPr>
            <p:ph type="body" idx="320014849" hasCustomPrompt="1"/>
            <p:custDataLst>
              <p:tags r:id="rId13"/>
            </p:custDataLst>
          </p:nvPr>
        </p:nvSpPr>
        <p:spPr>
          <a:xfrm>
            <a:off x="40703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03</a:t>
            </a:r>
            <a:endParaRPr lang="zh-CN" altLang="en-US" smtClean="0"/>
          </a:p>
        </p:txBody>
      </p:sp>
      <p:sp>
        <p:nvSpPr>
          <p:cNvPr id="20" name="装饰  9"/>
          <p:cNvSpPr>
            <a:spLocks noGrp="1"/>
          </p:cNvSpPr>
          <p:nvPr>
            <p:ph type="body" idx="320014594" hasCustomPrompt="1"/>
            <p:custDataLst>
              <p:tags r:id="rId14"/>
            </p:custDataLst>
          </p:nvPr>
        </p:nvSpPr>
        <p:spPr>
          <a:xfrm>
            <a:off x="48514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Text Placeholder 20"/>
          <p:cNvSpPr>
            <a:spLocks noGrp="1"/>
          </p:cNvSpPr>
          <p:nvPr>
            <p:ph type="body" idx="51577089" hasCustomPrompt="1"/>
            <p:custDataLst>
              <p:tags r:id="rId15"/>
            </p:custDataLst>
          </p:nvPr>
        </p:nvSpPr>
        <p:spPr>
          <a:xfrm>
            <a:off x="50800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2" name="Text Placeholder 21"/>
          <p:cNvSpPr>
            <a:spLocks noGrp="1"/>
          </p:cNvSpPr>
          <p:nvPr>
            <p:ph type="body" idx="320080385" hasCustomPrompt="1"/>
            <p:custDataLst>
              <p:tags r:id="rId16"/>
            </p:custDataLst>
          </p:nvPr>
        </p:nvSpPr>
        <p:spPr>
          <a:xfrm>
            <a:off x="79946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04</a:t>
            </a:r>
            <a:endParaRPr lang="zh-CN" altLang="en-US" smtClean="0"/>
          </a:p>
        </p:txBody>
      </p:sp>
      <p:sp>
        <p:nvSpPr>
          <p:cNvPr id="23" name="装饰  2"/>
          <p:cNvSpPr>
            <a:spLocks noGrp="1"/>
          </p:cNvSpPr>
          <p:nvPr>
            <p:ph type="body" idx="320080130" hasCustomPrompt="1"/>
            <p:custDataLst>
              <p:tags r:id="rId17"/>
            </p:custDataLst>
          </p:nvPr>
        </p:nvSpPr>
        <p:spPr>
          <a:xfrm>
            <a:off x="87757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4" name="Text Placeholder 23"/>
          <p:cNvSpPr>
            <a:spLocks noGrp="1"/>
          </p:cNvSpPr>
          <p:nvPr>
            <p:ph type="body" idx="51642625" hasCustomPrompt="1"/>
            <p:custDataLst>
              <p:tags r:id="rId18"/>
            </p:custDataLst>
          </p:nvPr>
        </p:nvSpPr>
        <p:spPr>
          <a:xfrm>
            <a:off x="90043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目录页-1-5_6-2">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11" name="副标题 10"/>
          <p:cNvSpPr>
            <a:spLocks noGrp="1"/>
          </p:cNvSpPr>
          <p:nvPr>
            <p:ph type="subTitle" idx="16386" hasCustomPrompt="1"/>
            <p:custDataLst>
              <p:tags r:id="rId5"/>
            </p:custDataLst>
          </p:nvPr>
        </p:nvSpPr>
        <p:spPr>
          <a:xfrm>
            <a:off x="761471" y="2667000"/>
            <a:ext cx="2363258" cy="457200"/>
          </a:xfrm>
          <a:noFill/>
        </p:spPr>
        <p:txBody>
          <a:bodyPr lIns="0" tIns="0" rIns="0" bIns="0" anchor="t">
            <a:normAutofit/>
          </a:bodyPr>
          <a:lstStyle>
            <a:lvl1pPr marL="0" indent="0" algn="ctr">
              <a:lnSpc>
                <a:spcPct val="125000"/>
              </a:lnSpc>
              <a:spcBef>
                <a:spcPct val="0"/>
              </a:spcBef>
              <a:spcAft>
                <a:spcPct val="0"/>
              </a:spcAft>
              <a:buNone/>
              <a:defRPr sz="2400" b="0" spc="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CONTENTS</a:t>
            </a:r>
            <a:endParaRPr lang="zh-CN" altLang="en-US"/>
          </a:p>
        </p:txBody>
      </p:sp>
      <p:sp>
        <p:nvSpPr>
          <p:cNvPr id="12" name="标题 11"/>
          <p:cNvSpPr>
            <a:spLocks noGrp="1"/>
          </p:cNvSpPr>
          <p:nvPr>
            <p:ph type="ctrTitle" idx="16385" hasCustomPrompt="1"/>
            <p:custDataLst>
              <p:tags r:id="rId6"/>
            </p:custDataLst>
          </p:nvPr>
        </p:nvSpPr>
        <p:spPr>
          <a:xfrm>
            <a:off x="760942" y="3175000"/>
            <a:ext cx="2364317" cy="762000"/>
          </a:xfrm>
          <a:noFill/>
        </p:spPr>
        <p:txBody>
          <a:bodyPr lIns="0" tIns="0" rIns="0" bIns="0" anchor="t">
            <a:normAutofit/>
          </a:bodyPr>
          <a:lstStyle>
            <a:lvl1pPr marL="0" indent="0" algn="ctr">
              <a:lnSpc>
                <a:spcPct val="104000"/>
              </a:lnSpc>
              <a:spcBef>
                <a:spcPct val="0"/>
              </a:spcBef>
              <a:spcAft>
                <a:spcPct val="0"/>
              </a:spcAft>
              <a:buNone/>
              <a:defRPr sz="4800" b="1" spc="0">
                <a:solidFill>
                  <a:schemeClr val="tx1"/>
                </a:solidFill>
              </a:defRPr>
            </a:lvl1pPr>
          </a:lstStyle>
          <a:p>
            <a:r>
              <a:rPr lang="zh-CN" altLang="en-US"/>
              <a:t>目录</a:t>
            </a:r>
            <a:endParaRPr lang="zh-CN" altLang="en-US"/>
          </a:p>
        </p:txBody>
      </p:sp>
      <p:sp>
        <p:nvSpPr>
          <p:cNvPr id="13" name="文本占位符 12"/>
          <p:cNvSpPr>
            <a:spLocks noGrp="1"/>
          </p:cNvSpPr>
          <p:nvPr>
            <p:ph type="body" idx="16388" hasCustomPrompt="1"/>
            <p:custDataLst>
              <p:tags r:id="rId7"/>
            </p:custDataLst>
          </p:nvPr>
        </p:nvSpPr>
        <p:spPr>
          <a:xfrm>
            <a:off x="4070350" y="14478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01</a:t>
            </a:r>
            <a:endParaRPr lang="zh-CN" altLang="en-US" smtClean="0"/>
          </a:p>
        </p:txBody>
      </p:sp>
      <p:sp>
        <p:nvSpPr>
          <p:cNvPr id="14" name="装饰  3"/>
          <p:cNvSpPr>
            <a:spLocks noGrp="1"/>
          </p:cNvSpPr>
          <p:nvPr>
            <p:ph type="body" idx="16399" hasCustomPrompt="1"/>
            <p:custDataLst>
              <p:tags r:id="rId8"/>
            </p:custDataLst>
          </p:nvPr>
        </p:nvSpPr>
        <p:spPr>
          <a:xfrm>
            <a:off x="4851400" y="13716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5" name="文本占位符 14"/>
          <p:cNvSpPr>
            <a:spLocks noGrp="1"/>
          </p:cNvSpPr>
          <p:nvPr>
            <p:ph type="body" idx="16387" hasCustomPrompt="1"/>
            <p:custDataLst>
              <p:tags r:id="rId9"/>
            </p:custDataLst>
          </p:nvPr>
        </p:nvSpPr>
        <p:spPr>
          <a:xfrm>
            <a:off x="5080000" y="12954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6" name="文本占位符 15"/>
          <p:cNvSpPr>
            <a:spLocks noGrp="1"/>
          </p:cNvSpPr>
          <p:nvPr>
            <p:ph type="body" idx="16390" hasCustomPrompt="1"/>
            <p:custDataLst>
              <p:tags r:id="rId10"/>
            </p:custDataLst>
          </p:nvPr>
        </p:nvSpPr>
        <p:spPr>
          <a:xfrm>
            <a:off x="7994650" y="14478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02</a:t>
            </a:r>
            <a:endParaRPr lang="zh-CN" altLang="en-US" smtClean="0"/>
          </a:p>
        </p:txBody>
      </p:sp>
      <p:sp>
        <p:nvSpPr>
          <p:cNvPr id="17" name="装饰  6"/>
          <p:cNvSpPr>
            <a:spLocks noGrp="1"/>
          </p:cNvSpPr>
          <p:nvPr>
            <p:ph type="body" idx="16400" hasCustomPrompt="1"/>
            <p:custDataLst>
              <p:tags r:id="rId11"/>
            </p:custDataLst>
          </p:nvPr>
        </p:nvSpPr>
        <p:spPr>
          <a:xfrm>
            <a:off x="8775700" y="13716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文本占位符 17"/>
          <p:cNvSpPr>
            <a:spLocks noGrp="1"/>
          </p:cNvSpPr>
          <p:nvPr>
            <p:ph type="body" idx="16389" hasCustomPrompt="1"/>
            <p:custDataLst>
              <p:tags r:id="rId12"/>
            </p:custDataLst>
          </p:nvPr>
        </p:nvSpPr>
        <p:spPr>
          <a:xfrm>
            <a:off x="9004300" y="12954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92" hasCustomPrompt="1"/>
            <p:custDataLst>
              <p:tags r:id="rId13"/>
            </p:custDataLst>
          </p:nvPr>
        </p:nvSpPr>
        <p:spPr>
          <a:xfrm>
            <a:off x="4070350" y="31242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03</a:t>
            </a:r>
            <a:endParaRPr lang="zh-CN" altLang="en-US" smtClean="0"/>
          </a:p>
        </p:txBody>
      </p:sp>
      <p:sp>
        <p:nvSpPr>
          <p:cNvPr id="20" name="装饰  9"/>
          <p:cNvSpPr>
            <a:spLocks noGrp="1"/>
          </p:cNvSpPr>
          <p:nvPr>
            <p:ph type="body" idx="16401" hasCustomPrompt="1"/>
            <p:custDataLst>
              <p:tags r:id="rId14"/>
            </p:custDataLst>
          </p:nvPr>
        </p:nvSpPr>
        <p:spPr>
          <a:xfrm>
            <a:off x="4851400" y="30480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文本占位符 20"/>
          <p:cNvSpPr>
            <a:spLocks noGrp="1"/>
          </p:cNvSpPr>
          <p:nvPr>
            <p:ph type="body" idx="16391" hasCustomPrompt="1"/>
            <p:custDataLst>
              <p:tags r:id="rId15"/>
            </p:custDataLst>
          </p:nvPr>
        </p:nvSpPr>
        <p:spPr>
          <a:xfrm>
            <a:off x="5080000" y="29718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2" name="文本占位符 21"/>
          <p:cNvSpPr>
            <a:spLocks noGrp="1"/>
          </p:cNvSpPr>
          <p:nvPr>
            <p:ph type="body" idx="16394" hasCustomPrompt="1"/>
            <p:custDataLst>
              <p:tags r:id="rId16"/>
            </p:custDataLst>
          </p:nvPr>
        </p:nvSpPr>
        <p:spPr>
          <a:xfrm>
            <a:off x="7994650" y="31242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04</a:t>
            </a:r>
            <a:endParaRPr lang="zh-CN" altLang="en-US" smtClean="0"/>
          </a:p>
        </p:txBody>
      </p:sp>
      <p:sp>
        <p:nvSpPr>
          <p:cNvPr id="23" name="装饰  2"/>
          <p:cNvSpPr>
            <a:spLocks noGrp="1"/>
          </p:cNvSpPr>
          <p:nvPr>
            <p:ph type="body" idx="16402" hasCustomPrompt="1"/>
            <p:custDataLst>
              <p:tags r:id="rId17"/>
            </p:custDataLst>
          </p:nvPr>
        </p:nvSpPr>
        <p:spPr>
          <a:xfrm>
            <a:off x="8775700" y="30480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4" name="文本占位符 23"/>
          <p:cNvSpPr>
            <a:spLocks noGrp="1"/>
          </p:cNvSpPr>
          <p:nvPr>
            <p:ph type="body" idx="16393" hasCustomPrompt="1"/>
            <p:custDataLst>
              <p:tags r:id="rId18"/>
            </p:custDataLst>
          </p:nvPr>
        </p:nvSpPr>
        <p:spPr>
          <a:xfrm>
            <a:off x="9004300" y="29718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5" name="文本占位符 24"/>
          <p:cNvSpPr>
            <a:spLocks noGrp="1"/>
          </p:cNvSpPr>
          <p:nvPr>
            <p:ph type="body" idx="16396" hasCustomPrompt="1"/>
            <p:custDataLst>
              <p:tags r:id="rId19"/>
            </p:custDataLst>
          </p:nvPr>
        </p:nvSpPr>
        <p:spPr>
          <a:xfrm>
            <a:off x="4070350" y="48006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05</a:t>
            </a:r>
            <a:endParaRPr lang="zh-CN" altLang="en-US" smtClean="0"/>
          </a:p>
        </p:txBody>
      </p:sp>
      <p:sp>
        <p:nvSpPr>
          <p:cNvPr id="26" name="装饰  5"/>
          <p:cNvSpPr>
            <a:spLocks noGrp="1"/>
          </p:cNvSpPr>
          <p:nvPr>
            <p:ph type="body" idx="16403" hasCustomPrompt="1"/>
            <p:custDataLst>
              <p:tags r:id="rId20"/>
            </p:custDataLst>
          </p:nvPr>
        </p:nvSpPr>
        <p:spPr>
          <a:xfrm>
            <a:off x="4851400" y="47244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7" name="文本占位符 26"/>
          <p:cNvSpPr>
            <a:spLocks noGrp="1"/>
          </p:cNvSpPr>
          <p:nvPr>
            <p:ph type="body" idx="16395" hasCustomPrompt="1"/>
            <p:custDataLst>
              <p:tags r:id="rId21"/>
            </p:custDataLst>
          </p:nvPr>
        </p:nvSpPr>
        <p:spPr>
          <a:xfrm>
            <a:off x="5080000" y="46482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8" name="文本占位符 27"/>
          <p:cNvSpPr>
            <a:spLocks noGrp="1"/>
          </p:cNvSpPr>
          <p:nvPr>
            <p:ph type="body" idx="16398" hasCustomPrompt="1"/>
            <p:custDataLst>
              <p:tags r:id="rId22"/>
            </p:custDataLst>
          </p:nvPr>
        </p:nvSpPr>
        <p:spPr>
          <a:xfrm>
            <a:off x="7994650" y="48006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06</a:t>
            </a:r>
            <a:endParaRPr lang="zh-CN" altLang="en-US" smtClean="0"/>
          </a:p>
        </p:txBody>
      </p:sp>
      <p:sp>
        <p:nvSpPr>
          <p:cNvPr id="29" name="装饰  8"/>
          <p:cNvSpPr>
            <a:spLocks noGrp="1"/>
          </p:cNvSpPr>
          <p:nvPr>
            <p:ph type="body" idx="16404" hasCustomPrompt="1"/>
            <p:custDataLst>
              <p:tags r:id="rId23"/>
            </p:custDataLst>
          </p:nvPr>
        </p:nvSpPr>
        <p:spPr>
          <a:xfrm>
            <a:off x="8775700" y="47244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30" name="文本占位符 29"/>
          <p:cNvSpPr>
            <a:spLocks noGrp="1"/>
          </p:cNvSpPr>
          <p:nvPr>
            <p:ph type="body" idx="16397" hasCustomPrompt="1"/>
            <p:custDataLst>
              <p:tags r:id="rId24"/>
            </p:custDataLst>
          </p:nvPr>
        </p:nvSpPr>
        <p:spPr>
          <a:xfrm>
            <a:off x="9004300" y="46482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正文页-10007_11-2">
    <p:spTree>
      <p:nvGrpSpPr>
        <p:cNvPr id="1" name=""/>
        <p:cNvGrpSpPr/>
        <p:nvPr/>
      </p:nvGrpSpPr>
      <p:grpSpPr>
        <a:xfrm>
          <a:off x="0" y="0"/>
          <a:ext cx="0" cy="0"/>
          <a:chOff x="0" y="0"/>
          <a:chExt cx="0" cy="0"/>
        </a:xfrm>
      </p:grpSpPr>
      <p:sp>
        <p:nvSpPr>
          <p:cNvPr id="4" name="标题 3"/>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5" name="文本占位符 4"/>
          <p:cNvSpPr>
            <a:spLocks noGrp="1"/>
          </p:cNvSpPr>
          <p:nvPr>
            <p:ph type="body" idx="16386" hasCustomPrompt="1"/>
            <p:custDataLst>
              <p:tags r:id="rId3"/>
            </p:custDataLst>
          </p:nvPr>
        </p:nvSpPr>
        <p:spPr>
          <a:xfrm>
            <a:off x="609600" y="2082800"/>
            <a:ext cx="5181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8" name="文本占位符 7"/>
          <p:cNvSpPr>
            <a:spLocks noGrp="1"/>
          </p:cNvSpPr>
          <p:nvPr>
            <p:ph type="body" idx="16387" hasCustomPrompt="1"/>
            <p:custDataLst>
              <p:tags r:id="rId4"/>
            </p:custDataLst>
          </p:nvPr>
        </p:nvSpPr>
        <p:spPr>
          <a:xfrm>
            <a:off x="609600" y="2641600"/>
            <a:ext cx="5181600" cy="3048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9" name="文本占位符 8"/>
          <p:cNvSpPr>
            <a:spLocks noGrp="1"/>
          </p:cNvSpPr>
          <p:nvPr>
            <p:ph type="body" idx="16388" hasCustomPrompt="1"/>
            <p:custDataLst>
              <p:tags r:id="rId5"/>
            </p:custDataLst>
          </p:nvPr>
        </p:nvSpPr>
        <p:spPr>
          <a:xfrm>
            <a:off x="6400800" y="2082800"/>
            <a:ext cx="5181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3" name="文本占位符 12"/>
          <p:cNvSpPr>
            <a:spLocks noGrp="1"/>
          </p:cNvSpPr>
          <p:nvPr>
            <p:ph type="body" idx="16389" hasCustomPrompt="1"/>
            <p:custDataLst>
              <p:tags r:id="rId6"/>
            </p:custDataLst>
          </p:nvPr>
        </p:nvSpPr>
        <p:spPr>
          <a:xfrm>
            <a:off x="6400800" y="2641600"/>
            <a:ext cx="5181600" cy="3048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正文页-上标下内-装饰左-默认位置-并列-34_10_group1-2">
    <p:spTree>
      <p:nvGrpSpPr>
        <p:cNvPr id="1" name=""/>
        <p:cNvGrpSpPr/>
        <p:nvPr/>
      </p:nvGrpSpPr>
      <p:grpSpPr>
        <a:xfrm>
          <a:off x="0" y="0"/>
          <a:ext cx="0" cy="0"/>
          <a:chOff x="0" y="0"/>
          <a:chExt cx="0" cy="0"/>
        </a:xfrm>
      </p:grpSpPr>
      <p:sp>
        <p:nvSpPr>
          <p:cNvPr id="8" name="标题 7"/>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9" name="图片占位符 8"/>
          <p:cNvSpPr>
            <a:spLocks noGrp="1"/>
          </p:cNvSpPr>
          <p:nvPr>
            <p:ph type="pic" idx="16390" hasCustomPrompt="1"/>
            <p:custDataLst>
              <p:tags r:id="rId3"/>
            </p:custDataLst>
          </p:nvPr>
        </p:nvSpPr>
        <p:spPr>
          <a:xfrm>
            <a:off x="609600" y="1955800"/>
            <a:ext cx="1524000" cy="1524000"/>
          </a:xfrm>
          <a:custGeom>
            <a:avLst/>
            <a:gdLst>
              <a:gd name="connisteX0" fmla="*/ 0 w 1524000"/>
              <a:gd name="connsiteY0" fmla="*/ 762000 h 1524000"/>
              <a:gd name="connisteX1" fmla="*/ 762000 w 1524000"/>
              <a:gd name="connsiteY1" fmla="*/ 0 h 1524000"/>
              <a:gd name="connisteX2" fmla="*/ 762000 w 1524000"/>
              <a:gd name="connsiteY2" fmla="*/ 0 h 1524000"/>
              <a:gd name="connisteX3" fmla="*/ 1524000 w 1524000"/>
              <a:gd name="connsiteY3" fmla="*/ 762000 h 1524000"/>
              <a:gd name="connisteX4" fmla="*/ 1524000 w 1524000"/>
              <a:gd name="connsiteY4" fmla="*/ 762000 h 1524000"/>
              <a:gd name="connisteX5" fmla="*/ 762000 w 1524000"/>
              <a:gd name="connsiteY5" fmla="*/ 1524000 h 1524000"/>
              <a:gd name="connisteX6" fmla="*/ 762000 w 1524000"/>
              <a:gd name="connsiteY6" fmla="*/ 1524000 h 1524000"/>
              <a:gd name="connisteX7" fmla="*/ 0 w 1524000"/>
              <a:gd name="connsiteY7" fmla="*/ 762000 h 1524000"/>
              <a:gd name="connisteX8" fmla="*/ 0 w 1524000"/>
              <a:gd name="connsiteY8" fmla="*/ 762000 h 1524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524000" h="1524000">
                <a:moveTo>
                  <a:pt x="0" y="762000"/>
                </a:moveTo>
                <a:cubicBezTo>
                  <a:pt x="0" y="341159"/>
                  <a:pt x="341159" y="0"/>
                  <a:pt x="762000" y="0"/>
                </a:cubicBezTo>
                <a:lnTo>
                  <a:pt x="762000" y="0"/>
                </a:lnTo>
                <a:cubicBezTo>
                  <a:pt x="1182841" y="0"/>
                  <a:pt x="1524000" y="341159"/>
                  <a:pt x="1524000" y="762000"/>
                </a:cubicBezTo>
                <a:lnTo>
                  <a:pt x="1524000" y="762000"/>
                </a:lnTo>
                <a:cubicBezTo>
                  <a:pt x="1524000" y="1182841"/>
                  <a:pt x="1182841" y="1524000"/>
                  <a:pt x="762000" y="1524000"/>
                </a:cubicBezTo>
                <a:lnTo>
                  <a:pt x="762000" y="1524000"/>
                </a:lnTo>
                <a:cubicBezTo>
                  <a:pt x="341159" y="1524000"/>
                  <a:pt x="0" y="1182841"/>
                  <a:pt x="0" y="762000"/>
                </a:cubicBezTo>
                <a:lnTo>
                  <a:pt x="0" y="7620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0" name="文本占位符 9"/>
          <p:cNvSpPr>
            <a:spLocks noGrp="1"/>
          </p:cNvSpPr>
          <p:nvPr>
            <p:ph type="body" idx="16386" hasCustomPrompt="1"/>
            <p:custDataLst>
              <p:tags r:id="rId4"/>
            </p:custDataLst>
          </p:nvPr>
        </p:nvSpPr>
        <p:spPr>
          <a:xfrm>
            <a:off x="2489200" y="1854200"/>
            <a:ext cx="9093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1" name="文本占位符 10"/>
          <p:cNvSpPr>
            <a:spLocks noGrp="1"/>
          </p:cNvSpPr>
          <p:nvPr>
            <p:ph type="body" idx="16387" hasCustomPrompt="1"/>
            <p:custDataLst>
              <p:tags r:id="rId5"/>
            </p:custDataLst>
          </p:nvPr>
        </p:nvSpPr>
        <p:spPr>
          <a:xfrm>
            <a:off x="2489200" y="2362200"/>
            <a:ext cx="9093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2" name="图片占位符 11"/>
          <p:cNvSpPr>
            <a:spLocks noGrp="1"/>
          </p:cNvSpPr>
          <p:nvPr>
            <p:ph type="pic" idx="16391" hasCustomPrompt="1"/>
            <p:custDataLst>
              <p:tags r:id="rId6"/>
            </p:custDataLst>
          </p:nvPr>
        </p:nvSpPr>
        <p:spPr>
          <a:xfrm>
            <a:off x="609600" y="4292600"/>
            <a:ext cx="1524000" cy="1524000"/>
          </a:xfrm>
          <a:custGeom>
            <a:avLst/>
            <a:gdLst>
              <a:gd name="connisteX0" fmla="*/ 0 w 1524000"/>
              <a:gd name="connsiteY0" fmla="*/ 762000 h 1524000"/>
              <a:gd name="connisteX1" fmla="*/ 762000 w 1524000"/>
              <a:gd name="connsiteY1" fmla="*/ 0 h 1524000"/>
              <a:gd name="connisteX2" fmla="*/ 762000 w 1524000"/>
              <a:gd name="connsiteY2" fmla="*/ 0 h 1524000"/>
              <a:gd name="connisteX3" fmla="*/ 1524000 w 1524000"/>
              <a:gd name="connsiteY3" fmla="*/ 762000 h 1524000"/>
              <a:gd name="connisteX4" fmla="*/ 1524000 w 1524000"/>
              <a:gd name="connsiteY4" fmla="*/ 762000 h 1524000"/>
              <a:gd name="connisteX5" fmla="*/ 762000 w 1524000"/>
              <a:gd name="connsiteY5" fmla="*/ 1524000 h 1524000"/>
              <a:gd name="connisteX6" fmla="*/ 762000 w 1524000"/>
              <a:gd name="connsiteY6" fmla="*/ 1524000 h 1524000"/>
              <a:gd name="connisteX7" fmla="*/ 0 w 1524000"/>
              <a:gd name="connsiteY7" fmla="*/ 762000 h 1524000"/>
              <a:gd name="connisteX8" fmla="*/ 0 w 1524000"/>
              <a:gd name="connsiteY8" fmla="*/ 762000 h 1524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524000" h="1524000">
                <a:moveTo>
                  <a:pt x="0" y="762000"/>
                </a:moveTo>
                <a:cubicBezTo>
                  <a:pt x="0" y="341159"/>
                  <a:pt x="341159" y="0"/>
                  <a:pt x="762000" y="0"/>
                </a:cubicBezTo>
                <a:lnTo>
                  <a:pt x="762000" y="0"/>
                </a:lnTo>
                <a:cubicBezTo>
                  <a:pt x="1182841" y="0"/>
                  <a:pt x="1524000" y="341159"/>
                  <a:pt x="1524000" y="762000"/>
                </a:cubicBezTo>
                <a:lnTo>
                  <a:pt x="1524000" y="762000"/>
                </a:lnTo>
                <a:cubicBezTo>
                  <a:pt x="1524000" y="1182841"/>
                  <a:pt x="1182841" y="1524000"/>
                  <a:pt x="762000" y="1524000"/>
                </a:cubicBezTo>
                <a:lnTo>
                  <a:pt x="762000" y="1524000"/>
                </a:lnTo>
                <a:cubicBezTo>
                  <a:pt x="341159" y="1524000"/>
                  <a:pt x="0" y="1182841"/>
                  <a:pt x="0" y="762000"/>
                </a:cubicBezTo>
                <a:lnTo>
                  <a:pt x="0" y="7620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3" name="文本占位符 12"/>
          <p:cNvSpPr>
            <a:spLocks noGrp="1"/>
          </p:cNvSpPr>
          <p:nvPr>
            <p:ph type="body" idx="16388" hasCustomPrompt="1"/>
            <p:custDataLst>
              <p:tags r:id="rId7"/>
            </p:custDataLst>
          </p:nvPr>
        </p:nvSpPr>
        <p:spPr>
          <a:xfrm>
            <a:off x="2489200" y="4191000"/>
            <a:ext cx="9093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4" name="文本占位符 13"/>
          <p:cNvSpPr>
            <a:spLocks noGrp="1"/>
          </p:cNvSpPr>
          <p:nvPr>
            <p:ph type="body" idx="16389" hasCustomPrompt="1"/>
            <p:custDataLst>
              <p:tags r:id="rId8"/>
            </p:custDataLst>
          </p:nvPr>
        </p:nvSpPr>
        <p:spPr>
          <a:xfrm>
            <a:off x="2489200" y="4699000"/>
            <a:ext cx="9093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正文页-38_4-2">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0" hasCustomPrompt="1"/>
            <p:custDataLst>
              <p:tags r:id="rId6"/>
            </p:custDataLst>
          </p:nvPr>
        </p:nvSpPr>
        <p:spPr>
          <a:xfrm>
            <a:off x="609600" y="3860800"/>
            <a:ext cx="5334000" cy="2387600"/>
          </a:xfrm>
          <a:custGeom>
            <a:avLst/>
            <a:gdLst>
              <a:gd name="connisteX0" fmla="*/ 0 w 5334000"/>
              <a:gd name="connsiteY0" fmla="*/ 0 h 2387600"/>
              <a:gd name="connisteX1" fmla="*/ 5334000 w 5334000"/>
              <a:gd name="connsiteY1" fmla="*/ 0 h 2387600"/>
              <a:gd name="connisteX2" fmla="*/ 5334000 w 5334000"/>
              <a:gd name="connsiteY2" fmla="*/ 2184400 h 2387600"/>
              <a:gd name="connisteX3" fmla="*/ 5130800 w 5334000"/>
              <a:gd name="connsiteY3" fmla="*/ 2387600 h 2387600"/>
              <a:gd name="connisteX4" fmla="*/ 203200 w 5334000"/>
              <a:gd name="connsiteY4" fmla="*/ 2387600 h 2387600"/>
              <a:gd name="connisteX5" fmla="*/ 0 w 5334000"/>
              <a:gd name="connsiteY5" fmla="*/ 2184400 h 2387600"/>
              <a:gd name="connisteX6" fmla="*/ 0 w 5334000"/>
              <a:gd name="connsiteY6" fmla="*/ 0 h 238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5334000" h="2387600">
                <a:moveTo>
                  <a:pt x="0" y="0"/>
                </a:moveTo>
                <a:lnTo>
                  <a:pt x="5334000" y="0"/>
                </a:lnTo>
                <a:lnTo>
                  <a:pt x="5334000" y="2184400"/>
                </a:lnTo>
                <a:cubicBezTo>
                  <a:pt x="5334000" y="2296624"/>
                  <a:pt x="5243024" y="2387600"/>
                  <a:pt x="5130800" y="2387600"/>
                </a:cubicBezTo>
                <a:lnTo>
                  <a:pt x="203200" y="2387600"/>
                </a:lnTo>
                <a:cubicBezTo>
                  <a:pt x="90976" y="2387600"/>
                  <a:pt x="0" y="2296624"/>
                  <a:pt x="0" y="21844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图片占位符 12"/>
          <p:cNvSpPr>
            <a:spLocks noGrp="1"/>
          </p:cNvSpPr>
          <p:nvPr>
            <p:ph type="pic" idx="16391" hasCustomPrompt="1"/>
            <p:custDataLst>
              <p:tags r:id="rId7"/>
            </p:custDataLst>
          </p:nvPr>
        </p:nvSpPr>
        <p:spPr>
          <a:xfrm>
            <a:off x="609600" y="1524000"/>
            <a:ext cx="5334000" cy="2336800"/>
          </a:xfrm>
          <a:custGeom>
            <a:avLst/>
            <a:gdLst>
              <a:gd name="connisteX0" fmla="*/ 0 w 5334000"/>
              <a:gd name="connsiteY0" fmla="*/ 203200 h 2336800"/>
              <a:gd name="connisteX1" fmla="*/ 203200 w 5334000"/>
              <a:gd name="connsiteY1" fmla="*/ 0 h 2336800"/>
              <a:gd name="connisteX2" fmla="*/ 5130800 w 5334000"/>
              <a:gd name="connsiteY2" fmla="*/ 0 h 2336800"/>
              <a:gd name="connisteX3" fmla="*/ 5334000 w 5334000"/>
              <a:gd name="connsiteY3" fmla="*/ 203200 h 2336800"/>
              <a:gd name="connisteX4" fmla="*/ 5334000 w 5334000"/>
              <a:gd name="connsiteY4" fmla="*/ 2336800 h 2336800"/>
              <a:gd name="connisteX5" fmla="*/ 0 w 5334000"/>
              <a:gd name="connsiteY5" fmla="*/ 2336800 h 2336800"/>
              <a:gd name="connisteX6" fmla="*/ 0 w 5334000"/>
              <a:gd name="connsiteY6" fmla="*/ 20320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5334000" h="2336800">
                <a:moveTo>
                  <a:pt x="0" y="203200"/>
                </a:moveTo>
                <a:cubicBezTo>
                  <a:pt x="0" y="90976"/>
                  <a:pt x="90976" y="0"/>
                  <a:pt x="203200" y="0"/>
                </a:cubicBezTo>
                <a:lnTo>
                  <a:pt x="5130800" y="0"/>
                </a:lnTo>
                <a:cubicBezTo>
                  <a:pt x="5243024" y="0"/>
                  <a:pt x="5334000" y="90976"/>
                  <a:pt x="5334000" y="203200"/>
                </a:cubicBezTo>
                <a:lnTo>
                  <a:pt x="5334000" y="2336800"/>
                </a:lnTo>
                <a:lnTo>
                  <a:pt x="0" y="23368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4" name="文本占位符 13"/>
          <p:cNvSpPr>
            <a:spLocks noGrp="1"/>
          </p:cNvSpPr>
          <p:nvPr>
            <p:ph type="body" idx="16386" hasCustomPrompt="1"/>
            <p:custDataLst>
              <p:tags r:id="rId8"/>
            </p:custDataLst>
          </p:nvPr>
        </p:nvSpPr>
        <p:spPr>
          <a:xfrm>
            <a:off x="914400" y="41656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914400" y="4724400"/>
            <a:ext cx="47244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2" hasCustomPrompt="1"/>
            <p:custDataLst>
              <p:tags r:id="rId10"/>
            </p:custDataLst>
          </p:nvPr>
        </p:nvSpPr>
        <p:spPr>
          <a:xfrm>
            <a:off x="6248400" y="3860800"/>
            <a:ext cx="5334000" cy="2387600"/>
          </a:xfrm>
          <a:custGeom>
            <a:avLst/>
            <a:gdLst>
              <a:gd name="connisteX0" fmla="*/ 0 w 5334000"/>
              <a:gd name="connsiteY0" fmla="*/ 0 h 2387600"/>
              <a:gd name="connisteX1" fmla="*/ 5334000 w 5334000"/>
              <a:gd name="connsiteY1" fmla="*/ 0 h 2387600"/>
              <a:gd name="connisteX2" fmla="*/ 5334000 w 5334000"/>
              <a:gd name="connsiteY2" fmla="*/ 2184400 h 2387600"/>
              <a:gd name="connisteX3" fmla="*/ 5130800 w 5334000"/>
              <a:gd name="connsiteY3" fmla="*/ 2387600 h 2387600"/>
              <a:gd name="connisteX4" fmla="*/ 203200 w 5334000"/>
              <a:gd name="connsiteY4" fmla="*/ 2387600 h 2387600"/>
              <a:gd name="connisteX5" fmla="*/ 0 w 5334000"/>
              <a:gd name="connsiteY5" fmla="*/ 2184400 h 2387600"/>
              <a:gd name="connisteX6" fmla="*/ 0 w 5334000"/>
              <a:gd name="connsiteY6" fmla="*/ 0 h 238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5334000" h="2387600">
                <a:moveTo>
                  <a:pt x="0" y="0"/>
                </a:moveTo>
                <a:lnTo>
                  <a:pt x="5334000" y="0"/>
                </a:lnTo>
                <a:lnTo>
                  <a:pt x="5334000" y="2184400"/>
                </a:lnTo>
                <a:cubicBezTo>
                  <a:pt x="5334000" y="2296624"/>
                  <a:pt x="5243024" y="2387600"/>
                  <a:pt x="5130800" y="2387600"/>
                </a:cubicBezTo>
                <a:lnTo>
                  <a:pt x="203200" y="2387600"/>
                </a:lnTo>
                <a:cubicBezTo>
                  <a:pt x="90976" y="2387600"/>
                  <a:pt x="0" y="2296624"/>
                  <a:pt x="0" y="21844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图片占位符 16"/>
          <p:cNvSpPr>
            <a:spLocks noGrp="1"/>
          </p:cNvSpPr>
          <p:nvPr>
            <p:ph type="pic" idx="16393" hasCustomPrompt="1"/>
            <p:custDataLst>
              <p:tags r:id="rId11"/>
            </p:custDataLst>
          </p:nvPr>
        </p:nvSpPr>
        <p:spPr>
          <a:xfrm>
            <a:off x="6248400" y="1524000"/>
            <a:ext cx="5334000" cy="2336800"/>
          </a:xfrm>
          <a:custGeom>
            <a:avLst/>
            <a:gdLst>
              <a:gd name="connisteX0" fmla="*/ 0 w 5334000"/>
              <a:gd name="connsiteY0" fmla="*/ 203200 h 2336800"/>
              <a:gd name="connisteX1" fmla="*/ 203200 w 5334000"/>
              <a:gd name="connsiteY1" fmla="*/ 0 h 2336800"/>
              <a:gd name="connisteX2" fmla="*/ 5130800 w 5334000"/>
              <a:gd name="connsiteY2" fmla="*/ 0 h 2336800"/>
              <a:gd name="connisteX3" fmla="*/ 5334000 w 5334000"/>
              <a:gd name="connsiteY3" fmla="*/ 203200 h 2336800"/>
              <a:gd name="connisteX4" fmla="*/ 5334000 w 5334000"/>
              <a:gd name="connsiteY4" fmla="*/ 2336800 h 2336800"/>
              <a:gd name="connisteX5" fmla="*/ 0 w 5334000"/>
              <a:gd name="connsiteY5" fmla="*/ 2336800 h 2336800"/>
              <a:gd name="connisteX6" fmla="*/ 0 w 5334000"/>
              <a:gd name="connsiteY6" fmla="*/ 20320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5334000" h="2336800">
                <a:moveTo>
                  <a:pt x="0" y="203200"/>
                </a:moveTo>
                <a:cubicBezTo>
                  <a:pt x="0" y="90976"/>
                  <a:pt x="90976" y="0"/>
                  <a:pt x="203200" y="0"/>
                </a:cubicBezTo>
                <a:lnTo>
                  <a:pt x="5130800" y="0"/>
                </a:lnTo>
                <a:cubicBezTo>
                  <a:pt x="5243024" y="0"/>
                  <a:pt x="5334000" y="90976"/>
                  <a:pt x="5334000" y="203200"/>
                </a:cubicBezTo>
                <a:lnTo>
                  <a:pt x="5334000" y="2336800"/>
                </a:lnTo>
                <a:lnTo>
                  <a:pt x="0" y="23368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8" name="文本占位符 17"/>
          <p:cNvSpPr>
            <a:spLocks noGrp="1"/>
          </p:cNvSpPr>
          <p:nvPr>
            <p:ph type="body" idx="16388" hasCustomPrompt="1"/>
            <p:custDataLst>
              <p:tags r:id="rId12"/>
            </p:custDataLst>
          </p:nvPr>
        </p:nvSpPr>
        <p:spPr>
          <a:xfrm>
            <a:off x="6553200" y="41656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9" hasCustomPrompt="1"/>
            <p:custDataLst>
              <p:tags r:id="rId13"/>
            </p:custDataLst>
          </p:nvPr>
        </p:nvSpPr>
        <p:spPr>
          <a:xfrm>
            <a:off x="6553200" y="4724400"/>
            <a:ext cx="47244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正文页-26_3-2">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0" hasCustomPrompt="1"/>
            <p:custDataLst>
              <p:tags r:id="rId6"/>
            </p:custDataLst>
          </p:nvPr>
        </p:nvSpPr>
        <p:spPr>
          <a:xfrm>
            <a:off x="609600" y="4165600"/>
            <a:ext cx="5334000" cy="2082800"/>
          </a:xfrm>
          <a:custGeom>
            <a:avLst/>
            <a:gdLst>
              <a:gd name="connisteX0" fmla="*/ 0 w 5334000"/>
              <a:gd name="connsiteY0" fmla="*/ 0 h 2082800"/>
              <a:gd name="connisteX1" fmla="*/ 5334000 w 5334000"/>
              <a:gd name="connsiteY1" fmla="*/ 0 h 2082800"/>
              <a:gd name="connisteX2" fmla="*/ 5334000 w 5334000"/>
              <a:gd name="connsiteY2" fmla="*/ 1879600 h 2082800"/>
              <a:gd name="connisteX3" fmla="*/ 5130800 w 5334000"/>
              <a:gd name="connsiteY3" fmla="*/ 2082800 h 2082800"/>
              <a:gd name="connisteX4" fmla="*/ 203200 w 5334000"/>
              <a:gd name="connsiteY4" fmla="*/ 2082800 h 2082800"/>
              <a:gd name="connisteX5" fmla="*/ 0 w 5334000"/>
              <a:gd name="connsiteY5" fmla="*/ 1879600 h 2082800"/>
              <a:gd name="connisteX6" fmla="*/ 0 w 5334000"/>
              <a:gd name="connsiteY6" fmla="*/ 0 h 2082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5334000" h="2082800">
                <a:moveTo>
                  <a:pt x="0" y="0"/>
                </a:moveTo>
                <a:lnTo>
                  <a:pt x="5334000" y="0"/>
                </a:lnTo>
                <a:lnTo>
                  <a:pt x="5334000" y="1879600"/>
                </a:lnTo>
                <a:cubicBezTo>
                  <a:pt x="5334000" y="1991824"/>
                  <a:pt x="5243024" y="2082800"/>
                  <a:pt x="5130800" y="2082800"/>
                </a:cubicBezTo>
                <a:lnTo>
                  <a:pt x="203200" y="2082800"/>
                </a:lnTo>
                <a:cubicBezTo>
                  <a:pt x="90976" y="2082800"/>
                  <a:pt x="0" y="1991824"/>
                  <a:pt x="0" y="18796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图片占位符 12"/>
          <p:cNvSpPr>
            <a:spLocks noGrp="1"/>
          </p:cNvSpPr>
          <p:nvPr>
            <p:ph type="pic" idx="16391" hasCustomPrompt="1"/>
            <p:custDataLst>
              <p:tags r:id="rId7"/>
            </p:custDataLst>
          </p:nvPr>
        </p:nvSpPr>
        <p:spPr>
          <a:xfrm>
            <a:off x="609600" y="1524000"/>
            <a:ext cx="5334000" cy="2641600"/>
          </a:xfrm>
          <a:custGeom>
            <a:avLst/>
            <a:gdLst>
              <a:gd name="connisteX0" fmla="*/ 0 w 5334000"/>
              <a:gd name="connsiteY0" fmla="*/ 203200 h 2641600"/>
              <a:gd name="connisteX1" fmla="*/ 203200 w 5334000"/>
              <a:gd name="connsiteY1" fmla="*/ 0 h 2641600"/>
              <a:gd name="connisteX2" fmla="*/ 5130800 w 5334000"/>
              <a:gd name="connsiteY2" fmla="*/ 0 h 2641600"/>
              <a:gd name="connisteX3" fmla="*/ 5334000 w 5334000"/>
              <a:gd name="connsiteY3" fmla="*/ 203200 h 2641600"/>
              <a:gd name="connisteX4" fmla="*/ 5334000 w 5334000"/>
              <a:gd name="connsiteY4" fmla="*/ 2641600 h 2641600"/>
              <a:gd name="connisteX5" fmla="*/ 0 w 5334000"/>
              <a:gd name="connsiteY5" fmla="*/ 2641600 h 2641600"/>
              <a:gd name="connisteX6" fmla="*/ 0 w 5334000"/>
              <a:gd name="connsiteY6" fmla="*/ 203200 h 2641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5334000" h="2641600">
                <a:moveTo>
                  <a:pt x="0" y="203200"/>
                </a:moveTo>
                <a:cubicBezTo>
                  <a:pt x="0" y="90976"/>
                  <a:pt x="90976" y="0"/>
                  <a:pt x="203200" y="0"/>
                </a:cubicBezTo>
                <a:lnTo>
                  <a:pt x="5130800" y="0"/>
                </a:lnTo>
                <a:cubicBezTo>
                  <a:pt x="5243024" y="0"/>
                  <a:pt x="5334000" y="90976"/>
                  <a:pt x="5334000" y="203200"/>
                </a:cubicBezTo>
                <a:lnTo>
                  <a:pt x="5334000" y="2641600"/>
                </a:lnTo>
                <a:lnTo>
                  <a:pt x="0" y="26416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4" name="文本占位符 13"/>
          <p:cNvSpPr>
            <a:spLocks noGrp="1"/>
          </p:cNvSpPr>
          <p:nvPr>
            <p:ph type="body" idx="16386" hasCustomPrompt="1"/>
            <p:custDataLst>
              <p:tags r:id="rId8"/>
            </p:custDataLst>
          </p:nvPr>
        </p:nvSpPr>
        <p:spPr>
          <a:xfrm>
            <a:off x="914400" y="44704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914400" y="5029200"/>
            <a:ext cx="47244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2" hasCustomPrompt="1"/>
            <p:custDataLst>
              <p:tags r:id="rId10"/>
            </p:custDataLst>
          </p:nvPr>
        </p:nvSpPr>
        <p:spPr>
          <a:xfrm>
            <a:off x="6248400" y="1524000"/>
            <a:ext cx="5334000" cy="2082800"/>
          </a:xfrm>
          <a:custGeom>
            <a:avLst/>
            <a:gdLst>
              <a:gd name="connisteX0" fmla="*/ 0 w 5334000"/>
              <a:gd name="connsiteY0" fmla="*/ 203200 h 2082800"/>
              <a:gd name="connisteX1" fmla="*/ 203200 w 5334000"/>
              <a:gd name="connsiteY1" fmla="*/ 0 h 2082800"/>
              <a:gd name="connisteX2" fmla="*/ 5130800 w 5334000"/>
              <a:gd name="connsiteY2" fmla="*/ 0 h 2082800"/>
              <a:gd name="connisteX3" fmla="*/ 5334000 w 5334000"/>
              <a:gd name="connsiteY3" fmla="*/ 203200 h 2082800"/>
              <a:gd name="connisteX4" fmla="*/ 5334000 w 5334000"/>
              <a:gd name="connsiteY4" fmla="*/ 2082800 h 2082800"/>
              <a:gd name="connisteX5" fmla="*/ 0 w 5334000"/>
              <a:gd name="connsiteY5" fmla="*/ 2082800 h 2082800"/>
              <a:gd name="connisteX6" fmla="*/ 0 w 5334000"/>
              <a:gd name="connsiteY6" fmla="*/ 203200 h 2082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5334000" h="2082800">
                <a:moveTo>
                  <a:pt x="0" y="203200"/>
                </a:moveTo>
                <a:cubicBezTo>
                  <a:pt x="0" y="90976"/>
                  <a:pt x="90976" y="0"/>
                  <a:pt x="203200" y="0"/>
                </a:cubicBezTo>
                <a:lnTo>
                  <a:pt x="5130800" y="0"/>
                </a:lnTo>
                <a:cubicBezTo>
                  <a:pt x="5243024" y="0"/>
                  <a:pt x="5334000" y="90976"/>
                  <a:pt x="5334000" y="203200"/>
                </a:cubicBezTo>
                <a:lnTo>
                  <a:pt x="5334000" y="2082800"/>
                </a:lnTo>
                <a:lnTo>
                  <a:pt x="0" y="2082800"/>
                </a:ln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图片占位符 16"/>
          <p:cNvSpPr>
            <a:spLocks noGrp="1"/>
          </p:cNvSpPr>
          <p:nvPr>
            <p:ph type="pic" idx="16393" hasCustomPrompt="1"/>
            <p:custDataLst>
              <p:tags r:id="rId11"/>
            </p:custDataLst>
          </p:nvPr>
        </p:nvSpPr>
        <p:spPr>
          <a:xfrm>
            <a:off x="6248400" y="3606800"/>
            <a:ext cx="5334000" cy="2641600"/>
          </a:xfrm>
          <a:custGeom>
            <a:avLst/>
            <a:gdLst>
              <a:gd name="connisteX0" fmla="*/ 0 w 5334000"/>
              <a:gd name="connsiteY0" fmla="*/ 0 h 2641600"/>
              <a:gd name="connisteX1" fmla="*/ 5334000 w 5334000"/>
              <a:gd name="connsiteY1" fmla="*/ 0 h 2641600"/>
              <a:gd name="connisteX2" fmla="*/ 5334000 w 5334000"/>
              <a:gd name="connsiteY2" fmla="*/ 2438400 h 2641600"/>
              <a:gd name="connisteX3" fmla="*/ 5130800 w 5334000"/>
              <a:gd name="connsiteY3" fmla="*/ 2641600 h 2641600"/>
              <a:gd name="connisteX4" fmla="*/ 203200 w 5334000"/>
              <a:gd name="connsiteY4" fmla="*/ 2641600 h 2641600"/>
              <a:gd name="connisteX5" fmla="*/ 0 w 5334000"/>
              <a:gd name="connsiteY5" fmla="*/ 2438400 h 2641600"/>
              <a:gd name="connisteX6" fmla="*/ 0 w 5334000"/>
              <a:gd name="connsiteY6" fmla="*/ 0 h 2641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5334000" h="2641600">
                <a:moveTo>
                  <a:pt x="0" y="0"/>
                </a:moveTo>
                <a:lnTo>
                  <a:pt x="5334000" y="0"/>
                </a:lnTo>
                <a:lnTo>
                  <a:pt x="5334000" y="2438400"/>
                </a:lnTo>
                <a:cubicBezTo>
                  <a:pt x="5334000" y="2550624"/>
                  <a:pt x="5243024" y="2641600"/>
                  <a:pt x="5130800" y="2641600"/>
                </a:cubicBezTo>
                <a:lnTo>
                  <a:pt x="203200" y="2641600"/>
                </a:lnTo>
                <a:cubicBezTo>
                  <a:pt x="90976" y="2641600"/>
                  <a:pt x="0" y="2550624"/>
                  <a:pt x="0" y="2438400"/>
                </a:cubicBezTo>
                <a:lnTo>
                  <a:pt x="0" y="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8" name="文本占位符 17"/>
          <p:cNvSpPr>
            <a:spLocks noGrp="1"/>
          </p:cNvSpPr>
          <p:nvPr>
            <p:ph type="body" idx="16388" hasCustomPrompt="1"/>
            <p:custDataLst>
              <p:tags r:id="rId12"/>
            </p:custDataLst>
          </p:nvPr>
        </p:nvSpPr>
        <p:spPr>
          <a:xfrm>
            <a:off x="6553200" y="18288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9" hasCustomPrompt="1"/>
            <p:custDataLst>
              <p:tags r:id="rId13"/>
            </p:custDataLst>
          </p:nvPr>
        </p:nvSpPr>
        <p:spPr>
          <a:xfrm>
            <a:off x="6553200" y="2387600"/>
            <a:ext cx="47244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正文页-6_41-2">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63246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4" hasCustomPrompt="1"/>
            <p:custDataLst>
              <p:tags r:id="rId6"/>
            </p:custDataLst>
          </p:nvPr>
        </p:nvSpPr>
        <p:spPr>
          <a:xfrm>
            <a:off x="7543800" y="609600"/>
            <a:ext cx="4038600" cy="5638800"/>
          </a:xfrm>
          <a:custGeom>
            <a:avLst/>
            <a:gdLst>
              <a:gd name="connisteX0" fmla="*/ 0 w 4038600"/>
              <a:gd name="connsiteY0" fmla="*/ 203200 h 5638800"/>
              <a:gd name="connisteX1" fmla="*/ 203200 w 4038600"/>
              <a:gd name="connsiteY1" fmla="*/ 0 h 5638800"/>
              <a:gd name="connisteX2" fmla="*/ 3835400 w 4038600"/>
              <a:gd name="connsiteY2" fmla="*/ 0 h 5638800"/>
              <a:gd name="connisteX3" fmla="*/ 4038600 w 4038600"/>
              <a:gd name="connsiteY3" fmla="*/ 203200 h 5638800"/>
              <a:gd name="connisteX4" fmla="*/ 4038600 w 4038600"/>
              <a:gd name="connsiteY4" fmla="*/ 5435600 h 5638800"/>
              <a:gd name="connisteX5" fmla="*/ 3835400 w 4038600"/>
              <a:gd name="connsiteY5" fmla="*/ 5638800 h 5638800"/>
              <a:gd name="connisteX6" fmla="*/ 203200 w 4038600"/>
              <a:gd name="connsiteY6" fmla="*/ 5638800 h 5638800"/>
              <a:gd name="connisteX7" fmla="*/ 0 w 4038600"/>
              <a:gd name="connsiteY7" fmla="*/ 5435600 h 5638800"/>
              <a:gd name="connisteX8" fmla="*/ 0 w 4038600"/>
              <a:gd name="connsiteY8" fmla="*/ 203200 h 5638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4038600" h="5638800">
                <a:moveTo>
                  <a:pt x="0" y="203200"/>
                </a:moveTo>
                <a:cubicBezTo>
                  <a:pt x="0" y="90976"/>
                  <a:pt x="90976" y="0"/>
                  <a:pt x="203200" y="0"/>
                </a:cubicBezTo>
                <a:lnTo>
                  <a:pt x="3835400" y="0"/>
                </a:lnTo>
                <a:cubicBezTo>
                  <a:pt x="3947624" y="0"/>
                  <a:pt x="4038600" y="90976"/>
                  <a:pt x="4038600" y="203200"/>
                </a:cubicBezTo>
                <a:lnTo>
                  <a:pt x="4038600" y="5435600"/>
                </a:lnTo>
                <a:cubicBezTo>
                  <a:pt x="4038600" y="5547824"/>
                  <a:pt x="3947624" y="5638800"/>
                  <a:pt x="3835400" y="5638800"/>
                </a:cubicBezTo>
                <a:lnTo>
                  <a:pt x="203200" y="5638800"/>
                </a:lnTo>
                <a:cubicBezTo>
                  <a:pt x="90976" y="5638800"/>
                  <a:pt x="0" y="5547824"/>
                  <a:pt x="0" y="54356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装饰  2"/>
          <p:cNvSpPr>
            <a:spLocks noGrp="1"/>
          </p:cNvSpPr>
          <p:nvPr>
            <p:ph type="body" idx="16395" hasCustomPrompt="1"/>
            <p:custDataLst>
              <p:tags r:id="rId7"/>
            </p:custDataLst>
          </p:nvPr>
        </p:nvSpPr>
        <p:spPr>
          <a:xfrm>
            <a:off x="609600" y="19304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4" name="文本占位符 13"/>
          <p:cNvSpPr>
            <a:spLocks noGrp="1"/>
          </p:cNvSpPr>
          <p:nvPr>
            <p:ph type="body" idx="16386" hasCustomPrompt="1"/>
            <p:custDataLst>
              <p:tags r:id="rId8"/>
            </p:custDataLst>
          </p:nvPr>
        </p:nvSpPr>
        <p:spPr>
          <a:xfrm>
            <a:off x="762000" y="1930400"/>
            <a:ext cx="27813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5" name="文本占位符 14"/>
          <p:cNvSpPr>
            <a:spLocks noGrp="1"/>
          </p:cNvSpPr>
          <p:nvPr>
            <p:ph type="body" idx="16387" hasCustomPrompt="1"/>
            <p:custDataLst>
              <p:tags r:id="rId9"/>
            </p:custDataLst>
          </p:nvPr>
        </p:nvSpPr>
        <p:spPr>
          <a:xfrm>
            <a:off x="762000" y="2438400"/>
            <a:ext cx="27813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6" hasCustomPrompt="1"/>
            <p:custDataLst>
              <p:tags r:id="rId10"/>
            </p:custDataLst>
          </p:nvPr>
        </p:nvSpPr>
        <p:spPr>
          <a:xfrm>
            <a:off x="4000500" y="19304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88" hasCustomPrompt="1"/>
            <p:custDataLst>
              <p:tags r:id="rId11"/>
            </p:custDataLst>
          </p:nvPr>
        </p:nvSpPr>
        <p:spPr>
          <a:xfrm>
            <a:off x="4152900" y="1930400"/>
            <a:ext cx="27813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8" name="文本占位符 17"/>
          <p:cNvSpPr>
            <a:spLocks noGrp="1"/>
          </p:cNvSpPr>
          <p:nvPr>
            <p:ph type="body" idx="16389" hasCustomPrompt="1"/>
            <p:custDataLst>
              <p:tags r:id="rId12"/>
            </p:custDataLst>
          </p:nvPr>
        </p:nvSpPr>
        <p:spPr>
          <a:xfrm>
            <a:off x="4152900" y="2438400"/>
            <a:ext cx="27813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9" name="装饰  8"/>
          <p:cNvSpPr>
            <a:spLocks noGrp="1"/>
          </p:cNvSpPr>
          <p:nvPr>
            <p:ph type="body" idx="16397" hasCustomPrompt="1"/>
            <p:custDataLst>
              <p:tags r:id="rId13"/>
            </p:custDataLst>
          </p:nvPr>
        </p:nvSpPr>
        <p:spPr>
          <a:xfrm>
            <a:off x="609600" y="41148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0" name="文本占位符 19"/>
          <p:cNvSpPr>
            <a:spLocks noGrp="1"/>
          </p:cNvSpPr>
          <p:nvPr>
            <p:ph type="body" idx="16390" hasCustomPrompt="1"/>
            <p:custDataLst>
              <p:tags r:id="rId14"/>
            </p:custDataLst>
          </p:nvPr>
        </p:nvSpPr>
        <p:spPr>
          <a:xfrm>
            <a:off x="762000" y="4114800"/>
            <a:ext cx="27813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1" name="文本占位符 20"/>
          <p:cNvSpPr>
            <a:spLocks noGrp="1"/>
          </p:cNvSpPr>
          <p:nvPr>
            <p:ph type="body" idx="16391" hasCustomPrompt="1"/>
            <p:custDataLst>
              <p:tags r:id="rId15"/>
            </p:custDataLst>
          </p:nvPr>
        </p:nvSpPr>
        <p:spPr>
          <a:xfrm>
            <a:off x="762000" y="4622800"/>
            <a:ext cx="27813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2" name="装饰  1"/>
          <p:cNvSpPr>
            <a:spLocks noGrp="1"/>
          </p:cNvSpPr>
          <p:nvPr>
            <p:ph type="body" idx="16398" hasCustomPrompt="1"/>
            <p:custDataLst>
              <p:tags r:id="rId16"/>
            </p:custDataLst>
          </p:nvPr>
        </p:nvSpPr>
        <p:spPr>
          <a:xfrm>
            <a:off x="4000500" y="41148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3" name="文本占位符 22"/>
          <p:cNvSpPr>
            <a:spLocks noGrp="1"/>
          </p:cNvSpPr>
          <p:nvPr>
            <p:ph type="body" idx="16392" hasCustomPrompt="1"/>
            <p:custDataLst>
              <p:tags r:id="rId17"/>
            </p:custDataLst>
          </p:nvPr>
        </p:nvSpPr>
        <p:spPr>
          <a:xfrm>
            <a:off x="4152900" y="4114800"/>
            <a:ext cx="27813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4" name="文本占位符 23"/>
          <p:cNvSpPr>
            <a:spLocks noGrp="1"/>
          </p:cNvSpPr>
          <p:nvPr>
            <p:ph type="body" idx="16393" hasCustomPrompt="1"/>
            <p:custDataLst>
              <p:tags r:id="rId18"/>
            </p:custDataLst>
          </p:nvPr>
        </p:nvSpPr>
        <p:spPr>
          <a:xfrm>
            <a:off x="4152900" y="4622800"/>
            <a:ext cx="27813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正文页-10012_22-2">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4" hasCustomPrompt="1"/>
            <p:custDataLst>
              <p:tags r:id="rId6"/>
            </p:custDataLst>
          </p:nvPr>
        </p:nvSpPr>
        <p:spPr>
          <a:xfrm>
            <a:off x="609600" y="1524000"/>
            <a:ext cx="5486400" cy="4724400"/>
          </a:xfrm>
          <a:custGeom>
            <a:avLst/>
            <a:gdLst>
              <a:gd name="connisteX0" fmla="*/ 0 w 5486400"/>
              <a:gd name="connsiteY0" fmla="*/ 203200 h 4724400"/>
              <a:gd name="connisteX1" fmla="*/ 203200 w 5486400"/>
              <a:gd name="connsiteY1" fmla="*/ 0 h 4724400"/>
              <a:gd name="connisteX2" fmla="*/ 5283200 w 5486400"/>
              <a:gd name="connsiteY2" fmla="*/ 0 h 4724400"/>
              <a:gd name="connisteX3" fmla="*/ 5486400 w 5486400"/>
              <a:gd name="connsiteY3" fmla="*/ 203200 h 4724400"/>
              <a:gd name="connisteX4" fmla="*/ 5486400 w 5486400"/>
              <a:gd name="connsiteY4" fmla="*/ 4521200 h 4724400"/>
              <a:gd name="connisteX5" fmla="*/ 5283200 w 5486400"/>
              <a:gd name="connsiteY5" fmla="*/ 4724400 h 4724400"/>
              <a:gd name="connisteX6" fmla="*/ 203200 w 5486400"/>
              <a:gd name="connsiteY6" fmla="*/ 4724400 h 4724400"/>
              <a:gd name="connisteX7" fmla="*/ 0 w 5486400"/>
              <a:gd name="connsiteY7" fmla="*/ 4521200 h 4724400"/>
              <a:gd name="connisteX8" fmla="*/ 0 w 5486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486400" h="4724400">
                <a:moveTo>
                  <a:pt x="0" y="203200"/>
                </a:moveTo>
                <a:cubicBezTo>
                  <a:pt x="0" y="90976"/>
                  <a:pt x="90976" y="0"/>
                  <a:pt x="203200" y="0"/>
                </a:cubicBezTo>
                <a:lnTo>
                  <a:pt x="5283200" y="0"/>
                </a:lnTo>
                <a:cubicBezTo>
                  <a:pt x="5395424" y="0"/>
                  <a:pt x="5486400" y="90976"/>
                  <a:pt x="5486400" y="203200"/>
                </a:cubicBezTo>
                <a:lnTo>
                  <a:pt x="5486400" y="4521200"/>
                </a:lnTo>
                <a:cubicBezTo>
                  <a:pt x="5486400" y="4633424"/>
                  <a:pt x="5395424" y="4724400"/>
                  <a:pt x="5283200" y="4724400"/>
                </a:cubicBezTo>
                <a:lnTo>
                  <a:pt x="203200" y="4724400"/>
                </a:lnTo>
                <a:cubicBezTo>
                  <a:pt x="90976" y="4724400"/>
                  <a:pt x="0" y="4633424"/>
                  <a:pt x="0" y="4521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文本占位符 12"/>
          <p:cNvSpPr>
            <a:spLocks noGrp="1"/>
          </p:cNvSpPr>
          <p:nvPr>
            <p:ph type="body" idx="16386" hasCustomPrompt="1"/>
            <p:custDataLst>
              <p:tags r:id="rId7"/>
            </p:custDataLst>
          </p:nvPr>
        </p:nvSpPr>
        <p:spPr>
          <a:xfrm>
            <a:off x="6553200" y="18796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4" name="文本占位符 13"/>
          <p:cNvSpPr>
            <a:spLocks noGrp="1"/>
          </p:cNvSpPr>
          <p:nvPr>
            <p:ph type="body" idx="16387" hasCustomPrompt="1"/>
            <p:custDataLst>
              <p:tags r:id="rId8"/>
            </p:custDataLst>
          </p:nvPr>
        </p:nvSpPr>
        <p:spPr>
          <a:xfrm>
            <a:off x="6553200" y="2438400"/>
            <a:ext cx="22860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5" name="文本占位符 14"/>
          <p:cNvSpPr>
            <a:spLocks noGrp="1"/>
          </p:cNvSpPr>
          <p:nvPr>
            <p:ph type="body" idx="16388" hasCustomPrompt="1"/>
            <p:custDataLst>
              <p:tags r:id="rId9"/>
            </p:custDataLst>
          </p:nvPr>
        </p:nvSpPr>
        <p:spPr>
          <a:xfrm>
            <a:off x="9296400" y="18796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6" name="文本占位符 15"/>
          <p:cNvSpPr>
            <a:spLocks noGrp="1"/>
          </p:cNvSpPr>
          <p:nvPr>
            <p:ph type="body" idx="16389" hasCustomPrompt="1"/>
            <p:custDataLst>
              <p:tags r:id="rId10"/>
            </p:custDataLst>
          </p:nvPr>
        </p:nvSpPr>
        <p:spPr>
          <a:xfrm>
            <a:off x="9296400" y="2438400"/>
            <a:ext cx="22860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7" name="文本占位符 16"/>
          <p:cNvSpPr>
            <a:spLocks noGrp="1"/>
          </p:cNvSpPr>
          <p:nvPr>
            <p:ph type="body" idx="16390" hasCustomPrompt="1"/>
            <p:custDataLst>
              <p:tags r:id="rId11"/>
            </p:custDataLst>
          </p:nvPr>
        </p:nvSpPr>
        <p:spPr>
          <a:xfrm>
            <a:off x="6553200" y="41148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8" name="文本占位符 17"/>
          <p:cNvSpPr>
            <a:spLocks noGrp="1"/>
          </p:cNvSpPr>
          <p:nvPr>
            <p:ph type="body" idx="16391" hasCustomPrompt="1"/>
            <p:custDataLst>
              <p:tags r:id="rId12"/>
            </p:custDataLst>
          </p:nvPr>
        </p:nvSpPr>
        <p:spPr>
          <a:xfrm>
            <a:off x="6553200" y="4673600"/>
            <a:ext cx="22860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9" name="文本占位符 18"/>
          <p:cNvSpPr>
            <a:spLocks noGrp="1"/>
          </p:cNvSpPr>
          <p:nvPr>
            <p:ph type="body" idx="16392" hasCustomPrompt="1"/>
            <p:custDataLst>
              <p:tags r:id="rId13"/>
            </p:custDataLst>
          </p:nvPr>
        </p:nvSpPr>
        <p:spPr>
          <a:xfrm>
            <a:off x="9296400" y="41148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0" name="文本占位符 19"/>
          <p:cNvSpPr>
            <a:spLocks noGrp="1"/>
          </p:cNvSpPr>
          <p:nvPr>
            <p:ph type="body" idx="16393" hasCustomPrompt="1"/>
            <p:custDataLst>
              <p:tags r:id="rId14"/>
            </p:custDataLst>
          </p:nvPr>
        </p:nvSpPr>
        <p:spPr>
          <a:xfrm>
            <a:off x="9296400" y="4673600"/>
            <a:ext cx="22860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正文页-上图中标下内-装饰上-默认位置-并列-51_47_group1-2">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32258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2" hasCustomPrompt="1"/>
            <p:custDataLst>
              <p:tags r:id="rId6"/>
            </p:custDataLst>
          </p:nvPr>
        </p:nvSpPr>
        <p:spPr>
          <a:xfrm>
            <a:off x="609600" y="609600"/>
            <a:ext cx="10972800" cy="2082800"/>
          </a:xfrm>
          <a:custGeom>
            <a:avLst/>
            <a:gdLst>
              <a:gd name="connisteX0" fmla="*/ 0 w 10972800"/>
              <a:gd name="connsiteY0" fmla="*/ 203200 h 2082800"/>
              <a:gd name="connisteX1" fmla="*/ 203200 w 10972800"/>
              <a:gd name="connsiteY1" fmla="*/ 0 h 2082800"/>
              <a:gd name="connisteX2" fmla="*/ 10769600 w 10972800"/>
              <a:gd name="connsiteY2" fmla="*/ 0 h 2082800"/>
              <a:gd name="connisteX3" fmla="*/ 10972800 w 10972800"/>
              <a:gd name="connsiteY3" fmla="*/ 203200 h 2082800"/>
              <a:gd name="connisteX4" fmla="*/ 10972800 w 10972800"/>
              <a:gd name="connsiteY4" fmla="*/ 1879600 h 2082800"/>
              <a:gd name="connisteX5" fmla="*/ 10769600 w 10972800"/>
              <a:gd name="connsiteY5" fmla="*/ 2082800 h 2082800"/>
              <a:gd name="connisteX6" fmla="*/ 203200 w 10972800"/>
              <a:gd name="connsiteY6" fmla="*/ 2082800 h 2082800"/>
              <a:gd name="connisteX7" fmla="*/ 0 w 10972800"/>
              <a:gd name="connsiteY7" fmla="*/ 1879600 h 2082800"/>
              <a:gd name="connisteX8" fmla="*/ 0 w 10972800"/>
              <a:gd name="connsiteY8" fmla="*/ 203200 h 2082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2082800">
                <a:moveTo>
                  <a:pt x="0" y="203200"/>
                </a:moveTo>
                <a:cubicBezTo>
                  <a:pt x="0" y="90976"/>
                  <a:pt x="90976" y="0"/>
                  <a:pt x="203200" y="0"/>
                </a:cubicBezTo>
                <a:lnTo>
                  <a:pt x="10769600" y="0"/>
                </a:lnTo>
                <a:cubicBezTo>
                  <a:pt x="10881824" y="0"/>
                  <a:pt x="10972800" y="90976"/>
                  <a:pt x="10972800" y="203200"/>
                </a:cubicBezTo>
                <a:lnTo>
                  <a:pt x="10972800" y="1879600"/>
                </a:lnTo>
                <a:cubicBezTo>
                  <a:pt x="10972800" y="1991824"/>
                  <a:pt x="10881824" y="2082800"/>
                  <a:pt x="10769600" y="2082800"/>
                </a:cubicBezTo>
                <a:lnTo>
                  <a:pt x="203200" y="2082800"/>
                </a:lnTo>
                <a:cubicBezTo>
                  <a:pt x="90976" y="2082800"/>
                  <a:pt x="0" y="1991824"/>
                  <a:pt x="0" y="18796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装饰  2"/>
          <p:cNvSpPr>
            <a:spLocks noGrp="1"/>
          </p:cNvSpPr>
          <p:nvPr>
            <p:ph type="body" idx="16393" hasCustomPrompt="1"/>
            <p:custDataLst>
              <p:tags r:id="rId7"/>
            </p:custDataLst>
          </p:nvPr>
        </p:nvSpPr>
        <p:spPr>
          <a:xfrm>
            <a:off x="609600" y="4216400"/>
            <a:ext cx="50800" cy="2032000"/>
          </a:xfrm>
          <a:custGeom>
            <a:avLst/>
            <a:gdLst>
              <a:gd name="connisteX0" fmla="*/ 0 w 50800"/>
              <a:gd name="connsiteY0" fmla="*/ 25400 h 2032000"/>
              <a:gd name="connisteX1" fmla="*/ 25400 w 50800"/>
              <a:gd name="connsiteY1" fmla="*/ 0 h 2032000"/>
              <a:gd name="connisteX2" fmla="*/ 25400 w 50800"/>
              <a:gd name="connsiteY2" fmla="*/ 0 h 2032000"/>
              <a:gd name="connisteX3" fmla="*/ 50800 w 50800"/>
              <a:gd name="connsiteY3" fmla="*/ 25400 h 2032000"/>
              <a:gd name="connisteX4" fmla="*/ 50800 w 50800"/>
              <a:gd name="connsiteY4" fmla="*/ 2006600 h 2032000"/>
              <a:gd name="connisteX5" fmla="*/ 25400 w 50800"/>
              <a:gd name="connsiteY5" fmla="*/ 2032000 h 2032000"/>
              <a:gd name="connisteX6" fmla="*/ 25400 w 50800"/>
              <a:gd name="connsiteY6" fmla="*/ 2032000 h 2032000"/>
              <a:gd name="connisteX7" fmla="*/ 0 w 50800"/>
              <a:gd name="connsiteY7" fmla="*/ 2006600 h 2032000"/>
              <a:gd name="connisteX8" fmla="*/ 0 w 50800"/>
              <a:gd name="connsiteY8" fmla="*/ 254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2032000">
                <a:moveTo>
                  <a:pt x="0" y="25400"/>
                </a:moveTo>
                <a:cubicBezTo>
                  <a:pt x="0" y="11372"/>
                  <a:pt x="11372" y="0"/>
                  <a:pt x="25400" y="0"/>
                </a:cubicBezTo>
                <a:lnTo>
                  <a:pt x="25400" y="0"/>
                </a:lnTo>
                <a:cubicBezTo>
                  <a:pt x="39428" y="0"/>
                  <a:pt x="50800" y="11372"/>
                  <a:pt x="50800" y="25400"/>
                </a:cubicBezTo>
                <a:lnTo>
                  <a:pt x="50800" y="2006600"/>
                </a:lnTo>
                <a:cubicBezTo>
                  <a:pt x="50800" y="2020628"/>
                  <a:pt x="39428" y="2032000"/>
                  <a:pt x="25400" y="2032000"/>
                </a:cubicBezTo>
                <a:lnTo>
                  <a:pt x="25400" y="2032000"/>
                </a:lnTo>
                <a:cubicBezTo>
                  <a:pt x="11372" y="2032000"/>
                  <a:pt x="0" y="2020628"/>
                  <a:pt x="0" y="20066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4" name="文本占位符 13"/>
          <p:cNvSpPr>
            <a:spLocks noGrp="1"/>
          </p:cNvSpPr>
          <p:nvPr>
            <p:ph type="body" idx="16386" hasCustomPrompt="1"/>
            <p:custDataLst>
              <p:tags r:id="rId8"/>
            </p:custDataLst>
          </p:nvPr>
        </p:nvSpPr>
        <p:spPr>
          <a:xfrm>
            <a:off x="762000" y="42164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762000" y="4724400"/>
            <a:ext cx="30988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4" hasCustomPrompt="1"/>
            <p:custDataLst>
              <p:tags r:id="rId10"/>
            </p:custDataLst>
          </p:nvPr>
        </p:nvSpPr>
        <p:spPr>
          <a:xfrm>
            <a:off x="4470400" y="4216400"/>
            <a:ext cx="50800" cy="2032000"/>
          </a:xfrm>
          <a:custGeom>
            <a:avLst/>
            <a:gdLst>
              <a:gd name="connisteX0" fmla="*/ 0 w 50800"/>
              <a:gd name="connsiteY0" fmla="*/ 25400 h 2032000"/>
              <a:gd name="connisteX1" fmla="*/ 25400 w 50800"/>
              <a:gd name="connsiteY1" fmla="*/ 0 h 2032000"/>
              <a:gd name="connisteX2" fmla="*/ 25400 w 50800"/>
              <a:gd name="connsiteY2" fmla="*/ 0 h 2032000"/>
              <a:gd name="connisteX3" fmla="*/ 50800 w 50800"/>
              <a:gd name="connsiteY3" fmla="*/ 25400 h 2032000"/>
              <a:gd name="connisteX4" fmla="*/ 50800 w 50800"/>
              <a:gd name="connsiteY4" fmla="*/ 2006600 h 2032000"/>
              <a:gd name="connisteX5" fmla="*/ 25400 w 50800"/>
              <a:gd name="connsiteY5" fmla="*/ 2032000 h 2032000"/>
              <a:gd name="connisteX6" fmla="*/ 25400 w 50800"/>
              <a:gd name="connsiteY6" fmla="*/ 2032000 h 2032000"/>
              <a:gd name="connisteX7" fmla="*/ 0 w 50800"/>
              <a:gd name="connsiteY7" fmla="*/ 2006600 h 2032000"/>
              <a:gd name="connisteX8" fmla="*/ 0 w 50800"/>
              <a:gd name="connsiteY8" fmla="*/ 254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2032000">
                <a:moveTo>
                  <a:pt x="0" y="25400"/>
                </a:moveTo>
                <a:cubicBezTo>
                  <a:pt x="0" y="11372"/>
                  <a:pt x="11372" y="0"/>
                  <a:pt x="25400" y="0"/>
                </a:cubicBezTo>
                <a:lnTo>
                  <a:pt x="25400" y="0"/>
                </a:lnTo>
                <a:cubicBezTo>
                  <a:pt x="39428" y="0"/>
                  <a:pt x="50800" y="11372"/>
                  <a:pt x="50800" y="25400"/>
                </a:cubicBezTo>
                <a:lnTo>
                  <a:pt x="50800" y="2006600"/>
                </a:lnTo>
                <a:cubicBezTo>
                  <a:pt x="50800" y="2020628"/>
                  <a:pt x="39428" y="2032000"/>
                  <a:pt x="25400" y="2032000"/>
                </a:cubicBezTo>
                <a:lnTo>
                  <a:pt x="25400" y="2032000"/>
                </a:lnTo>
                <a:cubicBezTo>
                  <a:pt x="11372" y="2032000"/>
                  <a:pt x="0" y="2020628"/>
                  <a:pt x="0" y="20066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88" hasCustomPrompt="1"/>
            <p:custDataLst>
              <p:tags r:id="rId11"/>
            </p:custDataLst>
          </p:nvPr>
        </p:nvSpPr>
        <p:spPr>
          <a:xfrm>
            <a:off x="4622800" y="42164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8" name="文本占位符 17"/>
          <p:cNvSpPr>
            <a:spLocks noGrp="1"/>
          </p:cNvSpPr>
          <p:nvPr>
            <p:ph type="body" idx="16389" hasCustomPrompt="1"/>
            <p:custDataLst>
              <p:tags r:id="rId12"/>
            </p:custDataLst>
          </p:nvPr>
        </p:nvSpPr>
        <p:spPr>
          <a:xfrm>
            <a:off x="4622800" y="4724400"/>
            <a:ext cx="30988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9" name="装饰  8"/>
          <p:cNvSpPr>
            <a:spLocks noGrp="1"/>
          </p:cNvSpPr>
          <p:nvPr>
            <p:ph type="body" idx="16395" hasCustomPrompt="1"/>
            <p:custDataLst>
              <p:tags r:id="rId13"/>
            </p:custDataLst>
          </p:nvPr>
        </p:nvSpPr>
        <p:spPr>
          <a:xfrm>
            <a:off x="8331200" y="4216400"/>
            <a:ext cx="50800" cy="2032000"/>
          </a:xfrm>
          <a:custGeom>
            <a:avLst/>
            <a:gdLst>
              <a:gd name="connisteX0" fmla="*/ 0 w 50800"/>
              <a:gd name="connsiteY0" fmla="*/ 25400 h 2032000"/>
              <a:gd name="connisteX1" fmla="*/ 25400 w 50800"/>
              <a:gd name="connsiteY1" fmla="*/ 0 h 2032000"/>
              <a:gd name="connisteX2" fmla="*/ 25400 w 50800"/>
              <a:gd name="connsiteY2" fmla="*/ 0 h 2032000"/>
              <a:gd name="connisteX3" fmla="*/ 50800 w 50800"/>
              <a:gd name="connsiteY3" fmla="*/ 25400 h 2032000"/>
              <a:gd name="connisteX4" fmla="*/ 50800 w 50800"/>
              <a:gd name="connsiteY4" fmla="*/ 2006600 h 2032000"/>
              <a:gd name="connisteX5" fmla="*/ 25400 w 50800"/>
              <a:gd name="connsiteY5" fmla="*/ 2032000 h 2032000"/>
              <a:gd name="connisteX6" fmla="*/ 25400 w 50800"/>
              <a:gd name="connsiteY6" fmla="*/ 2032000 h 2032000"/>
              <a:gd name="connisteX7" fmla="*/ 0 w 50800"/>
              <a:gd name="connsiteY7" fmla="*/ 2006600 h 2032000"/>
              <a:gd name="connisteX8" fmla="*/ 0 w 50800"/>
              <a:gd name="connsiteY8" fmla="*/ 254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2032000">
                <a:moveTo>
                  <a:pt x="0" y="25400"/>
                </a:moveTo>
                <a:cubicBezTo>
                  <a:pt x="0" y="11372"/>
                  <a:pt x="11372" y="0"/>
                  <a:pt x="25400" y="0"/>
                </a:cubicBezTo>
                <a:lnTo>
                  <a:pt x="25400" y="0"/>
                </a:lnTo>
                <a:cubicBezTo>
                  <a:pt x="39428" y="0"/>
                  <a:pt x="50800" y="11372"/>
                  <a:pt x="50800" y="25400"/>
                </a:cubicBezTo>
                <a:lnTo>
                  <a:pt x="50800" y="2006600"/>
                </a:lnTo>
                <a:cubicBezTo>
                  <a:pt x="50800" y="2020628"/>
                  <a:pt x="39428" y="2032000"/>
                  <a:pt x="25400" y="2032000"/>
                </a:cubicBezTo>
                <a:lnTo>
                  <a:pt x="25400" y="2032000"/>
                </a:lnTo>
                <a:cubicBezTo>
                  <a:pt x="11372" y="2032000"/>
                  <a:pt x="0" y="2020628"/>
                  <a:pt x="0" y="20066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0" name="文本占位符 19"/>
          <p:cNvSpPr>
            <a:spLocks noGrp="1"/>
          </p:cNvSpPr>
          <p:nvPr>
            <p:ph type="body" idx="16390" hasCustomPrompt="1"/>
            <p:custDataLst>
              <p:tags r:id="rId14"/>
            </p:custDataLst>
          </p:nvPr>
        </p:nvSpPr>
        <p:spPr>
          <a:xfrm>
            <a:off x="8483600" y="42164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1" name="文本占位符 20"/>
          <p:cNvSpPr>
            <a:spLocks noGrp="1"/>
          </p:cNvSpPr>
          <p:nvPr>
            <p:ph type="body" idx="16391" hasCustomPrompt="1"/>
            <p:custDataLst>
              <p:tags r:id="rId15"/>
            </p:custDataLst>
          </p:nvPr>
        </p:nvSpPr>
        <p:spPr>
          <a:xfrm>
            <a:off x="8483600" y="4724400"/>
            <a:ext cx="30988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正文页-30_71-2">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5257800" y="533400"/>
            <a:ext cx="63246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0" hasCustomPrompt="1"/>
            <p:custDataLst>
              <p:tags r:id="rId6"/>
            </p:custDataLst>
          </p:nvPr>
        </p:nvSpPr>
        <p:spPr>
          <a:xfrm>
            <a:off x="609600" y="609600"/>
            <a:ext cx="4038600" cy="5638800"/>
          </a:xfrm>
          <a:custGeom>
            <a:avLst/>
            <a:gdLst>
              <a:gd name="connisteX0" fmla="*/ 0 w 4038600"/>
              <a:gd name="connsiteY0" fmla="*/ 203200 h 5638800"/>
              <a:gd name="connisteX1" fmla="*/ 203200 w 4038600"/>
              <a:gd name="connsiteY1" fmla="*/ 0 h 5638800"/>
              <a:gd name="connisteX2" fmla="*/ 3835400 w 4038600"/>
              <a:gd name="connsiteY2" fmla="*/ 0 h 5638800"/>
              <a:gd name="connisteX3" fmla="*/ 4038600 w 4038600"/>
              <a:gd name="connsiteY3" fmla="*/ 203200 h 5638800"/>
              <a:gd name="connisteX4" fmla="*/ 4038600 w 4038600"/>
              <a:gd name="connsiteY4" fmla="*/ 5435600 h 5638800"/>
              <a:gd name="connisteX5" fmla="*/ 3835400 w 4038600"/>
              <a:gd name="connsiteY5" fmla="*/ 5638800 h 5638800"/>
              <a:gd name="connisteX6" fmla="*/ 203200 w 4038600"/>
              <a:gd name="connsiteY6" fmla="*/ 5638800 h 5638800"/>
              <a:gd name="connisteX7" fmla="*/ 0 w 4038600"/>
              <a:gd name="connsiteY7" fmla="*/ 5435600 h 5638800"/>
              <a:gd name="connisteX8" fmla="*/ 0 w 4038600"/>
              <a:gd name="connsiteY8" fmla="*/ 203200 h 5638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4038600" h="5638800">
                <a:moveTo>
                  <a:pt x="0" y="203200"/>
                </a:moveTo>
                <a:cubicBezTo>
                  <a:pt x="0" y="90976"/>
                  <a:pt x="90976" y="0"/>
                  <a:pt x="203200" y="0"/>
                </a:cubicBezTo>
                <a:lnTo>
                  <a:pt x="3835400" y="0"/>
                </a:lnTo>
                <a:cubicBezTo>
                  <a:pt x="3947624" y="0"/>
                  <a:pt x="4038600" y="90976"/>
                  <a:pt x="4038600" y="203200"/>
                </a:cubicBezTo>
                <a:lnTo>
                  <a:pt x="4038600" y="5435600"/>
                </a:lnTo>
                <a:cubicBezTo>
                  <a:pt x="4038600" y="5547824"/>
                  <a:pt x="3947624" y="5638800"/>
                  <a:pt x="3835400" y="5638800"/>
                </a:cubicBezTo>
                <a:lnTo>
                  <a:pt x="203200" y="5638800"/>
                </a:lnTo>
                <a:cubicBezTo>
                  <a:pt x="90976" y="5638800"/>
                  <a:pt x="0" y="5547824"/>
                  <a:pt x="0" y="54356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装饰  2"/>
          <p:cNvSpPr>
            <a:spLocks noGrp="1"/>
          </p:cNvSpPr>
          <p:nvPr>
            <p:ph type="body" idx="16391" hasCustomPrompt="1"/>
            <p:custDataLst>
              <p:tags r:id="rId7"/>
            </p:custDataLst>
          </p:nvPr>
        </p:nvSpPr>
        <p:spPr>
          <a:xfrm>
            <a:off x="5257800" y="2794000"/>
            <a:ext cx="50800" cy="1422400"/>
          </a:xfrm>
          <a:custGeom>
            <a:avLst/>
            <a:gdLst>
              <a:gd name="connisteX0" fmla="*/ 0 w 50800"/>
              <a:gd name="connsiteY0" fmla="*/ 25400 h 1422400"/>
              <a:gd name="connisteX1" fmla="*/ 25400 w 50800"/>
              <a:gd name="connsiteY1" fmla="*/ 0 h 1422400"/>
              <a:gd name="connisteX2" fmla="*/ 25400 w 50800"/>
              <a:gd name="connsiteY2" fmla="*/ 0 h 1422400"/>
              <a:gd name="connisteX3" fmla="*/ 50800 w 50800"/>
              <a:gd name="connsiteY3" fmla="*/ 25400 h 1422400"/>
              <a:gd name="connisteX4" fmla="*/ 50800 w 50800"/>
              <a:gd name="connsiteY4" fmla="*/ 1397000 h 1422400"/>
              <a:gd name="connisteX5" fmla="*/ 25400 w 50800"/>
              <a:gd name="connsiteY5" fmla="*/ 1422400 h 1422400"/>
              <a:gd name="connisteX6" fmla="*/ 25400 w 50800"/>
              <a:gd name="connsiteY6" fmla="*/ 1422400 h 1422400"/>
              <a:gd name="connisteX7" fmla="*/ 0 w 50800"/>
              <a:gd name="connsiteY7" fmla="*/ 1397000 h 1422400"/>
              <a:gd name="connisteX8" fmla="*/ 0 w 50800"/>
              <a:gd name="connsiteY8" fmla="*/ 25400 h 142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422400">
                <a:moveTo>
                  <a:pt x="0" y="25400"/>
                </a:moveTo>
                <a:cubicBezTo>
                  <a:pt x="0" y="11372"/>
                  <a:pt x="11372" y="0"/>
                  <a:pt x="25400" y="0"/>
                </a:cubicBezTo>
                <a:lnTo>
                  <a:pt x="25400" y="0"/>
                </a:lnTo>
                <a:cubicBezTo>
                  <a:pt x="39428" y="0"/>
                  <a:pt x="50800" y="11372"/>
                  <a:pt x="50800" y="25400"/>
                </a:cubicBezTo>
                <a:lnTo>
                  <a:pt x="50800" y="1397000"/>
                </a:lnTo>
                <a:cubicBezTo>
                  <a:pt x="50800" y="1411028"/>
                  <a:pt x="39428" y="1422400"/>
                  <a:pt x="25400" y="1422400"/>
                </a:cubicBezTo>
                <a:lnTo>
                  <a:pt x="25400" y="1422400"/>
                </a:lnTo>
                <a:cubicBezTo>
                  <a:pt x="11372" y="1422400"/>
                  <a:pt x="0" y="1411028"/>
                  <a:pt x="0" y="13970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4" name="文本占位符 13"/>
          <p:cNvSpPr>
            <a:spLocks noGrp="1"/>
          </p:cNvSpPr>
          <p:nvPr>
            <p:ph type="body" idx="16386" hasCustomPrompt="1"/>
            <p:custDataLst>
              <p:tags r:id="rId8"/>
            </p:custDataLst>
          </p:nvPr>
        </p:nvSpPr>
        <p:spPr>
          <a:xfrm>
            <a:off x="5410200" y="2794000"/>
            <a:ext cx="6172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5410200" y="3302000"/>
            <a:ext cx="6172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2" hasCustomPrompt="1"/>
            <p:custDataLst>
              <p:tags r:id="rId10"/>
            </p:custDataLst>
          </p:nvPr>
        </p:nvSpPr>
        <p:spPr>
          <a:xfrm>
            <a:off x="5257800" y="4826000"/>
            <a:ext cx="50800" cy="1422400"/>
          </a:xfrm>
          <a:custGeom>
            <a:avLst/>
            <a:gdLst>
              <a:gd name="connisteX0" fmla="*/ 0 w 50800"/>
              <a:gd name="connsiteY0" fmla="*/ 25400 h 1422400"/>
              <a:gd name="connisteX1" fmla="*/ 25400 w 50800"/>
              <a:gd name="connsiteY1" fmla="*/ 0 h 1422400"/>
              <a:gd name="connisteX2" fmla="*/ 25400 w 50800"/>
              <a:gd name="connsiteY2" fmla="*/ 0 h 1422400"/>
              <a:gd name="connisteX3" fmla="*/ 50800 w 50800"/>
              <a:gd name="connsiteY3" fmla="*/ 25400 h 1422400"/>
              <a:gd name="connisteX4" fmla="*/ 50800 w 50800"/>
              <a:gd name="connsiteY4" fmla="*/ 1397000 h 1422400"/>
              <a:gd name="connisteX5" fmla="*/ 25400 w 50800"/>
              <a:gd name="connsiteY5" fmla="*/ 1422400 h 1422400"/>
              <a:gd name="connisteX6" fmla="*/ 25400 w 50800"/>
              <a:gd name="connsiteY6" fmla="*/ 1422400 h 1422400"/>
              <a:gd name="connisteX7" fmla="*/ 0 w 50800"/>
              <a:gd name="connsiteY7" fmla="*/ 1397000 h 1422400"/>
              <a:gd name="connisteX8" fmla="*/ 0 w 50800"/>
              <a:gd name="connsiteY8" fmla="*/ 25400 h 142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422400">
                <a:moveTo>
                  <a:pt x="0" y="25400"/>
                </a:moveTo>
                <a:cubicBezTo>
                  <a:pt x="0" y="11372"/>
                  <a:pt x="11372" y="0"/>
                  <a:pt x="25400" y="0"/>
                </a:cubicBezTo>
                <a:lnTo>
                  <a:pt x="25400" y="0"/>
                </a:lnTo>
                <a:cubicBezTo>
                  <a:pt x="39428" y="0"/>
                  <a:pt x="50800" y="11372"/>
                  <a:pt x="50800" y="25400"/>
                </a:cubicBezTo>
                <a:lnTo>
                  <a:pt x="50800" y="1397000"/>
                </a:lnTo>
                <a:cubicBezTo>
                  <a:pt x="50800" y="1411028"/>
                  <a:pt x="39428" y="1422400"/>
                  <a:pt x="25400" y="1422400"/>
                </a:cubicBezTo>
                <a:lnTo>
                  <a:pt x="25400" y="1422400"/>
                </a:lnTo>
                <a:cubicBezTo>
                  <a:pt x="11372" y="1422400"/>
                  <a:pt x="0" y="1411028"/>
                  <a:pt x="0" y="13970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88" hasCustomPrompt="1"/>
            <p:custDataLst>
              <p:tags r:id="rId11"/>
            </p:custDataLst>
          </p:nvPr>
        </p:nvSpPr>
        <p:spPr>
          <a:xfrm>
            <a:off x="5410200" y="4826000"/>
            <a:ext cx="6172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8" name="文本占位符 17"/>
          <p:cNvSpPr>
            <a:spLocks noGrp="1"/>
          </p:cNvSpPr>
          <p:nvPr>
            <p:ph type="body" idx="16389" hasCustomPrompt="1"/>
            <p:custDataLst>
              <p:tags r:id="rId12"/>
            </p:custDataLst>
          </p:nvPr>
        </p:nvSpPr>
        <p:spPr>
          <a:xfrm>
            <a:off x="5410200" y="5334000"/>
            <a:ext cx="6172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正文页-49_12-2">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5" hasCustomPrompt="1"/>
            <p:custDataLst>
              <p:tags r:id="rId6"/>
            </p:custDataLst>
          </p:nvPr>
        </p:nvSpPr>
        <p:spPr>
          <a:xfrm>
            <a:off x="1778000" y="2133600"/>
            <a:ext cx="914400" cy="914400"/>
          </a:xfrm>
          <a:custGeom>
            <a:avLst/>
            <a:gdLst>
              <a:gd name="connisteX0" fmla="*/ 0 w 914400"/>
              <a:gd name="connsiteY0" fmla="*/ 203200 h 914400"/>
              <a:gd name="connisteX1" fmla="*/ 203200 w 914400"/>
              <a:gd name="connsiteY1" fmla="*/ 0 h 914400"/>
              <a:gd name="connisteX2" fmla="*/ 711200 w 914400"/>
              <a:gd name="connsiteY2" fmla="*/ 0 h 914400"/>
              <a:gd name="connisteX3" fmla="*/ 914400 w 914400"/>
              <a:gd name="connsiteY3" fmla="*/ 203200 h 914400"/>
              <a:gd name="connisteX4" fmla="*/ 914400 w 914400"/>
              <a:gd name="connsiteY4" fmla="*/ 711200 h 914400"/>
              <a:gd name="connisteX5" fmla="*/ 711200 w 914400"/>
              <a:gd name="connsiteY5" fmla="*/ 914400 h 914400"/>
              <a:gd name="connisteX6" fmla="*/ 203200 w 914400"/>
              <a:gd name="connsiteY6" fmla="*/ 914400 h 914400"/>
              <a:gd name="connisteX7" fmla="*/ 0 w 914400"/>
              <a:gd name="connsiteY7" fmla="*/ 711200 h 914400"/>
              <a:gd name="connisteX8" fmla="*/ 0 w 914400"/>
              <a:gd name="connsiteY8" fmla="*/ 203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203200"/>
                </a:moveTo>
                <a:cubicBezTo>
                  <a:pt x="0" y="90976"/>
                  <a:pt x="90976" y="0"/>
                  <a:pt x="203200" y="0"/>
                </a:cubicBezTo>
                <a:lnTo>
                  <a:pt x="711200" y="0"/>
                </a:lnTo>
                <a:cubicBezTo>
                  <a:pt x="823424" y="0"/>
                  <a:pt x="914400" y="90976"/>
                  <a:pt x="914400" y="203200"/>
                </a:cubicBezTo>
                <a:lnTo>
                  <a:pt x="914400" y="711200"/>
                </a:lnTo>
                <a:cubicBezTo>
                  <a:pt x="914400" y="823424"/>
                  <a:pt x="823424" y="914400"/>
                  <a:pt x="711200" y="914400"/>
                </a:cubicBezTo>
                <a:lnTo>
                  <a:pt x="203200" y="914400"/>
                </a:lnTo>
                <a:cubicBezTo>
                  <a:pt x="90976" y="914400"/>
                  <a:pt x="0" y="823424"/>
                  <a:pt x="0" y="7112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文本占位符 12"/>
          <p:cNvSpPr>
            <a:spLocks noGrp="1"/>
          </p:cNvSpPr>
          <p:nvPr>
            <p:ph type="body" idx="16388" hasCustomPrompt="1"/>
            <p:custDataLst>
              <p:tags r:id="rId7"/>
            </p:custDataLst>
          </p:nvPr>
        </p:nvSpPr>
        <p:spPr>
          <a:xfrm>
            <a:off x="1962150" y="2362200"/>
            <a:ext cx="546100" cy="457200"/>
          </a:xfrm>
          <a:noFill/>
        </p:spPr>
        <p:txBody>
          <a:bodyPr wrap="none" lIns="0" tIns="0" rIns="0" bIns="0" anchor="ctr">
            <a:noAutofit/>
          </a:bodyPr>
          <a:lstStyle>
            <a:lvl1pPr marL="0" indent="0" algn="ctr">
              <a:lnSpc>
                <a:spcPct val="109000"/>
              </a:lnSpc>
              <a:spcBef>
                <a:spcPct val="0"/>
              </a:spcBef>
              <a:spcAft>
                <a:spcPct val="0"/>
              </a:spcAft>
              <a:buNone/>
              <a:defRPr sz="3600" b="0" spc="0">
                <a:solidFill>
                  <a:srgbClr val="FFFFFF"/>
                </a:solidFill>
              </a:defRPr>
            </a:lvl1pPr>
          </a:lstStyle>
          <a:p>
            <a:pPr lvl="0"/>
            <a:r>
              <a:rPr lang="zh-CN" altLang="en-US" smtClean="0"/>
              <a:t>01</a:t>
            </a:r>
            <a:endParaRPr lang="zh-CN" altLang="en-US" smtClean="0"/>
          </a:p>
        </p:txBody>
      </p:sp>
      <p:sp>
        <p:nvSpPr>
          <p:cNvPr id="14" name="文本占位符 13"/>
          <p:cNvSpPr>
            <a:spLocks noGrp="1"/>
          </p:cNvSpPr>
          <p:nvPr>
            <p:ph type="body" idx="16386" hasCustomPrompt="1"/>
            <p:custDataLst>
              <p:tags r:id="rId8"/>
            </p:custDataLst>
          </p:nvPr>
        </p:nvSpPr>
        <p:spPr>
          <a:xfrm>
            <a:off x="609600" y="3302000"/>
            <a:ext cx="32512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609600" y="3810000"/>
            <a:ext cx="3251200" cy="18288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6" hasCustomPrompt="1"/>
            <p:custDataLst>
              <p:tags r:id="rId10"/>
            </p:custDataLst>
          </p:nvPr>
        </p:nvSpPr>
        <p:spPr>
          <a:xfrm>
            <a:off x="5638800" y="2133600"/>
            <a:ext cx="914400" cy="914400"/>
          </a:xfrm>
          <a:custGeom>
            <a:avLst/>
            <a:gdLst>
              <a:gd name="connisteX0" fmla="*/ 0 w 914400"/>
              <a:gd name="connsiteY0" fmla="*/ 203200 h 914400"/>
              <a:gd name="connisteX1" fmla="*/ 203200 w 914400"/>
              <a:gd name="connsiteY1" fmla="*/ 0 h 914400"/>
              <a:gd name="connisteX2" fmla="*/ 711200 w 914400"/>
              <a:gd name="connsiteY2" fmla="*/ 0 h 914400"/>
              <a:gd name="connisteX3" fmla="*/ 914400 w 914400"/>
              <a:gd name="connsiteY3" fmla="*/ 203200 h 914400"/>
              <a:gd name="connisteX4" fmla="*/ 914400 w 914400"/>
              <a:gd name="connsiteY4" fmla="*/ 711200 h 914400"/>
              <a:gd name="connisteX5" fmla="*/ 711200 w 914400"/>
              <a:gd name="connsiteY5" fmla="*/ 914400 h 914400"/>
              <a:gd name="connisteX6" fmla="*/ 203200 w 914400"/>
              <a:gd name="connsiteY6" fmla="*/ 914400 h 914400"/>
              <a:gd name="connisteX7" fmla="*/ 0 w 914400"/>
              <a:gd name="connsiteY7" fmla="*/ 711200 h 914400"/>
              <a:gd name="connisteX8" fmla="*/ 0 w 914400"/>
              <a:gd name="connsiteY8" fmla="*/ 203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203200"/>
                </a:moveTo>
                <a:cubicBezTo>
                  <a:pt x="0" y="90976"/>
                  <a:pt x="90976" y="0"/>
                  <a:pt x="203200" y="0"/>
                </a:cubicBezTo>
                <a:lnTo>
                  <a:pt x="711200" y="0"/>
                </a:lnTo>
                <a:cubicBezTo>
                  <a:pt x="823424" y="0"/>
                  <a:pt x="914400" y="90976"/>
                  <a:pt x="914400" y="203200"/>
                </a:cubicBezTo>
                <a:lnTo>
                  <a:pt x="914400" y="711200"/>
                </a:lnTo>
                <a:cubicBezTo>
                  <a:pt x="914400" y="823424"/>
                  <a:pt x="823424" y="914400"/>
                  <a:pt x="711200" y="914400"/>
                </a:cubicBezTo>
                <a:lnTo>
                  <a:pt x="203200" y="914400"/>
                </a:lnTo>
                <a:cubicBezTo>
                  <a:pt x="90976" y="914400"/>
                  <a:pt x="0" y="823424"/>
                  <a:pt x="0" y="7112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91" hasCustomPrompt="1"/>
            <p:custDataLst>
              <p:tags r:id="rId11"/>
            </p:custDataLst>
          </p:nvPr>
        </p:nvSpPr>
        <p:spPr>
          <a:xfrm>
            <a:off x="5822950" y="2362200"/>
            <a:ext cx="546100" cy="457200"/>
          </a:xfrm>
          <a:noFill/>
        </p:spPr>
        <p:txBody>
          <a:bodyPr wrap="none" lIns="0" tIns="0" rIns="0" bIns="0" anchor="ctr">
            <a:noAutofit/>
          </a:bodyPr>
          <a:lstStyle>
            <a:lvl1pPr marL="0" indent="0" algn="ctr">
              <a:lnSpc>
                <a:spcPct val="109000"/>
              </a:lnSpc>
              <a:spcBef>
                <a:spcPct val="0"/>
              </a:spcBef>
              <a:spcAft>
                <a:spcPct val="0"/>
              </a:spcAft>
              <a:buNone/>
              <a:defRPr sz="3600" b="0" spc="0">
                <a:solidFill>
                  <a:srgbClr val="FFFFFF"/>
                </a:solidFill>
              </a:defRPr>
            </a:lvl1pPr>
          </a:lstStyle>
          <a:p>
            <a:pPr lvl="0"/>
            <a:r>
              <a:rPr lang="zh-CN" altLang="en-US" smtClean="0"/>
              <a:t>02</a:t>
            </a:r>
            <a:endParaRPr lang="zh-CN" altLang="en-US" smtClean="0"/>
          </a:p>
        </p:txBody>
      </p:sp>
      <p:sp>
        <p:nvSpPr>
          <p:cNvPr id="18" name="文本占位符 17"/>
          <p:cNvSpPr>
            <a:spLocks noGrp="1"/>
          </p:cNvSpPr>
          <p:nvPr>
            <p:ph type="body" idx="16389" hasCustomPrompt="1"/>
            <p:custDataLst>
              <p:tags r:id="rId12"/>
            </p:custDataLst>
          </p:nvPr>
        </p:nvSpPr>
        <p:spPr>
          <a:xfrm>
            <a:off x="4470400" y="3302000"/>
            <a:ext cx="32512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90" hasCustomPrompt="1"/>
            <p:custDataLst>
              <p:tags r:id="rId13"/>
            </p:custDataLst>
          </p:nvPr>
        </p:nvSpPr>
        <p:spPr>
          <a:xfrm>
            <a:off x="4470400" y="3810000"/>
            <a:ext cx="3251200" cy="18288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0" name="装饰  9"/>
          <p:cNvSpPr>
            <a:spLocks noGrp="1"/>
          </p:cNvSpPr>
          <p:nvPr>
            <p:ph type="body" idx="16397" hasCustomPrompt="1"/>
            <p:custDataLst>
              <p:tags r:id="rId14"/>
            </p:custDataLst>
          </p:nvPr>
        </p:nvSpPr>
        <p:spPr>
          <a:xfrm>
            <a:off x="9499600" y="2133600"/>
            <a:ext cx="914400" cy="914400"/>
          </a:xfrm>
          <a:custGeom>
            <a:avLst/>
            <a:gdLst>
              <a:gd name="connisteX0" fmla="*/ 0 w 914400"/>
              <a:gd name="connsiteY0" fmla="*/ 203200 h 914400"/>
              <a:gd name="connisteX1" fmla="*/ 203200 w 914400"/>
              <a:gd name="connsiteY1" fmla="*/ 0 h 914400"/>
              <a:gd name="connisteX2" fmla="*/ 711200 w 914400"/>
              <a:gd name="connsiteY2" fmla="*/ 0 h 914400"/>
              <a:gd name="connisteX3" fmla="*/ 914400 w 914400"/>
              <a:gd name="connsiteY3" fmla="*/ 203200 h 914400"/>
              <a:gd name="connisteX4" fmla="*/ 914400 w 914400"/>
              <a:gd name="connsiteY4" fmla="*/ 711200 h 914400"/>
              <a:gd name="connisteX5" fmla="*/ 711200 w 914400"/>
              <a:gd name="connsiteY5" fmla="*/ 914400 h 914400"/>
              <a:gd name="connisteX6" fmla="*/ 203200 w 914400"/>
              <a:gd name="connsiteY6" fmla="*/ 914400 h 914400"/>
              <a:gd name="connisteX7" fmla="*/ 0 w 914400"/>
              <a:gd name="connsiteY7" fmla="*/ 711200 h 914400"/>
              <a:gd name="connisteX8" fmla="*/ 0 w 914400"/>
              <a:gd name="connsiteY8" fmla="*/ 203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203200"/>
                </a:moveTo>
                <a:cubicBezTo>
                  <a:pt x="0" y="90976"/>
                  <a:pt x="90976" y="0"/>
                  <a:pt x="203200" y="0"/>
                </a:cubicBezTo>
                <a:lnTo>
                  <a:pt x="711200" y="0"/>
                </a:lnTo>
                <a:cubicBezTo>
                  <a:pt x="823424" y="0"/>
                  <a:pt x="914400" y="90976"/>
                  <a:pt x="914400" y="203200"/>
                </a:cubicBezTo>
                <a:lnTo>
                  <a:pt x="914400" y="711200"/>
                </a:lnTo>
                <a:cubicBezTo>
                  <a:pt x="914400" y="823424"/>
                  <a:pt x="823424" y="914400"/>
                  <a:pt x="711200" y="914400"/>
                </a:cubicBezTo>
                <a:lnTo>
                  <a:pt x="203200" y="914400"/>
                </a:lnTo>
                <a:cubicBezTo>
                  <a:pt x="90976" y="914400"/>
                  <a:pt x="0" y="823424"/>
                  <a:pt x="0" y="7112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文本占位符 20"/>
          <p:cNvSpPr>
            <a:spLocks noGrp="1"/>
          </p:cNvSpPr>
          <p:nvPr>
            <p:ph type="body" idx="16394" hasCustomPrompt="1"/>
            <p:custDataLst>
              <p:tags r:id="rId15"/>
            </p:custDataLst>
          </p:nvPr>
        </p:nvSpPr>
        <p:spPr>
          <a:xfrm>
            <a:off x="9683750" y="2362200"/>
            <a:ext cx="546100" cy="457200"/>
          </a:xfrm>
          <a:noFill/>
        </p:spPr>
        <p:txBody>
          <a:bodyPr wrap="none" lIns="0" tIns="0" rIns="0" bIns="0" anchor="ctr">
            <a:noAutofit/>
          </a:bodyPr>
          <a:lstStyle>
            <a:lvl1pPr marL="0" indent="0" algn="ctr">
              <a:lnSpc>
                <a:spcPct val="109000"/>
              </a:lnSpc>
              <a:spcBef>
                <a:spcPct val="0"/>
              </a:spcBef>
              <a:spcAft>
                <a:spcPct val="0"/>
              </a:spcAft>
              <a:buNone/>
              <a:defRPr sz="3600" b="0" spc="0">
                <a:solidFill>
                  <a:srgbClr val="FFFFFF"/>
                </a:solidFill>
              </a:defRPr>
            </a:lvl1pPr>
          </a:lstStyle>
          <a:p>
            <a:pPr lvl="0"/>
            <a:r>
              <a:rPr lang="zh-CN" altLang="en-US" smtClean="0"/>
              <a:t>03</a:t>
            </a:r>
            <a:endParaRPr lang="zh-CN" altLang="en-US" smtClean="0"/>
          </a:p>
        </p:txBody>
      </p:sp>
      <p:sp>
        <p:nvSpPr>
          <p:cNvPr id="22" name="文本占位符 21"/>
          <p:cNvSpPr>
            <a:spLocks noGrp="1"/>
          </p:cNvSpPr>
          <p:nvPr>
            <p:ph type="body" idx="16392" hasCustomPrompt="1"/>
            <p:custDataLst>
              <p:tags r:id="rId16"/>
            </p:custDataLst>
          </p:nvPr>
        </p:nvSpPr>
        <p:spPr>
          <a:xfrm>
            <a:off x="8331200" y="3302000"/>
            <a:ext cx="32512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3" name="文本占位符 22"/>
          <p:cNvSpPr>
            <a:spLocks noGrp="1"/>
          </p:cNvSpPr>
          <p:nvPr>
            <p:ph type="body" idx="16393" hasCustomPrompt="1"/>
            <p:custDataLst>
              <p:tags r:id="rId17"/>
            </p:custDataLst>
          </p:nvPr>
        </p:nvSpPr>
        <p:spPr>
          <a:xfrm>
            <a:off x="8331200" y="3810000"/>
            <a:ext cx="3251200" cy="18288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正文页-48_5-2">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0" hasCustomPrompt="1"/>
            <p:custDataLst>
              <p:tags r:id="rId6"/>
            </p:custDataLst>
          </p:nvPr>
        </p:nvSpPr>
        <p:spPr>
          <a:xfrm>
            <a:off x="609600" y="1524000"/>
            <a:ext cx="5334000" cy="4724400"/>
          </a:xfrm>
          <a:custGeom>
            <a:avLst/>
            <a:gdLst>
              <a:gd name="connisteX0" fmla="*/ 0 w 5334000"/>
              <a:gd name="connsiteY0" fmla="*/ 203200 h 4724400"/>
              <a:gd name="connisteX1" fmla="*/ 203200 w 5334000"/>
              <a:gd name="connsiteY1" fmla="*/ 0 h 4724400"/>
              <a:gd name="connisteX2" fmla="*/ 5130800 w 5334000"/>
              <a:gd name="connsiteY2" fmla="*/ 0 h 4724400"/>
              <a:gd name="connisteX3" fmla="*/ 5334000 w 5334000"/>
              <a:gd name="connsiteY3" fmla="*/ 203200 h 4724400"/>
              <a:gd name="connisteX4" fmla="*/ 5334000 w 5334000"/>
              <a:gd name="connsiteY4" fmla="*/ 4521200 h 4724400"/>
              <a:gd name="connisteX5" fmla="*/ 5130800 w 5334000"/>
              <a:gd name="connsiteY5" fmla="*/ 4724400 h 4724400"/>
              <a:gd name="connisteX6" fmla="*/ 203200 w 5334000"/>
              <a:gd name="connsiteY6" fmla="*/ 4724400 h 4724400"/>
              <a:gd name="connisteX7" fmla="*/ 0 w 5334000"/>
              <a:gd name="connsiteY7" fmla="*/ 4521200 h 4724400"/>
              <a:gd name="connisteX8" fmla="*/ 0 w 53340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4724400">
                <a:moveTo>
                  <a:pt x="0" y="203200"/>
                </a:moveTo>
                <a:cubicBezTo>
                  <a:pt x="0" y="90976"/>
                  <a:pt x="90976" y="0"/>
                  <a:pt x="203200" y="0"/>
                </a:cubicBezTo>
                <a:lnTo>
                  <a:pt x="5130800" y="0"/>
                </a:lnTo>
                <a:cubicBezTo>
                  <a:pt x="5243024" y="0"/>
                  <a:pt x="5334000" y="90976"/>
                  <a:pt x="5334000" y="203200"/>
                </a:cubicBezTo>
                <a:lnTo>
                  <a:pt x="5334000" y="4521200"/>
                </a:lnTo>
                <a:cubicBezTo>
                  <a:pt x="5334000" y="4633424"/>
                  <a:pt x="5243024" y="4724400"/>
                  <a:pt x="5130800" y="4724400"/>
                </a:cubicBezTo>
                <a:lnTo>
                  <a:pt x="203200" y="4724400"/>
                </a:lnTo>
                <a:cubicBezTo>
                  <a:pt x="90976" y="4724400"/>
                  <a:pt x="0" y="4633424"/>
                  <a:pt x="0" y="45212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图片占位符 12"/>
          <p:cNvSpPr>
            <a:spLocks noGrp="1"/>
          </p:cNvSpPr>
          <p:nvPr>
            <p:ph type="pic" idx="16391" hasCustomPrompt="1"/>
            <p:custDataLst>
              <p:tags r:id="rId7"/>
            </p:custDataLst>
          </p:nvPr>
        </p:nvSpPr>
        <p:spPr>
          <a:xfrm>
            <a:off x="914400" y="1828800"/>
            <a:ext cx="4724400" cy="1930400"/>
          </a:xfr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4" name="文本占位符 13"/>
          <p:cNvSpPr>
            <a:spLocks noGrp="1"/>
          </p:cNvSpPr>
          <p:nvPr>
            <p:ph type="body" idx="16386" hasCustomPrompt="1"/>
            <p:custDataLst>
              <p:tags r:id="rId8"/>
            </p:custDataLst>
          </p:nvPr>
        </p:nvSpPr>
        <p:spPr>
          <a:xfrm>
            <a:off x="914400" y="39624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914400" y="4419600"/>
            <a:ext cx="47244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2" hasCustomPrompt="1"/>
            <p:custDataLst>
              <p:tags r:id="rId10"/>
            </p:custDataLst>
          </p:nvPr>
        </p:nvSpPr>
        <p:spPr>
          <a:xfrm>
            <a:off x="6248400" y="1524000"/>
            <a:ext cx="5334000" cy="4724400"/>
          </a:xfrm>
          <a:custGeom>
            <a:avLst/>
            <a:gdLst>
              <a:gd name="connisteX0" fmla="*/ 0 w 5334000"/>
              <a:gd name="connsiteY0" fmla="*/ 203200 h 4724400"/>
              <a:gd name="connisteX1" fmla="*/ 203200 w 5334000"/>
              <a:gd name="connsiteY1" fmla="*/ 0 h 4724400"/>
              <a:gd name="connisteX2" fmla="*/ 5130800 w 5334000"/>
              <a:gd name="connsiteY2" fmla="*/ 0 h 4724400"/>
              <a:gd name="connisteX3" fmla="*/ 5334000 w 5334000"/>
              <a:gd name="connsiteY3" fmla="*/ 203200 h 4724400"/>
              <a:gd name="connisteX4" fmla="*/ 5334000 w 5334000"/>
              <a:gd name="connsiteY4" fmla="*/ 4521200 h 4724400"/>
              <a:gd name="connisteX5" fmla="*/ 5130800 w 5334000"/>
              <a:gd name="connsiteY5" fmla="*/ 4724400 h 4724400"/>
              <a:gd name="connisteX6" fmla="*/ 203200 w 5334000"/>
              <a:gd name="connsiteY6" fmla="*/ 4724400 h 4724400"/>
              <a:gd name="connisteX7" fmla="*/ 0 w 5334000"/>
              <a:gd name="connsiteY7" fmla="*/ 4521200 h 4724400"/>
              <a:gd name="connisteX8" fmla="*/ 0 w 53340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4724400">
                <a:moveTo>
                  <a:pt x="0" y="203200"/>
                </a:moveTo>
                <a:cubicBezTo>
                  <a:pt x="0" y="90976"/>
                  <a:pt x="90976" y="0"/>
                  <a:pt x="203200" y="0"/>
                </a:cubicBezTo>
                <a:lnTo>
                  <a:pt x="5130800" y="0"/>
                </a:lnTo>
                <a:cubicBezTo>
                  <a:pt x="5243024" y="0"/>
                  <a:pt x="5334000" y="90976"/>
                  <a:pt x="5334000" y="203200"/>
                </a:cubicBezTo>
                <a:lnTo>
                  <a:pt x="5334000" y="4521200"/>
                </a:lnTo>
                <a:cubicBezTo>
                  <a:pt x="5334000" y="4633424"/>
                  <a:pt x="5243024" y="4724400"/>
                  <a:pt x="5130800" y="4724400"/>
                </a:cubicBezTo>
                <a:lnTo>
                  <a:pt x="203200" y="4724400"/>
                </a:lnTo>
                <a:cubicBezTo>
                  <a:pt x="90976" y="4724400"/>
                  <a:pt x="0" y="4633424"/>
                  <a:pt x="0" y="45212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图片占位符 16"/>
          <p:cNvSpPr>
            <a:spLocks noGrp="1"/>
          </p:cNvSpPr>
          <p:nvPr>
            <p:ph type="pic" idx="16393" hasCustomPrompt="1"/>
            <p:custDataLst>
              <p:tags r:id="rId11"/>
            </p:custDataLst>
          </p:nvPr>
        </p:nvSpPr>
        <p:spPr>
          <a:xfrm>
            <a:off x="6553200" y="1828800"/>
            <a:ext cx="4724400" cy="1930400"/>
          </a:xfr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8" name="文本占位符 17"/>
          <p:cNvSpPr>
            <a:spLocks noGrp="1"/>
          </p:cNvSpPr>
          <p:nvPr>
            <p:ph type="body" idx="16388" hasCustomPrompt="1"/>
            <p:custDataLst>
              <p:tags r:id="rId12"/>
            </p:custDataLst>
          </p:nvPr>
        </p:nvSpPr>
        <p:spPr>
          <a:xfrm>
            <a:off x="6553200" y="39624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9" hasCustomPrompt="1"/>
            <p:custDataLst>
              <p:tags r:id="rId13"/>
            </p:custDataLst>
          </p:nvPr>
        </p:nvSpPr>
        <p:spPr>
          <a:xfrm>
            <a:off x="6553200" y="4419600"/>
            <a:ext cx="47244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正文页-27_30-2">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8" hasCustomPrompt="1"/>
            <p:custDataLst>
              <p:tags r:id="rId6"/>
            </p:custDataLst>
          </p:nvPr>
        </p:nvSpPr>
        <p:spPr>
          <a:xfrm>
            <a:off x="609600" y="1955800"/>
            <a:ext cx="1219200" cy="1219200"/>
          </a:xfrm>
          <a:custGeom>
            <a:avLst/>
            <a:gdLst>
              <a:gd name="connisteX0" fmla="*/ 0 w 1219200"/>
              <a:gd name="connsiteY0" fmla="*/ 304800 h 1219200"/>
              <a:gd name="connisteX1" fmla="*/ 304800 w 1219200"/>
              <a:gd name="connsiteY1" fmla="*/ 0 h 1219200"/>
              <a:gd name="connisteX2" fmla="*/ 914400 w 1219200"/>
              <a:gd name="connsiteY2" fmla="*/ 0 h 1219200"/>
              <a:gd name="connisteX3" fmla="*/ 1219200 w 1219200"/>
              <a:gd name="connsiteY3" fmla="*/ 304800 h 1219200"/>
              <a:gd name="connisteX4" fmla="*/ 1219200 w 1219200"/>
              <a:gd name="connsiteY4" fmla="*/ 914400 h 1219200"/>
              <a:gd name="connisteX5" fmla="*/ 914400 w 1219200"/>
              <a:gd name="connsiteY5" fmla="*/ 1219200 h 1219200"/>
              <a:gd name="connisteX6" fmla="*/ 304800 w 1219200"/>
              <a:gd name="connsiteY6" fmla="*/ 1219200 h 1219200"/>
              <a:gd name="connisteX7" fmla="*/ 0 w 1219200"/>
              <a:gd name="connsiteY7" fmla="*/ 914400 h 1219200"/>
              <a:gd name="connisteX8" fmla="*/ 0 w 1219200"/>
              <a:gd name="connsiteY8" fmla="*/ 3048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304800"/>
                </a:moveTo>
                <a:cubicBezTo>
                  <a:pt x="0" y="136464"/>
                  <a:pt x="136464" y="0"/>
                  <a:pt x="304800" y="0"/>
                </a:cubicBezTo>
                <a:lnTo>
                  <a:pt x="914400" y="0"/>
                </a:lnTo>
                <a:cubicBezTo>
                  <a:pt x="1082736" y="0"/>
                  <a:pt x="1219200" y="136464"/>
                  <a:pt x="1219200" y="304800"/>
                </a:cubicBezTo>
                <a:lnTo>
                  <a:pt x="1219200" y="914400"/>
                </a:lnTo>
                <a:cubicBezTo>
                  <a:pt x="1219200" y="1082736"/>
                  <a:pt x="1082736" y="1219200"/>
                  <a:pt x="914400" y="1219200"/>
                </a:cubicBezTo>
                <a:lnTo>
                  <a:pt x="304800" y="1219200"/>
                </a:lnTo>
                <a:cubicBezTo>
                  <a:pt x="136464" y="1219200"/>
                  <a:pt x="0" y="1082736"/>
                  <a:pt x="0" y="914400"/>
                </a:cubicBezTo>
                <a:lnTo>
                  <a:pt x="0" y="3048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文本占位符 12"/>
          <p:cNvSpPr>
            <a:spLocks noGrp="1"/>
          </p:cNvSpPr>
          <p:nvPr>
            <p:ph type="body" idx="16388" hasCustomPrompt="1"/>
            <p:custDataLst>
              <p:tags r:id="rId7"/>
            </p:custDataLst>
          </p:nvPr>
        </p:nvSpPr>
        <p:spPr>
          <a:xfrm>
            <a:off x="857250" y="2260600"/>
            <a:ext cx="723900" cy="609600"/>
          </a:xfrm>
          <a:noFill/>
        </p:spPr>
        <p:txBody>
          <a:bodyPr wrap="none" lIns="0" tIns="0" rIns="0" bIns="0" anchor="ctr">
            <a:noAutofit/>
          </a:bodyPr>
          <a:lstStyle>
            <a:lvl1pPr marL="0" indent="0" algn="ctr">
              <a:lnSpc>
                <a:spcPct val="109000"/>
              </a:lnSpc>
              <a:spcBef>
                <a:spcPct val="0"/>
              </a:spcBef>
              <a:spcAft>
                <a:spcPct val="0"/>
              </a:spcAft>
              <a:buNone/>
              <a:defRPr sz="4800" b="0" spc="0">
                <a:solidFill>
                  <a:srgbClr val="FFFFFF"/>
                </a:solidFill>
              </a:defRPr>
            </a:lvl1pPr>
          </a:lstStyle>
          <a:p>
            <a:pPr lvl="0"/>
            <a:r>
              <a:rPr lang="zh-CN" altLang="en-US" smtClean="0"/>
              <a:t>01</a:t>
            </a:r>
            <a:endParaRPr lang="zh-CN" altLang="en-US" smtClean="0"/>
          </a:p>
        </p:txBody>
      </p:sp>
      <p:sp>
        <p:nvSpPr>
          <p:cNvPr id="14" name="文本占位符 13"/>
          <p:cNvSpPr>
            <a:spLocks noGrp="1"/>
          </p:cNvSpPr>
          <p:nvPr>
            <p:ph type="body" idx="16386" hasCustomPrompt="1"/>
            <p:custDataLst>
              <p:tags r:id="rId8"/>
            </p:custDataLst>
          </p:nvPr>
        </p:nvSpPr>
        <p:spPr>
          <a:xfrm>
            <a:off x="609600" y="34798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5" name="文本占位符 14"/>
          <p:cNvSpPr>
            <a:spLocks noGrp="1"/>
          </p:cNvSpPr>
          <p:nvPr>
            <p:ph type="body" idx="16387" hasCustomPrompt="1"/>
            <p:custDataLst>
              <p:tags r:id="rId9"/>
            </p:custDataLst>
          </p:nvPr>
        </p:nvSpPr>
        <p:spPr>
          <a:xfrm>
            <a:off x="609600" y="3987800"/>
            <a:ext cx="22860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9" hasCustomPrompt="1"/>
            <p:custDataLst>
              <p:tags r:id="rId10"/>
            </p:custDataLst>
          </p:nvPr>
        </p:nvSpPr>
        <p:spPr>
          <a:xfrm>
            <a:off x="3505200" y="1955800"/>
            <a:ext cx="1219200" cy="1219200"/>
          </a:xfrm>
          <a:custGeom>
            <a:avLst/>
            <a:gdLst>
              <a:gd name="connisteX0" fmla="*/ 0 w 1219200"/>
              <a:gd name="connsiteY0" fmla="*/ 304800 h 1219200"/>
              <a:gd name="connisteX1" fmla="*/ 304800 w 1219200"/>
              <a:gd name="connsiteY1" fmla="*/ 0 h 1219200"/>
              <a:gd name="connisteX2" fmla="*/ 914400 w 1219200"/>
              <a:gd name="connsiteY2" fmla="*/ 0 h 1219200"/>
              <a:gd name="connisteX3" fmla="*/ 1219200 w 1219200"/>
              <a:gd name="connsiteY3" fmla="*/ 304800 h 1219200"/>
              <a:gd name="connisteX4" fmla="*/ 1219200 w 1219200"/>
              <a:gd name="connsiteY4" fmla="*/ 914400 h 1219200"/>
              <a:gd name="connisteX5" fmla="*/ 914400 w 1219200"/>
              <a:gd name="connsiteY5" fmla="*/ 1219200 h 1219200"/>
              <a:gd name="connisteX6" fmla="*/ 304800 w 1219200"/>
              <a:gd name="connsiteY6" fmla="*/ 1219200 h 1219200"/>
              <a:gd name="connisteX7" fmla="*/ 0 w 1219200"/>
              <a:gd name="connsiteY7" fmla="*/ 914400 h 1219200"/>
              <a:gd name="connisteX8" fmla="*/ 0 w 1219200"/>
              <a:gd name="connsiteY8" fmla="*/ 3048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304800"/>
                </a:moveTo>
                <a:cubicBezTo>
                  <a:pt x="0" y="136464"/>
                  <a:pt x="136464" y="0"/>
                  <a:pt x="304800" y="0"/>
                </a:cubicBezTo>
                <a:lnTo>
                  <a:pt x="914400" y="0"/>
                </a:lnTo>
                <a:cubicBezTo>
                  <a:pt x="1082736" y="0"/>
                  <a:pt x="1219200" y="136464"/>
                  <a:pt x="1219200" y="304800"/>
                </a:cubicBezTo>
                <a:lnTo>
                  <a:pt x="1219200" y="914400"/>
                </a:lnTo>
                <a:cubicBezTo>
                  <a:pt x="1219200" y="1082736"/>
                  <a:pt x="1082736" y="1219200"/>
                  <a:pt x="914400" y="1219200"/>
                </a:cubicBezTo>
                <a:lnTo>
                  <a:pt x="304800" y="1219200"/>
                </a:lnTo>
                <a:cubicBezTo>
                  <a:pt x="136464" y="1219200"/>
                  <a:pt x="0" y="1082736"/>
                  <a:pt x="0" y="914400"/>
                </a:cubicBezTo>
                <a:lnTo>
                  <a:pt x="0" y="3048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91" hasCustomPrompt="1"/>
            <p:custDataLst>
              <p:tags r:id="rId11"/>
            </p:custDataLst>
          </p:nvPr>
        </p:nvSpPr>
        <p:spPr>
          <a:xfrm>
            <a:off x="3752850" y="2260600"/>
            <a:ext cx="723900" cy="609600"/>
          </a:xfrm>
          <a:noFill/>
        </p:spPr>
        <p:txBody>
          <a:bodyPr wrap="none" lIns="0" tIns="0" rIns="0" bIns="0" anchor="ctr">
            <a:noAutofit/>
          </a:bodyPr>
          <a:lstStyle>
            <a:lvl1pPr marL="0" indent="0" algn="ctr">
              <a:lnSpc>
                <a:spcPct val="109000"/>
              </a:lnSpc>
              <a:spcBef>
                <a:spcPct val="0"/>
              </a:spcBef>
              <a:spcAft>
                <a:spcPct val="0"/>
              </a:spcAft>
              <a:buNone/>
              <a:defRPr sz="4800" b="0" spc="0">
                <a:solidFill>
                  <a:srgbClr val="FFFFFF"/>
                </a:solidFill>
              </a:defRPr>
            </a:lvl1pPr>
          </a:lstStyle>
          <a:p>
            <a:pPr lvl="0"/>
            <a:r>
              <a:rPr lang="zh-CN" altLang="en-US" smtClean="0"/>
              <a:t>02</a:t>
            </a:r>
            <a:endParaRPr lang="zh-CN" altLang="en-US" smtClean="0"/>
          </a:p>
        </p:txBody>
      </p:sp>
      <p:sp>
        <p:nvSpPr>
          <p:cNvPr id="18" name="文本占位符 17"/>
          <p:cNvSpPr>
            <a:spLocks noGrp="1"/>
          </p:cNvSpPr>
          <p:nvPr>
            <p:ph type="body" idx="16389" hasCustomPrompt="1"/>
            <p:custDataLst>
              <p:tags r:id="rId12"/>
            </p:custDataLst>
          </p:nvPr>
        </p:nvSpPr>
        <p:spPr>
          <a:xfrm>
            <a:off x="3505200" y="34798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9" name="文本占位符 18"/>
          <p:cNvSpPr>
            <a:spLocks noGrp="1"/>
          </p:cNvSpPr>
          <p:nvPr>
            <p:ph type="body" idx="16390" hasCustomPrompt="1"/>
            <p:custDataLst>
              <p:tags r:id="rId13"/>
            </p:custDataLst>
          </p:nvPr>
        </p:nvSpPr>
        <p:spPr>
          <a:xfrm>
            <a:off x="3505200" y="3987800"/>
            <a:ext cx="22860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0" name="装饰  9"/>
          <p:cNvSpPr>
            <a:spLocks noGrp="1"/>
          </p:cNvSpPr>
          <p:nvPr>
            <p:ph type="body" idx="16400" hasCustomPrompt="1"/>
            <p:custDataLst>
              <p:tags r:id="rId14"/>
            </p:custDataLst>
          </p:nvPr>
        </p:nvSpPr>
        <p:spPr>
          <a:xfrm>
            <a:off x="6400800" y="1955800"/>
            <a:ext cx="1219200" cy="1219200"/>
          </a:xfrm>
          <a:custGeom>
            <a:avLst/>
            <a:gdLst>
              <a:gd name="connisteX0" fmla="*/ 0 w 1219200"/>
              <a:gd name="connsiteY0" fmla="*/ 304800 h 1219200"/>
              <a:gd name="connisteX1" fmla="*/ 304800 w 1219200"/>
              <a:gd name="connsiteY1" fmla="*/ 0 h 1219200"/>
              <a:gd name="connisteX2" fmla="*/ 914400 w 1219200"/>
              <a:gd name="connsiteY2" fmla="*/ 0 h 1219200"/>
              <a:gd name="connisteX3" fmla="*/ 1219200 w 1219200"/>
              <a:gd name="connsiteY3" fmla="*/ 304800 h 1219200"/>
              <a:gd name="connisteX4" fmla="*/ 1219200 w 1219200"/>
              <a:gd name="connsiteY4" fmla="*/ 914400 h 1219200"/>
              <a:gd name="connisteX5" fmla="*/ 914400 w 1219200"/>
              <a:gd name="connsiteY5" fmla="*/ 1219200 h 1219200"/>
              <a:gd name="connisteX6" fmla="*/ 304800 w 1219200"/>
              <a:gd name="connsiteY6" fmla="*/ 1219200 h 1219200"/>
              <a:gd name="connisteX7" fmla="*/ 0 w 1219200"/>
              <a:gd name="connsiteY7" fmla="*/ 914400 h 1219200"/>
              <a:gd name="connisteX8" fmla="*/ 0 w 1219200"/>
              <a:gd name="connsiteY8" fmla="*/ 3048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304800"/>
                </a:moveTo>
                <a:cubicBezTo>
                  <a:pt x="0" y="136464"/>
                  <a:pt x="136464" y="0"/>
                  <a:pt x="304800" y="0"/>
                </a:cubicBezTo>
                <a:lnTo>
                  <a:pt x="914400" y="0"/>
                </a:lnTo>
                <a:cubicBezTo>
                  <a:pt x="1082736" y="0"/>
                  <a:pt x="1219200" y="136464"/>
                  <a:pt x="1219200" y="304800"/>
                </a:cubicBezTo>
                <a:lnTo>
                  <a:pt x="1219200" y="914400"/>
                </a:lnTo>
                <a:cubicBezTo>
                  <a:pt x="1219200" y="1082736"/>
                  <a:pt x="1082736" y="1219200"/>
                  <a:pt x="914400" y="1219200"/>
                </a:cubicBezTo>
                <a:lnTo>
                  <a:pt x="304800" y="1219200"/>
                </a:lnTo>
                <a:cubicBezTo>
                  <a:pt x="136464" y="1219200"/>
                  <a:pt x="0" y="1082736"/>
                  <a:pt x="0" y="914400"/>
                </a:cubicBezTo>
                <a:lnTo>
                  <a:pt x="0" y="3048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文本占位符 20"/>
          <p:cNvSpPr>
            <a:spLocks noGrp="1"/>
          </p:cNvSpPr>
          <p:nvPr>
            <p:ph type="body" idx="16394" hasCustomPrompt="1"/>
            <p:custDataLst>
              <p:tags r:id="rId15"/>
            </p:custDataLst>
          </p:nvPr>
        </p:nvSpPr>
        <p:spPr>
          <a:xfrm>
            <a:off x="6648450" y="2260600"/>
            <a:ext cx="723900" cy="609600"/>
          </a:xfrm>
          <a:noFill/>
        </p:spPr>
        <p:txBody>
          <a:bodyPr wrap="none" lIns="0" tIns="0" rIns="0" bIns="0" anchor="ctr">
            <a:noAutofit/>
          </a:bodyPr>
          <a:lstStyle>
            <a:lvl1pPr marL="0" indent="0" algn="ctr">
              <a:lnSpc>
                <a:spcPct val="109000"/>
              </a:lnSpc>
              <a:spcBef>
                <a:spcPct val="0"/>
              </a:spcBef>
              <a:spcAft>
                <a:spcPct val="0"/>
              </a:spcAft>
              <a:buNone/>
              <a:defRPr sz="4800" b="0" spc="0">
                <a:solidFill>
                  <a:srgbClr val="FFFFFF"/>
                </a:solidFill>
              </a:defRPr>
            </a:lvl1pPr>
          </a:lstStyle>
          <a:p>
            <a:pPr lvl="0"/>
            <a:r>
              <a:rPr lang="zh-CN" altLang="en-US" smtClean="0"/>
              <a:t>03</a:t>
            </a:r>
            <a:endParaRPr lang="zh-CN" altLang="en-US" smtClean="0"/>
          </a:p>
        </p:txBody>
      </p:sp>
      <p:sp>
        <p:nvSpPr>
          <p:cNvPr id="22" name="文本占位符 21"/>
          <p:cNvSpPr>
            <a:spLocks noGrp="1"/>
          </p:cNvSpPr>
          <p:nvPr>
            <p:ph type="body" idx="16392" hasCustomPrompt="1"/>
            <p:custDataLst>
              <p:tags r:id="rId16"/>
            </p:custDataLst>
          </p:nvPr>
        </p:nvSpPr>
        <p:spPr>
          <a:xfrm>
            <a:off x="6400800" y="34798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3" name="文本占位符 22"/>
          <p:cNvSpPr>
            <a:spLocks noGrp="1"/>
          </p:cNvSpPr>
          <p:nvPr>
            <p:ph type="body" idx="16393" hasCustomPrompt="1"/>
            <p:custDataLst>
              <p:tags r:id="rId17"/>
            </p:custDataLst>
          </p:nvPr>
        </p:nvSpPr>
        <p:spPr>
          <a:xfrm>
            <a:off x="6400800" y="3987800"/>
            <a:ext cx="22860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4" name="装饰  3"/>
          <p:cNvSpPr>
            <a:spLocks noGrp="1"/>
          </p:cNvSpPr>
          <p:nvPr>
            <p:ph type="body" idx="16401" hasCustomPrompt="1"/>
            <p:custDataLst>
              <p:tags r:id="rId18"/>
            </p:custDataLst>
          </p:nvPr>
        </p:nvSpPr>
        <p:spPr>
          <a:xfrm>
            <a:off x="9296400" y="1955800"/>
            <a:ext cx="1219200" cy="1219200"/>
          </a:xfrm>
          <a:custGeom>
            <a:avLst/>
            <a:gdLst>
              <a:gd name="connisteX0" fmla="*/ 0 w 1219200"/>
              <a:gd name="connsiteY0" fmla="*/ 304800 h 1219200"/>
              <a:gd name="connisteX1" fmla="*/ 304800 w 1219200"/>
              <a:gd name="connsiteY1" fmla="*/ 0 h 1219200"/>
              <a:gd name="connisteX2" fmla="*/ 914400 w 1219200"/>
              <a:gd name="connsiteY2" fmla="*/ 0 h 1219200"/>
              <a:gd name="connisteX3" fmla="*/ 1219200 w 1219200"/>
              <a:gd name="connsiteY3" fmla="*/ 304800 h 1219200"/>
              <a:gd name="connisteX4" fmla="*/ 1219200 w 1219200"/>
              <a:gd name="connsiteY4" fmla="*/ 914400 h 1219200"/>
              <a:gd name="connisteX5" fmla="*/ 914400 w 1219200"/>
              <a:gd name="connsiteY5" fmla="*/ 1219200 h 1219200"/>
              <a:gd name="connisteX6" fmla="*/ 304800 w 1219200"/>
              <a:gd name="connsiteY6" fmla="*/ 1219200 h 1219200"/>
              <a:gd name="connisteX7" fmla="*/ 0 w 1219200"/>
              <a:gd name="connsiteY7" fmla="*/ 914400 h 1219200"/>
              <a:gd name="connisteX8" fmla="*/ 0 w 1219200"/>
              <a:gd name="connsiteY8" fmla="*/ 3048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304800"/>
                </a:moveTo>
                <a:cubicBezTo>
                  <a:pt x="0" y="136464"/>
                  <a:pt x="136464" y="0"/>
                  <a:pt x="304800" y="0"/>
                </a:cubicBezTo>
                <a:lnTo>
                  <a:pt x="914400" y="0"/>
                </a:lnTo>
                <a:cubicBezTo>
                  <a:pt x="1082736" y="0"/>
                  <a:pt x="1219200" y="136464"/>
                  <a:pt x="1219200" y="304800"/>
                </a:cubicBezTo>
                <a:lnTo>
                  <a:pt x="1219200" y="914400"/>
                </a:lnTo>
                <a:cubicBezTo>
                  <a:pt x="1219200" y="1082736"/>
                  <a:pt x="1082736" y="1219200"/>
                  <a:pt x="914400" y="1219200"/>
                </a:cubicBezTo>
                <a:lnTo>
                  <a:pt x="304800" y="1219200"/>
                </a:lnTo>
                <a:cubicBezTo>
                  <a:pt x="136464" y="1219200"/>
                  <a:pt x="0" y="1082736"/>
                  <a:pt x="0" y="914400"/>
                </a:cubicBezTo>
                <a:lnTo>
                  <a:pt x="0" y="3048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5" name="文本占位符 24"/>
          <p:cNvSpPr>
            <a:spLocks noGrp="1"/>
          </p:cNvSpPr>
          <p:nvPr>
            <p:ph type="body" idx="16397" hasCustomPrompt="1"/>
            <p:custDataLst>
              <p:tags r:id="rId19"/>
            </p:custDataLst>
          </p:nvPr>
        </p:nvSpPr>
        <p:spPr>
          <a:xfrm>
            <a:off x="9544050" y="2260600"/>
            <a:ext cx="723900" cy="609600"/>
          </a:xfrm>
          <a:noFill/>
        </p:spPr>
        <p:txBody>
          <a:bodyPr wrap="none" lIns="0" tIns="0" rIns="0" bIns="0" anchor="ctr">
            <a:noAutofit/>
          </a:bodyPr>
          <a:lstStyle>
            <a:lvl1pPr marL="0" indent="0" algn="ctr">
              <a:lnSpc>
                <a:spcPct val="109000"/>
              </a:lnSpc>
              <a:spcBef>
                <a:spcPct val="0"/>
              </a:spcBef>
              <a:spcAft>
                <a:spcPct val="0"/>
              </a:spcAft>
              <a:buNone/>
              <a:defRPr sz="4800" b="0" spc="0">
                <a:solidFill>
                  <a:srgbClr val="FFFFFF"/>
                </a:solidFill>
              </a:defRPr>
            </a:lvl1pPr>
          </a:lstStyle>
          <a:p>
            <a:pPr lvl="0"/>
            <a:r>
              <a:rPr lang="zh-CN" altLang="en-US" smtClean="0"/>
              <a:t>04</a:t>
            </a:r>
            <a:endParaRPr lang="zh-CN" altLang="en-US" smtClean="0"/>
          </a:p>
        </p:txBody>
      </p:sp>
      <p:sp>
        <p:nvSpPr>
          <p:cNvPr id="26" name="文本占位符 25"/>
          <p:cNvSpPr>
            <a:spLocks noGrp="1"/>
          </p:cNvSpPr>
          <p:nvPr>
            <p:ph type="body" idx="16395" hasCustomPrompt="1"/>
            <p:custDataLst>
              <p:tags r:id="rId20"/>
            </p:custDataLst>
          </p:nvPr>
        </p:nvSpPr>
        <p:spPr>
          <a:xfrm>
            <a:off x="9296400" y="34798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7" name="文本占位符 26"/>
          <p:cNvSpPr>
            <a:spLocks noGrp="1"/>
          </p:cNvSpPr>
          <p:nvPr>
            <p:ph type="body" idx="16396" hasCustomPrompt="1"/>
            <p:custDataLst>
              <p:tags r:id="rId21"/>
            </p:custDataLst>
          </p:nvPr>
        </p:nvSpPr>
        <p:spPr>
          <a:xfrm>
            <a:off x="9296400" y="3987800"/>
            <a:ext cx="22860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正文页-10013_24-2">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4" hasCustomPrompt="1"/>
            <p:custDataLst>
              <p:tags r:id="rId6"/>
            </p:custDataLst>
          </p:nvPr>
        </p:nvSpPr>
        <p:spPr>
          <a:xfrm>
            <a:off x="609600" y="1524000"/>
            <a:ext cx="10972800" cy="1879600"/>
          </a:xfrm>
          <a:custGeom>
            <a:avLst/>
            <a:gdLst>
              <a:gd name="connisteX0" fmla="*/ 0 w 10972800"/>
              <a:gd name="connsiteY0" fmla="*/ 203200 h 1879600"/>
              <a:gd name="connisteX1" fmla="*/ 203200 w 10972800"/>
              <a:gd name="connsiteY1" fmla="*/ 0 h 1879600"/>
              <a:gd name="connisteX2" fmla="*/ 10769600 w 10972800"/>
              <a:gd name="connsiteY2" fmla="*/ 0 h 1879600"/>
              <a:gd name="connisteX3" fmla="*/ 10972800 w 10972800"/>
              <a:gd name="connsiteY3" fmla="*/ 203200 h 1879600"/>
              <a:gd name="connisteX4" fmla="*/ 10972800 w 10972800"/>
              <a:gd name="connsiteY4" fmla="*/ 1676400 h 1879600"/>
              <a:gd name="connisteX5" fmla="*/ 10769600 w 10972800"/>
              <a:gd name="connsiteY5" fmla="*/ 1879600 h 1879600"/>
              <a:gd name="connisteX6" fmla="*/ 203200 w 10972800"/>
              <a:gd name="connsiteY6" fmla="*/ 1879600 h 1879600"/>
              <a:gd name="connisteX7" fmla="*/ 0 w 10972800"/>
              <a:gd name="connsiteY7" fmla="*/ 1676400 h 1879600"/>
              <a:gd name="connisteX8" fmla="*/ 0 w 10972800"/>
              <a:gd name="connsiteY8" fmla="*/ 203200 h 1879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1879600">
                <a:moveTo>
                  <a:pt x="0" y="203200"/>
                </a:moveTo>
                <a:cubicBezTo>
                  <a:pt x="0" y="90976"/>
                  <a:pt x="90976" y="0"/>
                  <a:pt x="203200" y="0"/>
                </a:cubicBezTo>
                <a:lnTo>
                  <a:pt x="10769600" y="0"/>
                </a:lnTo>
                <a:cubicBezTo>
                  <a:pt x="10881824" y="0"/>
                  <a:pt x="10972800" y="90976"/>
                  <a:pt x="10972800" y="203200"/>
                </a:cubicBezTo>
                <a:lnTo>
                  <a:pt x="10972800" y="1676400"/>
                </a:lnTo>
                <a:cubicBezTo>
                  <a:pt x="10972800" y="1788624"/>
                  <a:pt x="10881824" y="1879600"/>
                  <a:pt x="10769600" y="1879600"/>
                </a:cubicBezTo>
                <a:lnTo>
                  <a:pt x="203200" y="1879600"/>
                </a:lnTo>
                <a:cubicBezTo>
                  <a:pt x="90976" y="1879600"/>
                  <a:pt x="0" y="1788624"/>
                  <a:pt x="0" y="16764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文本占位符 12"/>
          <p:cNvSpPr>
            <a:spLocks noGrp="1"/>
          </p:cNvSpPr>
          <p:nvPr>
            <p:ph type="body" idx="16386" hasCustomPrompt="1"/>
            <p:custDataLst>
              <p:tags r:id="rId7"/>
            </p:custDataLst>
          </p:nvPr>
        </p:nvSpPr>
        <p:spPr>
          <a:xfrm>
            <a:off x="609600" y="38608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4" name="文本占位符 13"/>
          <p:cNvSpPr>
            <a:spLocks noGrp="1"/>
          </p:cNvSpPr>
          <p:nvPr>
            <p:ph type="body" idx="16387" hasCustomPrompt="1"/>
            <p:custDataLst>
              <p:tags r:id="rId8"/>
            </p:custDataLst>
          </p:nvPr>
        </p:nvSpPr>
        <p:spPr>
          <a:xfrm>
            <a:off x="609600" y="4419600"/>
            <a:ext cx="22860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5" name="文本占位符 14"/>
          <p:cNvSpPr>
            <a:spLocks noGrp="1"/>
          </p:cNvSpPr>
          <p:nvPr>
            <p:ph type="body" idx="16388" hasCustomPrompt="1"/>
            <p:custDataLst>
              <p:tags r:id="rId9"/>
            </p:custDataLst>
          </p:nvPr>
        </p:nvSpPr>
        <p:spPr>
          <a:xfrm>
            <a:off x="3505200" y="38608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6" name="文本占位符 15"/>
          <p:cNvSpPr>
            <a:spLocks noGrp="1"/>
          </p:cNvSpPr>
          <p:nvPr>
            <p:ph type="body" idx="16389" hasCustomPrompt="1"/>
            <p:custDataLst>
              <p:tags r:id="rId10"/>
            </p:custDataLst>
          </p:nvPr>
        </p:nvSpPr>
        <p:spPr>
          <a:xfrm>
            <a:off x="3505200" y="4419600"/>
            <a:ext cx="22860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7" name="文本占位符 16"/>
          <p:cNvSpPr>
            <a:spLocks noGrp="1"/>
          </p:cNvSpPr>
          <p:nvPr>
            <p:ph type="body" idx="16390" hasCustomPrompt="1"/>
            <p:custDataLst>
              <p:tags r:id="rId11"/>
            </p:custDataLst>
          </p:nvPr>
        </p:nvSpPr>
        <p:spPr>
          <a:xfrm>
            <a:off x="6400800" y="38608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8" name="文本占位符 17"/>
          <p:cNvSpPr>
            <a:spLocks noGrp="1"/>
          </p:cNvSpPr>
          <p:nvPr>
            <p:ph type="body" idx="16391" hasCustomPrompt="1"/>
            <p:custDataLst>
              <p:tags r:id="rId12"/>
            </p:custDataLst>
          </p:nvPr>
        </p:nvSpPr>
        <p:spPr>
          <a:xfrm>
            <a:off x="6400800" y="4419600"/>
            <a:ext cx="22860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9" name="文本占位符 18"/>
          <p:cNvSpPr>
            <a:spLocks noGrp="1"/>
          </p:cNvSpPr>
          <p:nvPr>
            <p:ph type="body" idx="16392" hasCustomPrompt="1"/>
            <p:custDataLst>
              <p:tags r:id="rId13"/>
            </p:custDataLst>
          </p:nvPr>
        </p:nvSpPr>
        <p:spPr>
          <a:xfrm>
            <a:off x="9296400" y="38608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0" name="文本占位符 19"/>
          <p:cNvSpPr>
            <a:spLocks noGrp="1"/>
          </p:cNvSpPr>
          <p:nvPr>
            <p:ph type="body" idx="16393" hasCustomPrompt="1"/>
            <p:custDataLst>
              <p:tags r:id="rId14"/>
            </p:custDataLst>
          </p:nvPr>
        </p:nvSpPr>
        <p:spPr>
          <a:xfrm>
            <a:off x="9296400" y="4419600"/>
            <a:ext cx="22860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正文页-10004_22-2">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4" hasCustomPrompt="1"/>
            <p:custDataLst>
              <p:tags r:id="rId6"/>
            </p:custDataLst>
          </p:nvPr>
        </p:nvSpPr>
        <p:spPr>
          <a:xfrm>
            <a:off x="609600" y="1727200"/>
            <a:ext cx="2514600" cy="4318000"/>
          </a:xfrm>
          <a:custGeom>
            <a:avLst/>
            <a:gdLst>
              <a:gd name="connisteX0" fmla="*/ 0 w 2514600"/>
              <a:gd name="connsiteY0" fmla="*/ 203200 h 4318000"/>
              <a:gd name="connisteX1" fmla="*/ 203200 w 2514600"/>
              <a:gd name="connsiteY1" fmla="*/ 0 h 4318000"/>
              <a:gd name="connisteX2" fmla="*/ 2311400 w 2514600"/>
              <a:gd name="connsiteY2" fmla="*/ 0 h 4318000"/>
              <a:gd name="connisteX3" fmla="*/ 2514600 w 2514600"/>
              <a:gd name="connsiteY3" fmla="*/ 203200 h 4318000"/>
              <a:gd name="connisteX4" fmla="*/ 2514600 w 2514600"/>
              <a:gd name="connsiteY4" fmla="*/ 4114800 h 4318000"/>
              <a:gd name="connisteX5" fmla="*/ 2311400 w 2514600"/>
              <a:gd name="connsiteY5" fmla="*/ 4318000 h 4318000"/>
              <a:gd name="connisteX6" fmla="*/ 203200 w 2514600"/>
              <a:gd name="connsiteY6" fmla="*/ 4318000 h 4318000"/>
              <a:gd name="connisteX7" fmla="*/ 0 w 2514600"/>
              <a:gd name="connsiteY7" fmla="*/ 4114800 h 4318000"/>
              <a:gd name="connisteX8" fmla="*/ 0 w 2514600"/>
              <a:gd name="connsiteY8" fmla="*/ 203200 h 4318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14600" h="4318000">
                <a:moveTo>
                  <a:pt x="0" y="203200"/>
                </a:moveTo>
                <a:cubicBezTo>
                  <a:pt x="0" y="90976"/>
                  <a:pt x="90976" y="0"/>
                  <a:pt x="203200" y="0"/>
                </a:cubicBezTo>
                <a:lnTo>
                  <a:pt x="2311400" y="0"/>
                </a:lnTo>
                <a:cubicBezTo>
                  <a:pt x="2423624" y="0"/>
                  <a:pt x="2514600" y="90976"/>
                  <a:pt x="2514600" y="203200"/>
                </a:cubicBezTo>
                <a:lnTo>
                  <a:pt x="2514600" y="4114800"/>
                </a:lnTo>
                <a:cubicBezTo>
                  <a:pt x="2514600" y="4227024"/>
                  <a:pt x="2423624" y="4318000"/>
                  <a:pt x="2311400" y="4318000"/>
                </a:cubicBezTo>
                <a:lnTo>
                  <a:pt x="203200" y="4318000"/>
                </a:lnTo>
                <a:cubicBezTo>
                  <a:pt x="90976" y="4318000"/>
                  <a:pt x="0" y="4227024"/>
                  <a:pt x="0" y="41148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文本占位符 12"/>
          <p:cNvSpPr>
            <a:spLocks noGrp="1"/>
          </p:cNvSpPr>
          <p:nvPr>
            <p:ph type="body" idx="16386" hasCustomPrompt="1"/>
            <p:custDataLst>
              <p:tags r:id="rId7"/>
            </p:custDataLst>
          </p:nvPr>
        </p:nvSpPr>
        <p:spPr>
          <a:xfrm>
            <a:off x="914400" y="2387600"/>
            <a:ext cx="1905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4" name="文本占位符 13"/>
          <p:cNvSpPr>
            <a:spLocks noGrp="1"/>
          </p:cNvSpPr>
          <p:nvPr>
            <p:ph type="body" idx="16387" hasCustomPrompt="1"/>
            <p:custDataLst>
              <p:tags r:id="rId8"/>
            </p:custDataLst>
          </p:nvPr>
        </p:nvSpPr>
        <p:spPr>
          <a:xfrm>
            <a:off x="914400" y="2946400"/>
            <a:ext cx="1905000" cy="2438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5" name="装饰  4"/>
          <p:cNvSpPr>
            <a:spLocks noGrp="1"/>
          </p:cNvSpPr>
          <p:nvPr>
            <p:ph type="body" idx="16395" hasCustomPrompt="1"/>
            <p:custDataLst>
              <p:tags r:id="rId9"/>
            </p:custDataLst>
          </p:nvPr>
        </p:nvSpPr>
        <p:spPr>
          <a:xfrm>
            <a:off x="3429000" y="1727200"/>
            <a:ext cx="2514600" cy="4318000"/>
          </a:xfrm>
          <a:custGeom>
            <a:avLst/>
            <a:gdLst>
              <a:gd name="connisteX0" fmla="*/ 0 w 2514600"/>
              <a:gd name="connsiteY0" fmla="*/ 203200 h 4318000"/>
              <a:gd name="connisteX1" fmla="*/ 203200 w 2514600"/>
              <a:gd name="connsiteY1" fmla="*/ 0 h 4318000"/>
              <a:gd name="connisteX2" fmla="*/ 2311400 w 2514600"/>
              <a:gd name="connsiteY2" fmla="*/ 0 h 4318000"/>
              <a:gd name="connisteX3" fmla="*/ 2514600 w 2514600"/>
              <a:gd name="connsiteY3" fmla="*/ 203200 h 4318000"/>
              <a:gd name="connisteX4" fmla="*/ 2514600 w 2514600"/>
              <a:gd name="connsiteY4" fmla="*/ 4114800 h 4318000"/>
              <a:gd name="connisteX5" fmla="*/ 2311400 w 2514600"/>
              <a:gd name="connsiteY5" fmla="*/ 4318000 h 4318000"/>
              <a:gd name="connisteX6" fmla="*/ 203200 w 2514600"/>
              <a:gd name="connsiteY6" fmla="*/ 4318000 h 4318000"/>
              <a:gd name="connisteX7" fmla="*/ 0 w 2514600"/>
              <a:gd name="connsiteY7" fmla="*/ 4114800 h 4318000"/>
              <a:gd name="connisteX8" fmla="*/ 0 w 2514600"/>
              <a:gd name="connsiteY8" fmla="*/ 203200 h 4318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14600" h="4318000">
                <a:moveTo>
                  <a:pt x="0" y="203200"/>
                </a:moveTo>
                <a:cubicBezTo>
                  <a:pt x="0" y="90976"/>
                  <a:pt x="90976" y="0"/>
                  <a:pt x="203200" y="0"/>
                </a:cubicBezTo>
                <a:lnTo>
                  <a:pt x="2311400" y="0"/>
                </a:lnTo>
                <a:cubicBezTo>
                  <a:pt x="2423624" y="0"/>
                  <a:pt x="2514600" y="90976"/>
                  <a:pt x="2514600" y="203200"/>
                </a:cubicBezTo>
                <a:lnTo>
                  <a:pt x="2514600" y="4114800"/>
                </a:lnTo>
                <a:cubicBezTo>
                  <a:pt x="2514600" y="4227024"/>
                  <a:pt x="2423624" y="4318000"/>
                  <a:pt x="2311400" y="4318000"/>
                </a:cubicBezTo>
                <a:lnTo>
                  <a:pt x="203200" y="4318000"/>
                </a:lnTo>
                <a:cubicBezTo>
                  <a:pt x="90976" y="4318000"/>
                  <a:pt x="0" y="4227024"/>
                  <a:pt x="0" y="41148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6" name="文本占位符 15"/>
          <p:cNvSpPr>
            <a:spLocks noGrp="1"/>
          </p:cNvSpPr>
          <p:nvPr>
            <p:ph type="body" idx="16388" hasCustomPrompt="1"/>
            <p:custDataLst>
              <p:tags r:id="rId10"/>
            </p:custDataLst>
          </p:nvPr>
        </p:nvSpPr>
        <p:spPr>
          <a:xfrm>
            <a:off x="3733800" y="2387600"/>
            <a:ext cx="1905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7" name="文本占位符 16"/>
          <p:cNvSpPr>
            <a:spLocks noGrp="1"/>
          </p:cNvSpPr>
          <p:nvPr>
            <p:ph type="body" idx="16389" hasCustomPrompt="1"/>
            <p:custDataLst>
              <p:tags r:id="rId11"/>
            </p:custDataLst>
          </p:nvPr>
        </p:nvSpPr>
        <p:spPr>
          <a:xfrm>
            <a:off x="3733800" y="2946400"/>
            <a:ext cx="1905000" cy="2438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8" name="装饰  7"/>
          <p:cNvSpPr>
            <a:spLocks noGrp="1"/>
          </p:cNvSpPr>
          <p:nvPr>
            <p:ph type="body" idx="16396" hasCustomPrompt="1"/>
            <p:custDataLst>
              <p:tags r:id="rId12"/>
            </p:custDataLst>
          </p:nvPr>
        </p:nvSpPr>
        <p:spPr>
          <a:xfrm>
            <a:off x="6248400" y="1727200"/>
            <a:ext cx="2514600" cy="4318000"/>
          </a:xfrm>
          <a:custGeom>
            <a:avLst/>
            <a:gdLst>
              <a:gd name="connisteX0" fmla="*/ 0 w 2514600"/>
              <a:gd name="connsiteY0" fmla="*/ 203200 h 4318000"/>
              <a:gd name="connisteX1" fmla="*/ 203200 w 2514600"/>
              <a:gd name="connsiteY1" fmla="*/ 0 h 4318000"/>
              <a:gd name="connisteX2" fmla="*/ 2311400 w 2514600"/>
              <a:gd name="connsiteY2" fmla="*/ 0 h 4318000"/>
              <a:gd name="connisteX3" fmla="*/ 2514600 w 2514600"/>
              <a:gd name="connsiteY3" fmla="*/ 203200 h 4318000"/>
              <a:gd name="connisteX4" fmla="*/ 2514600 w 2514600"/>
              <a:gd name="connsiteY4" fmla="*/ 4114800 h 4318000"/>
              <a:gd name="connisteX5" fmla="*/ 2311400 w 2514600"/>
              <a:gd name="connsiteY5" fmla="*/ 4318000 h 4318000"/>
              <a:gd name="connisteX6" fmla="*/ 203200 w 2514600"/>
              <a:gd name="connsiteY6" fmla="*/ 4318000 h 4318000"/>
              <a:gd name="connisteX7" fmla="*/ 0 w 2514600"/>
              <a:gd name="connsiteY7" fmla="*/ 4114800 h 4318000"/>
              <a:gd name="connisteX8" fmla="*/ 0 w 2514600"/>
              <a:gd name="connsiteY8" fmla="*/ 203200 h 4318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14600" h="4318000">
                <a:moveTo>
                  <a:pt x="0" y="203200"/>
                </a:moveTo>
                <a:cubicBezTo>
                  <a:pt x="0" y="90976"/>
                  <a:pt x="90976" y="0"/>
                  <a:pt x="203200" y="0"/>
                </a:cubicBezTo>
                <a:lnTo>
                  <a:pt x="2311400" y="0"/>
                </a:lnTo>
                <a:cubicBezTo>
                  <a:pt x="2423624" y="0"/>
                  <a:pt x="2514600" y="90976"/>
                  <a:pt x="2514600" y="203200"/>
                </a:cubicBezTo>
                <a:lnTo>
                  <a:pt x="2514600" y="4114800"/>
                </a:lnTo>
                <a:cubicBezTo>
                  <a:pt x="2514600" y="4227024"/>
                  <a:pt x="2423624" y="4318000"/>
                  <a:pt x="2311400" y="4318000"/>
                </a:cubicBezTo>
                <a:lnTo>
                  <a:pt x="203200" y="4318000"/>
                </a:lnTo>
                <a:cubicBezTo>
                  <a:pt x="90976" y="4318000"/>
                  <a:pt x="0" y="4227024"/>
                  <a:pt x="0" y="41148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9" name="文本占位符 18"/>
          <p:cNvSpPr>
            <a:spLocks noGrp="1"/>
          </p:cNvSpPr>
          <p:nvPr>
            <p:ph type="body" idx="16390" hasCustomPrompt="1"/>
            <p:custDataLst>
              <p:tags r:id="rId13"/>
            </p:custDataLst>
          </p:nvPr>
        </p:nvSpPr>
        <p:spPr>
          <a:xfrm>
            <a:off x="6553200" y="2387600"/>
            <a:ext cx="1905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0" name="文本占位符 19"/>
          <p:cNvSpPr>
            <a:spLocks noGrp="1"/>
          </p:cNvSpPr>
          <p:nvPr>
            <p:ph type="body" idx="16391" hasCustomPrompt="1"/>
            <p:custDataLst>
              <p:tags r:id="rId14"/>
            </p:custDataLst>
          </p:nvPr>
        </p:nvSpPr>
        <p:spPr>
          <a:xfrm>
            <a:off x="6553200" y="2946400"/>
            <a:ext cx="1905000" cy="2438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1" name="装饰  0"/>
          <p:cNvSpPr>
            <a:spLocks noGrp="1"/>
          </p:cNvSpPr>
          <p:nvPr>
            <p:ph type="body" idx="16397" hasCustomPrompt="1"/>
            <p:custDataLst>
              <p:tags r:id="rId15"/>
            </p:custDataLst>
          </p:nvPr>
        </p:nvSpPr>
        <p:spPr>
          <a:xfrm>
            <a:off x="9067800" y="1727200"/>
            <a:ext cx="2514600" cy="4318000"/>
          </a:xfrm>
          <a:custGeom>
            <a:avLst/>
            <a:gdLst>
              <a:gd name="connisteX0" fmla="*/ 0 w 2514600"/>
              <a:gd name="connsiteY0" fmla="*/ 203200 h 4318000"/>
              <a:gd name="connisteX1" fmla="*/ 203200 w 2514600"/>
              <a:gd name="connsiteY1" fmla="*/ 0 h 4318000"/>
              <a:gd name="connisteX2" fmla="*/ 2311400 w 2514600"/>
              <a:gd name="connsiteY2" fmla="*/ 0 h 4318000"/>
              <a:gd name="connisteX3" fmla="*/ 2514600 w 2514600"/>
              <a:gd name="connsiteY3" fmla="*/ 203200 h 4318000"/>
              <a:gd name="connisteX4" fmla="*/ 2514600 w 2514600"/>
              <a:gd name="connsiteY4" fmla="*/ 4114800 h 4318000"/>
              <a:gd name="connisteX5" fmla="*/ 2311400 w 2514600"/>
              <a:gd name="connsiteY5" fmla="*/ 4318000 h 4318000"/>
              <a:gd name="connisteX6" fmla="*/ 203200 w 2514600"/>
              <a:gd name="connsiteY6" fmla="*/ 4318000 h 4318000"/>
              <a:gd name="connisteX7" fmla="*/ 0 w 2514600"/>
              <a:gd name="connsiteY7" fmla="*/ 4114800 h 4318000"/>
              <a:gd name="connisteX8" fmla="*/ 0 w 2514600"/>
              <a:gd name="connsiteY8" fmla="*/ 203200 h 4318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14600" h="4318000">
                <a:moveTo>
                  <a:pt x="0" y="203200"/>
                </a:moveTo>
                <a:cubicBezTo>
                  <a:pt x="0" y="90976"/>
                  <a:pt x="90976" y="0"/>
                  <a:pt x="203200" y="0"/>
                </a:cubicBezTo>
                <a:lnTo>
                  <a:pt x="2311400" y="0"/>
                </a:lnTo>
                <a:cubicBezTo>
                  <a:pt x="2423624" y="0"/>
                  <a:pt x="2514600" y="90976"/>
                  <a:pt x="2514600" y="203200"/>
                </a:cubicBezTo>
                <a:lnTo>
                  <a:pt x="2514600" y="4114800"/>
                </a:lnTo>
                <a:cubicBezTo>
                  <a:pt x="2514600" y="4227024"/>
                  <a:pt x="2423624" y="4318000"/>
                  <a:pt x="2311400" y="4318000"/>
                </a:cubicBezTo>
                <a:lnTo>
                  <a:pt x="203200" y="4318000"/>
                </a:lnTo>
                <a:cubicBezTo>
                  <a:pt x="90976" y="4318000"/>
                  <a:pt x="0" y="4227024"/>
                  <a:pt x="0" y="41148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2" name="文本占位符 21"/>
          <p:cNvSpPr>
            <a:spLocks noGrp="1"/>
          </p:cNvSpPr>
          <p:nvPr>
            <p:ph type="body" idx="16392" hasCustomPrompt="1"/>
            <p:custDataLst>
              <p:tags r:id="rId16"/>
            </p:custDataLst>
          </p:nvPr>
        </p:nvSpPr>
        <p:spPr>
          <a:xfrm>
            <a:off x="9372600" y="2387600"/>
            <a:ext cx="1905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3" name="文本占位符 22"/>
          <p:cNvSpPr>
            <a:spLocks noGrp="1"/>
          </p:cNvSpPr>
          <p:nvPr>
            <p:ph type="body" idx="16393" hasCustomPrompt="1"/>
            <p:custDataLst>
              <p:tags r:id="rId17"/>
            </p:custDataLst>
          </p:nvPr>
        </p:nvSpPr>
        <p:spPr>
          <a:xfrm>
            <a:off x="9372600" y="2946400"/>
            <a:ext cx="1905000" cy="2438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正文页-2_16-2">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2" hasCustomPrompt="1"/>
            <p:custDataLst>
              <p:tags r:id="rId6"/>
            </p:custDataLst>
          </p:nvPr>
        </p:nvSpPr>
        <p:spPr>
          <a:xfrm>
            <a:off x="609600" y="3860800"/>
            <a:ext cx="3454400" cy="2387600"/>
          </a:xfrm>
          <a:custGeom>
            <a:avLst/>
            <a:gdLst>
              <a:gd name="connisteX0" fmla="*/ 0 w 3454400"/>
              <a:gd name="connsiteY0" fmla="*/ 0 h 2387600"/>
              <a:gd name="connisteX1" fmla="*/ 3454400 w 3454400"/>
              <a:gd name="connsiteY1" fmla="*/ 0 h 2387600"/>
              <a:gd name="connisteX2" fmla="*/ 3454400 w 3454400"/>
              <a:gd name="connsiteY2" fmla="*/ 2184400 h 2387600"/>
              <a:gd name="connisteX3" fmla="*/ 3251200 w 3454400"/>
              <a:gd name="connsiteY3" fmla="*/ 2387600 h 2387600"/>
              <a:gd name="connisteX4" fmla="*/ 203200 w 3454400"/>
              <a:gd name="connsiteY4" fmla="*/ 2387600 h 2387600"/>
              <a:gd name="connisteX5" fmla="*/ 0 w 3454400"/>
              <a:gd name="connsiteY5" fmla="*/ 2184400 h 2387600"/>
              <a:gd name="connisteX6" fmla="*/ 0 w 3454400"/>
              <a:gd name="connsiteY6" fmla="*/ 0 h 238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387600">
                <a:moveTo>
                  <a:pt x="0" y="0"/>
                </a:moveTo>
                <a:lnTo>
                  <a:pt x="3454400" y="0"/>
                </a:lnTo>
                <a:lnTo>
                  <a:pt x="3454400" y="2184400"/>
                </a:lnTo>
                <a:cubicBezTo>
                  <a:pt x="3454400" y="2296624"/>
                  <a:pt x="3363424" y="2387600"/>
                  <a:pt x="3251200" y="2387600"/>
                </a:cubicBezTo>
                <a:lnTo>
                  <a:pt x="203200" y="2387600"/>
                </a:lnTo>
                <a:cubicBezTo>
                  <a:pt x="90976" y="2387600"/>
                  <a:pt x="0" y="2296624"/>
                  <a:pt x="0" y="21844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图片占位符 12"/>
          <p:cNvSpPr>
            <a:spLocks noGrp="1"/>
          </p:cNvSpPr>
          <p:nvPr>
            <p:ph type="pic" idx="16393" hasCustomPrompt="1"/>
            <p:custDataLst>
              <p:tags r:id="rId7"/>
            </p:custDataLst>
          </p:nvPr>
        </p:nvSpPr>
        <p:spPr>
          <a:xfrm>
            <a:off x="609600" y="1524000"/>
            <a:ext cx="3454400" cy="2336800"/>
          </a:xfrm>
          <a:custGeom>
            <a:avLst/>
            <a:gdLst>
              <a:gd name="connisteX0" fmla="*/ 0 w 3454400"/>
              <a:gd name="connsiteY0" fmla="*/ 203200 h 2336800"/>
              <a:gd name="connisteX1" fmla="*/ 203200 w 3454400"/>
              <a:gd name="connsiteY1" fmla="*/ 0 h 2336800"/>
              <a:gd name="connisteX2" fmla="*/ 3251200 w 3454400"/>
              <a:gd name="connsiteY2" fmla="*/ 0 h 2336800"/>
              <a:gd name="connisteX3" fmla="*/ 3454400 w 3454400"/>
              <a:gd name="connsiteY3" fmla="*/ 203200 h 2336800"/>
              <a:gd name="connisteX4" fmla="*/ 3454400 w 3454400"/>
              <a:gd name="connsiteY4" fmla="*/ 2336800 h 2336800"/>
              <a:gd name="connisteX5" fmla="*/ 0 w 3454400"/>
              <a:gd name="connsiteY5" fmla="*/ 2336800 h 2336800"/>
              <a:gd name="connisteX6" fmla="*/ 0 w 3454400"/>
              <a:gd name="connsiteY6" fmla="*/ 20320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336800">
                <a:moveTo>
                  <a:pt x="0" y="203200"/>
                </a:moveTo>
                <a:cubicBezTo>
                  <a:pt x="0" y="90976"/>
                  <a:pt x="90976" y="0"/>
                  <a:pt x="203200" y="0"/>
                </a:cubicBezTo>
                <a:lnTo>
                  <a:pt x="3251200" y="0"/>
                </a:lnTo>
                <a:cubicBezTo>
                  <a:pt x="3363424" y="0"/>
                  <a:pt x="3454400" y="90976"/>
                  <a:pt x="3454400" y="203200"/>
                </a:cubicBezTo>
                <a:lnTo>
                  <a:pt x="3454400" y="2336800"/>
                </a:lnTo>
                <a:lnTo>
                  <a:pt x="0" y="23368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4" name="文本占位符 13"/>
          <p:cNvSpPr>
            <a:spLocks noGrp="1"/>
          </p:cNvSpPr>
          <p:nvPr>
            <p:ph type="body" idx="16386" hasCustomPrompt="1"/>
            <p:custDataLst>
              <p:tags r:id="rId8"/>
            </p:custDataLst>
          </p:nvPr>
        </p:nvSpPr>
        <p:spPr>
          <a:xfrm>
            <a:off x="914400" y="41656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5" name="文本占位符 14"/>
          <p:cNvSpPr>
            <a:spLocks noGrp="1"/>
          </p:cNvSpPr>
          <p:nvPr>
            <p:ph type="body" idx="16387" hasCustomPrompt="1"/>
            <p:custDataLst>
              <p:tags r:id="rId9"/>
            </p:custDataLst>
          </p:nvPr>
        </p:nvSpPr>
        <p:spPr>
          <a:xfrm>
            <a:off x="914400" y="4724400"/>
            <a:ext cx="2844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4" hasCustomPrompt="1"/>
            <p:custDataLst>
              <p:tags r:id="rId10"/>
            </p:custDataLst>
          </p:nvPr>
        </p:nvSpPr>
        <p:spPr>
          <a:xfrm>
            <a:off x="4368800" y="3860800"/>
            <a:ext cx="3454400" cy="2387600"/>
          </a:xfrm>
          <a:custGeom>
            <a:avLst/>
            <a:gdLst>
              <a:gd name="connisteX0" fmla="*/ 0 w 3454400"/>
              <a:gd name="connsiteY0" fmla="*/ 0 h 2387600"/>
              <a:gd name="connisteX1" fmla="*/ 3454400 w 3454400"/>
              <a:gd name="connsiteY1" fmla="*/ 0 h 2387600"/>
              <a:gd name="connisteX2" fmla="*/ 3454400 w 3454400"/>
              <a:gd name="connsiteY2" fmla="*/ 2184400 h 2387600"/>
              <a:gd name="connisteX3" fmla="*/ 3251200 w 3454400"/>
              <a:gd name="connsiteY3" fmla="*/ 2387600 h 2387600"/>
              <a:gd name="connisteX4" fmla="*/ 203200 w 3454400"/>
              <a:gd name="connsiteY4" fmla="*/ 2387600 h 2387600"/>
              <a:gd name="connisteX5" fmla="*/ 0 w 3454400"/>
              <a:gd name="connsiteY5" fmla="*/ 2184400 h 2387600"/>
              <a:gd name="connisteX6" fmla="*/ 0 w 3454400"/>
              <a:gd name="connsiteY6" fmla="*/ 0 h 238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387600">
                <a:moveTo>
                  <a:pt x="0" y="0"/>
                </a:moveTo>
                <a:lnTo>
                  <a:pt x="3454400" y="0"/>
                </a:lnTo>
                <a:lnTo>
                  <a:pt x="3454400" y="2184400"/>
                </a:lnTo>
                <a:cubicBezTo>
                  <a:pt x="3454400" y="2296624"/>
                  <a:pt x="3363424" y="2387600"/>
                  <a:pt x="3251200" y="2387600"/>
                </a:cubicBezTo>
                <a:lnTo>
                  <a:pt x="203200" y="2387600"/>
                </a:lnTo>
                <a:cubicBezTo>
                  <a:pt x="90976" y="2387600"/>
                  <a:pt x="0" y="2296624"/>
                  <a:pt x="0" y="2184400"/>
                </a:cubicBezTo>
                <a:lnTo>
                  <a:pt x="0" y="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图片占位符 16"/>
          <p:cNvSpPr>
            <a:spLocks noGrp="1"/>
          </p:cNvSpPr>
          <p:nvPr>
            <p:ph type="pic" idx="16395" hasCustomPrompt="1"/>
            <p:custDataLst>
              <p:tags r:id="rId11"/>
            </p:custDataLst>
          </p:nvPr>
        </p:nvSpPr>
        <p:spPr>
          <a:xfrm>
            <a:off x="4368800" y="1524000"/>
            <a:ext cx="3454400" cy="2336800"/>
          </a:xfrm>
          <a:custGeom>
            <a:avLst/>
            <a:gdLst>
              <a:gd name="connisteX0" fmla="*/ 0 w 3454400"/>
              <a:gd name="connsiteY0" fmla="*/ 203200 h 2336800"/>
              <a:gd name="connisteX1" fmla="*/ 203200 w 3454400"/>
              <a:gd name="connsiteY1" fmla="*/ 0 h 2336800"/>
              <a:gd name="connisteX2" fmla="*/ 3251200 w 3454400"/>
              <a:gd name="connsiteY2" fmla="*/ 0 h 2336800"/>
              <a:gd name="connisteX3" fmla="*/ 3454400 w 3454400"/>
              <a:gd name="connsiteY3" fmla="*/ 203200 h 2336800"/>
              <a:gd name="connisteX4" fmla="*/ 3454400 w 3454400"/>
              <a:gd name="connsiteY4" fmla="*/ 2336800 h 2336800"/>
              <a:gd name="connisteX5" fmla="*/ 0 w 3454400"/>
              <a:gd name="connsiteY5" fmla="*/ 2336800 h 2336800"/>
              <a:gd name="connisteX6" fmla="*/ 0 w 3454400"/>
              <a:gd name="connsiteY6" fmla="*/ 20320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336800">
                <a:moveTo>
                  <a:pt x="0" y="203200"/>
                </a:moveTo>
                <a:cubicBezTo>
                  <a:pt x="0" y="90976"/>
                  <a:pt x="90976" y="0"/>
                  <a:pt x="203200" y="0"/>
                </a:cubicBezTo>
                <a:lnTo>
                  <a:pt x="3251200" y="0"/>
                </a:lnTo>
                <a:cubicBezTo>
                  <a:pt x="3363424" y="0"/>
                  <a:pt x="3454400" y="90976"/>
                  <a:pt x="3454400" y="203200"/>
                </a:cubicBezTo>
                <a:lnTo>
                  <a:pt x="3454400" y="2336800"/>
                </a:lnTo>
                <a:lnTo>
                  <a:pt x="0" y="23368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8" name="文本占位符 17"/>
          <p:cNvSpPr>
            <a:spLocks noGrp="1"/>
          </p:cNvSpPr>
          <p:nvPr>
            <p:ph type="body" idx="16388" hasCustomPrompt="1"/>
            <p:custDataLst>
              <p:tags r:id="rId12"/>
            </p:custDataLst>
          </p:nvPr>
        </p:nvSpPr>
        <p:spPr>
          <a:xfrm>
            <a:off x="4673600" y="41656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smtClean="0"/>
              <a:t>项标题</a:t>
            </a:r>
            <a:endParaRPr lang="zh-CN" altLang="en-US" smtClean="0"/>
          </a:p>
        </p:txBody>
      </p:sp>
      <p:sp>
        <p:nvSpPr>
          <p:cNvPr id="19" name="文本占位符 18"/>
          <p:cNvSpPr>
            <a:spLocks noGrp="1"/>
          </p:cNvSpPr>
          <p:nvPr>
            <p:ph type="body" idx="16389" hasCustomPrompt="1"/>
            <p:custDataLst>
              <p:tags r:id="rId13"/>
            </p:custDataLst>
          </p:nvPr>
        </p:nvSpPr>
        <p:spPr>
          <a:xfrm>
            <a:off x="4673600" y="4724400"/>
            <a:ext cx="2844800" cy="12192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smtClean="0"/>
              <a:t>单击此处添加项正文</a:t>
            </a:r>
            <a:endParaRPr lang="zh-CN" altLang="en-US" smtClean="0"/>
          </a:p>
        </p:txBody>
      </p:sp>
      <p:sp>
        <p:nvSpPr>
          <p:cNvPr id="20" name="装饰  9"/>
          <p:cNvSpPr>
            <a:spLocks noGrp="1"/>
          </p:cNvSpPr>
          <p:nvPr>
            <p:ph type="body" idx="16396" hasCustomPrompt="1"/>
            <p:custDataLst>
              <p:tags r:id="rId14"/>
            </p:custDataLst>
          </p:nvPr>
        </p:nvSpPr>
        <p:spPr>
          <a:xfrm>
            <a:off x="8128000" y="3860800"/>
            <a:ext cx="3454400" cy="2387600"/>
          </a:xfrm>
          <a:custGeom>
            <a:avLst/>
            <a:gdLst>
              <a:gd name="connisteX0" fmla="*/ 0 w 3454400"/>
              <a:gd name="connsiteY0" fmla="*/ 0 h 2387600"/>
              <a:gd name="connisteX1" fmla="*/ 3454400 w 3454400"/>
              <a:gd name="connsiteY1" fmla="*/ 0 h 2387600"/>
              <a:gd name="connisteX2" fmla="*/ 3454400 w 3454400"/>
              <a:gd name="connsiteY2" fmla="*/ 2184400 h 2387600"/>
              <a:gd name="connisteX3" fmla="*/ 3251200 w 3454400"/>
              <a:gd name="connsiteY3" fmla="*/ 2387600 h 2387600"/>
              <a:gd name="connisteX4" fmla="*/ 203200 w 3454400"/>
              <a:gd name="connsiteY4" fmla="*/ 2387600 h 2387600"/>
              <a:gd name="connisteX5" fmla="*/ 0 w 3454400"/>
              <a:gd name="connsiteY5" fmla="*/ 2184400 h 2387600"/>
              <a:gd name="connisteX6" fmla="*/ 0 w 3454400"/>
              <a:gd name="connsiteY6" fmla="*/ 0 h 238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387600">
                <a:moveTo>
                  <a:pt x="0" y="0"/>
                </a:moveTo>
                <a:lnTo>
                  <a:pt x="3454400" y="0"/>
                </a:lnTo>
                <a:lnTo>
                  <a:pt x="3454400" y="2184400"/>
                </a:lnTo>
                <a:cubicBezTo>
                  <a:pt x="3454400" y="2296624"/>
                  <a:pt x="3363424" y="2387600"/>
                  <a:pt x="3251200" y="2387600"/>
                </a:cubicBezTo>
                <a:lnTo>
                  <a:pt x="203200" y="2387600"/>
                </a:lnTo>
                <a:cubicBezTo>
                  <a:pt x="90976" y="2387600"/>
                  <a:pt x="0" y="2296624"/>
                  <a:pt x="0" y="21844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图片占位符 20"/>
          <p:cNvSpPr>
            <a:spLocks noGrp="1"/>
          </p:cNvSpPr>
          <p:nvPr>
            <p:ph type="pic" idx="16397" hasCustomPrompt="1"/>
            <p:custDataLst>
              <p:tags r:id="rId15"/>
            </p:custDataLst>
          </p:nvPr>
        </p:nvSpPr>
        <p:spPr>
          <a:xfrm>
            <a:off x="8128000" y="1524000"/>
            <a:ext cx="3454400" cy="2336800"/>
          </a:xfrm>
          <a:custGeom>
            <a:avLst/>
            <a:gdLst>
              <a:gd name="connisteX0" fmla="*/ 0 w 3454400"/>
              <a:gd name="connsiteY0" fmla="*/ 203200 h 2336800"/>
              <a:gd name="connisteX1" fmla="*/ 203200 w 3454400"/>
              <a:gd name="connsiteY1" fmla="*/ 0 h 2336800"/>
              <a:gd name="connisteX2" fmla="*/ 3251200 w 3454400"/>
              <a:gd name="connsiteY2" fmla="*/ 0 h 2336800"/>
              <a:gd name="connisteX3" fmla="*/ 3454400 w 3454400"/>
              <a:gd name="connsiteY3" fmla="*/ 203200 h 2336800"/>
              <a:gd name="connisteX4" fmla="*/ 3454400 w 3454400"/>
              <a:gd name="connsiteY4" fmla="*/ 2336800 h 2336800"/>
              <a:gd name="connisteX5" fmla="*/ 0 w 3454400"/>
              <a:gd name="connsiteY5" fmla="*/ 2336800 h 2336800"/>
              <a:gd name="connisteX6" fmla="*/ 0 w 3454400"/>
              <a:gd name="connsiteY6" fmla="*/ 20320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336800">
                <a:moveTo>
                  <a:pt x="0" y="203200"/>
                </a:moveTo>
                <a:cubicBezTo>
                  <a:pt x="0" y="90976"/>
                  <a:pt x="90976" y="0"/>
                  <a:pt x="203200" y="0"/>
                </a:cubicBezTo>
                <a:lnTo>
                  <a:pt x="3251200" y="0"/>
                </a:lnTo>
                <a:cubicBezTo>
                  <a:pt x="3363424" y="0"/>
                  <a:pt x="3454400" y="90976"/>
                  <a:pt x="3454400" y="203200"/>
                </a:cubicBezTo>
                <a:lnTo>
                  <a:pt x="3454400" y="2336800"/>
                </a:lnTo>
                <a:lnTo>
                  <a:pt x="0" y="23368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2" name="文本占位符 21"/>
          <p:cNvSpPr>
            <a:spLocks noGrp="1"/>
          </p:cNvSpPr>
          <p:nvPr>
            <p:ph type="body" idx="16390" hasCustomPrompt="1"/>
            <p:custDataLst>
              <p:tags r:id="rId16"/>
            </p:custDataLst>
          </p:nvPr>
        </p:nvSpPr>
        <p:spPr>
          <a:xfrm>
            <a:off x="8432800" y="41656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3" name="文本占位符 22"/>
          <p:cNvSpPr>
            <a:spLocks noGrp="1"/>
          </p:cNvSpPr>
          <p:nvPr>
            <p:ph type="body" idx="16391" hasCustomPrompt="1"/>
            <p:custDataLst>
              <p:tags r:id="rId17"/>
            </p:custDataLst>
          </p:nvPr>
        </p:nvSpPr>
        <p:spPr>
          <a:xfrm>
            <a:off x="8432800" y="4724400"/>
            <a:ext cx="2844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正文页-62_10-2">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3429000" cy="12192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0" hasCustomPrompt="1"/>
            <p:custDataLst>
              <p:tags r:id="rId6"/>
            </p:custDataLst>
          </p:nvPr>
        </p:nvSpPr>
        <p:spPr>
          <a:xfrm>
            <a:off x="609600" y="2794000"/>
            <a:ext cx="10972800" cy="3454400"/>
          </a:xfrm>
          <a:custGeom>
            <a:avLst/>
            <a:gdLst>
              <a:gd name="connisteX0" fmla="*/ 0 w 10972800"/>
              <a:gd name="connsiteY0" fmla="*/ 203200 h 3454400"/>
              <a:gd name="connisteX1" fmla="*/ 203200 w 10972800"/>
              <a:gd name="connsiteY1" fmla="*/ 0 h 3454400"/>
              <a:gd name="connisteX2" fmla="*/ 10769600 w 10972800"/>
              <a:gd name="connsiteY2" fmla="*/ 0 h 3454400"/>
              <a:gd name="connisteX3" fmla="*/ 10972800 w 10972800"/>
              <a:gd name="connsiteY3" fmla="*/ 203200 h 3454400"/>
              <a:gd name="connisteX4" fmla="*/ 10972800 w 10972800"/>
              <a:gd name="connsiteY4" fmla="*/ 3251200 h 3454400"/>
              <a:gd name="connisteX5" fmla="*/ 10769600 w 10972800"/>
              <a:gd name="connsiteY5" fmla="*/ 3454400 h 3454400"/>
              <a:gd name="connisteX6" fmla="*/ 203200 w 10972800"/>
              <a:gd name="connsiteY6" fmla="*/ 3454400 h 3454400"/>
              <a:gd name="connisteX7" fmla="*/ 0 w 10972800"/>
              <a:gd name="connsiteY7" fmla="*/ 3251200 h 3454400"/>
              <a:gd name="connisteX8" fmla="*/ 0 w 10972800"/>
              <a:gd name="connsiteY8" fmla="*/ 203200 h 345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3454400">
                <a:moveTo>
                  <a:pt x="0" y="203200"/>
                </a:moveTo>
                <a:cubicBezTo>
                  <a:pt x="0" y="90976"/>
                  <a:pt x="90976" y="0"/>
                  <a:pt x="203200" y="0"/>
                </a:cubicBezTo>
                <a:lnTo>
                  <a:pt x="10769600" y="0"/>
                </a:lnTo>
                <a:cubicBezTo>
                  <a:pt x="10881824" y="0"/>
                  <a:pt x="10972800" y="90976"/>
                  <a:pt x="10972800" y="203200"/>
                </a:cubicBezTo>
                <a:lnTo>
                  <a:pt x="10972800" y="3251200"/>
                </a:lnTo>
                <a:cubicBezTo>
                  <a:pt x="10972800" y="3363424"/>
                  <a:pt x="10881824" y="3454400"/>
                  <a:pt x="10769600" y="3454400"/>
                </a:cubicBezTo>
                <a:lnTo>
                  <a:pt x="203200" y="3454400"/>
                </a:lnTo>
                <a:cubicBezTo>
                  <a:pt x="90976" y="3454400"/>
                  <a:pt x="0" y="3363424"/>
                  <a:pt x="0" y="3251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装饰  2"/>
          <p:cNvSpPr>
            <a:spLocks noGrp="1"/>
          </p:cNvSpPr>
          <p:nvPr>
            <p:ph type="body" idx="16391" hasCustomPrompt="1"/>
            <p:custDataLst>
              <p:tags r:id="rId7"/>
            </p:custDataLst>
          </p:nvPr>
        </p:nvSpPr>
        <p:spPr>
          <a:xfrm>
            <a:off x="4648200" y="6096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4" name="文本占位符 13"/>
          <p:cNvSpPr>
            <a:spLocks noGrp="1"/>
          </p:cNvSpPr>
          <p:nvPr>
            <p:ph type="body" idx="16386" hasCustomPrompt="1"/>
            <p:custDataLst>
              <p:tags r:id="rId8"/>
            </p:custDataLst>
          </p:nvPr>
        </p:nvSpPr>
        <p:spPr>
          <a:xfrm>
            <a:off x="4800600" y="609600"/>
            <a:ext cx="30099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5" name="文本占位符 14"/>
          <p:cNvSpPr>
            <a:spLocks noGrp="1"/>
          </p:cNvSpPr>
          <p:nvPr>
            <p:ph type="body" idx="16387" hasCustomPrompt="1"/>
            <p:custDataLst>
              <p:tags r:id="rId9"/>
            </p:custDataLst>
          </p:nvPr>
        </p:nvSpPr>
        <p:spPr>
          <a:xfrm>
            <a:off x="4800600" y="1117600"/>
            <a:ext cx="30099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2" hasCustomPrompt="1"/>
            <p:custDataLst>
              <p:tags r:id="rId10"/>
            </p:custDataLst>
          </p:nvPr>
        </p:nvSpPr>
        <p:spPr>
          <a:xfrm>
            <a:off x="8420100" y="6096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88" hasCustomPrompt="1"/>
            <p:custDataLst>
              <p:tags r:id="rId11"/>
            </p:custDataLst>
          </p:nvPr>
        </p:nvSpPr>
        <p:spPr>
          <a:xfrm>
            <a:off x="8572500" y="609600"/>
            <a:ext cx="30099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8" name="文本占位符 17"/>
          <p:cNvSpPr>
            <a:spLocks noGrp="1"/>
          </p:cNvSpPr>
          <p:nvPr>
            <p:ph type="body" idx="16389" hasCustomPrompt="1"/>
            <p:custDataLst>
              <p:tags r:id="rId12"/>
            </p:custDataLst>
          </p:nvPr>
        </p:nvSpPr>
        <p:spPr>
          <a:xfrm>
            <a:off x="8572500" y="1117600"/>
            <a:ext cx="30099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正文页-39_17-2">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3" hasCustomPrompt="1"/>
            <p:custDataLst>
              <p:tags r:id="rId6"/>
            </p:custDataLst>
          </p:nvPr>
        </p:nvSpPr>
        <p:spPr>
          <a:xfrm>
            <a:off x="609600" y="1524000"/>
            <a:ext cx="3454400" cy="4724400"/>
          </a:xfrm>
          <a:custGeom>
            <a:avLst/>
            <a:gdLst>
              <a:gd name="connisteX0" fmla="*/ 0 w 3454400"/>
              <a:gd name="connsiteY0" fmla="*/ 203200 h 4724400"/>
              <a:gd name="connisteX1" fmla="*/ 203200 w 3454400"/>
              <a:gd name="connsiteY1" fmla="*/ 0 h 4724400"/>
              <a:gd name="connisteX2" fmla="*/ 3251200 w 3454400"/>
              <a:gd name="connsiteY2" fmla="*/ 0 h 4724400"/>
              <a:gd name="connisteX3" fmla="*/ 3454400 w 3454400"/>
              <a:gd name="connsiteY3" fmla="*/ 203200 h 4724400"/>
              <a:gd name="connisteX4" fmla="*/ 3454400 w 3454400"/>
              <a:gd name="connsiteY4" fmla="*/ 4521200 h 4724400"/>
              <a:gd name="connisteX5" fmla="*/ 3251200 w 3454400"/>
              <a:gd name="connsiteY5" fmla="*/ 4724400 h 4724400"/>
              <a:gd name="connisteX6" fmla="*/ 203200 w 3454400"/>
              <a:gd name="connsiteY6" fmla="*/ 4724400 h 4724400"/>
              <a:gd name="connisteX7" fmla="*/ 0 w 3454400"/>
              <a:gd name="connsiteY7" fmla="*/ 4521200 h 4724400"/>
              <a:gd name="connisteX8" fmla="*/ 0 w 3454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4724400">
                <a:moveTo>
                  <a:pt x="0" y="203200"/>
                </a:moveTo>
                <a:cubicBezTo>
                  <a:pt x="0" y="90976"/>
                  <a:pt x="90976" y="0"/>
                  <a:pt x="203200" y="0"/>
                </a:cubicBezTo>
                <a:lnTo>
                  <a:pt x="3251200" y="0"/>
                </a:lnTo>
                <a:cubicBezTo>
                  <a:pt x="3363424" y="0"/>
                  <a:pt x="3454400" y="90976"/>
                  <a:pt x="3454400" y="203200"/>
                </a:cubicBezTo>
                <a:lnTo>
                  <a:pt x="3454400" y="4521200"/>
                </a:lnTo>
                <a:cubicBezTo>
                  <a:pt x="3454400" y="4633424"/>
                  <a:pt x="3363424" y="4724400"/>
                  <a:pt x="3251200" y="4724400"/>
                </a:cubicBezTo>
                <a:lnTo>
                  <a:pt x="203200" y="4724400"/>
                </a:lnTo>
                <a:cubicBezTo>
                  <a:pt x="90976" y="4724400"/>
                  <a:pt x="0" y="4633424"/>
                  <a:pt x="0" y="45212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图片占位符 12"/>
          <p:cNvSpPr>
            <a:spLocks noGrp="1"/>
          </p:cNvSpPr>
          <p:nvPr>
            <p:ph type="pic" idx="16392" hasCustomPrompt="1"/>
            <p:custDataLst>
              <p:tags r:id="rId7"/>
            </p:custDataLst>
          </p:nvPr>
        </p:nvSpPr>
        <p:spPr>
          <a:xfrm>
            <a:off x="1727200" y="2082800"/>
            <a:ext cx="1219200" cy="12192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4" name="文本占位符 13"/>
          <p:cNvSpPr>
            <a:spLocks noGrp="1"/>
          </p:cNvSpPr>
          <p:nvPr>
            <p:ph type="body" idx="16386" hasCustomPrompt="1"/>
            <p:custDataLst>
              <p:tags r:id="rId8"/>
            </p:custDataLst>
          </p:nvPr>
        </p:nvSpPr>
        <p:spPr>
          <a:xfrm>
            <a:off x="1016000" y="3606800"/>
            <a:ext cx="26416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5" name="文本占位符 14"/>
          <p:cNvSpPr>
            <a:spLocks noGrp="1"/>
          </p:cNvSpPr>
          <p:nvPr>
            <p:ph type="body" idx="16387" hasCustomPrompt="1"/>
            <p:custDataLst>
              <p:tags r:id="rId9"/>
            </p:custDataLst>
          </p:nvPr>
        </p:nvSpPr>
        <p:spPr>
          <a:xfrm>
            <a:off x="1016000" y="4165600"/>
            <a:ext cx="2641600" cy="15240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5" hasCustomPrompt="1"/>
            <p:custDataLst>
              <p:tags r:id="rId10"/>
            </p:custDataLst>
          </p:nvPr>
        </p:nvSpPr>
        <p:spPr>
          <a:xfrm>
            <a:off x="4368800" y="1524000"/>
            <a:ext cx="3454400" cy="4724400"/>
          </a:xfrm>
          <a:custGeom>
            <a:avLst/>
            <a:gdLst>
              <a:gd name="connisteX0" fmla="*/ 0 w 3454400"/>
              <a:gd name="connsiteY0" fmla="*/ 203200 h 4724400"/>
              <a:gd name="connisteX1" fmla="*/ 203200 w 3454400"/>
              <a:gd name="connsiteY1" fmla="*/ 0 h 4724400"/>
              <a:gd name="connisteX2" fmla="*/ 3251200 w 3454400"/>
              <a:gd name="connsiteY2" fmla="*/ 0 h 4724400"/>
              <a:gd name="connisteX3" fmla="*/ 3454400 w 3454400"/>
              <a:gd name="connsiteY3" fmla="*/ 203200 h 4724400"/>
              <a:gd name="connisteX4" fmla="*/ 3454400 w 3454400"/>
              <a:gd name="connsiteY4" fmla="*/ 4521200 h 4724400"/>
              <a:gd name="connisteX5" fmla="*/ 3251200 w 3454400"/>
              <a:gd name="connsiteY5" fmla="*/ 4724400 h 4724400"/>
              <a:gd name="connisteX6" fmla="*/ 203200 w 3454400"/>
              <a:gd name="connsiteY6" fmla="*/ 4724400 h 4724400"/>
              <a:gd name="connisteX7" fmla="*/ 0 w 3454400"/>
              <a:gd name="connsiteY7" fmla="*/ 4521200 h 4724400"/>
              <a:gd name="connisteX8" fmla="*/ 0 w 3454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4724400">
                <a:moveTo>
                  <a:pt x="0" y="203200"/>
                </a:moveTo>
                <a:cubicBezTo>
                  <a:pt x="0" y="90976"/>
                  <a:pt x="90976" y="0"/>
                  <a:pt x="203200" y="0"/>
                </a:cubicBezTo>
                <a:lnTo>
                  <a:pt x="3251200" y="0"/>
                </a:lnTo>
                <a:cubicBezTo>
                  <a:pt x="3363424" y="0"/>
                  <a:pt x="3454400" y="90976"/>
                  <a:pt x="3454400" y="203200"/>
                </a:cubicBezTo>
                <a:lnTo>
                  <a:pt x="3454400" y="4521200"/>
                </a:lnTo>
                <a:cubicBezTo>
                  <a:pt x="3454400" y="4633424"/>
                  <a:pt x="3363424" y="4724400"/>
                  <a:pt x="3251200" y="4724400"/>
                </a:cubicBezTo>
                <a:lnTo>
                  <a:pt x="203200" y="4724400"/>
                </a:lnTo>
                <a:cubicBezTo>
                  <a:pt x="90976" y="4724400"/>
                  <a:pt x="0" y="4633424"/>
                  <a:pt x="0" y="45212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图片占位符 16"/>
          <p:cNvSpPr>
            <a:spLocks noGrp="1"/>
          </p:cNvSpPr>
          <p:nvPr>
            <p:ph type="pic" idx="16394" hasCustomPrompt="1"/>
            <p:custDataLst>
              <p:tags r:id="rId11"/>
            </p:custDataLst>
          </p:nvPr>
        </p:nvSpPr>
        <p:spPr>
          <a:xfrm>
            <a:off x="5486400" y="2082800"/>
            <a:ext cx="1219200" cy="12192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8" name="文本占位符 17"/>
          <p:cNvSpPr>
            <a:spLocks noGrp="1"/>
          </p:cNvSpPr>
          <p:nvPr>
            <p:ph type="body" idx="16388" hasCustomPrompt="1"/>
            <p:custDataLst>
              <p:tags r:id="rId12"/>
            </p:custDataLst>
          </p:nvPr>
        </p:nvSpPr>
        <p:spPr>
          <a:xfrm>
            <a:off x="4775200" y="3606800"/>
            <a:ext cx="26416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9" name="文本占位符 18"/>
          <p:cNvSpPr>
            <a:spLocks noGrp="1"/>
          </p:cNvSpPr>
          <p:nvPr>
            <p:ph type="body" idx="16389" hasCustomPrompt="1"/>
            <p:custDataLst>
              <p:tags r:id="rId13"/>
            </p:custDataLst>
          </p:nvPr>
        </p:nvSpPr>
        <p:spPr>
          <a:xfrm>
            <a:off x="4775200" y="4165600"/>
            <a:ext cx="2641600" cy="15240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0" name="装饰  9"/>
          <p:cNvSpPr>
            <a:spLocks noGrp="1"/>
          </p:cNvSpPr>
          <p:nvPr>
            <p:ph type="body" idx="16397" hasCustomPrompt="1"/>
            <p:custDataLst>
              <p:tags r:id="rId14"/>
            </p:custDataLst>
          </p:nvPr>
        </p:nvSpPr>
        <p:spPr>
          <a:xfrm>
            <a:off x="8128000" y="1524000"/>
            <a:ext cx="3454400" cy="4724400"/>
          </a:xfrm>
          <a:custGeom>
            <a:avLst/>
            <a:gdLst>
              <a:gd name="connisteX0" fmla="*/ 0 w 3454400"/>
              <a:gd name="connsiteY0" fmla="*/ 203200 h 4724400"/>
              <a:gd name="connisteX1" fmla="*/ 203200 w 3454400"/>
              <a:gd name="connsiteY1" fmla="*/ 0 h 4724400"/>
              <a:gd name="connisteX2" fmla="*/ 3251200 w 3454400"/>
              <a:gd name="connsiteY2" fmla="*/ 0 h 4724400"/>
              <a:gd name="connisteX3" fmla="*/ 3454400 w 3454400"/>
              <a:gd name="connsiteY3" fmla="*/ 203200 h 4724400"/>
              <a:gd name="connisteX4" fmla="*/ 3454400 w 3454400"/>
              <a:gd name="connsiteY4" fmla="*/ 4521200 h 4724400"/>
              <a:gd name="connisteX5" fmla="*/ 3251200 w 3454400"/>
              <a:gd name="connsiteY5" fmla="*/ 4724400 h 4724400"/>
              <a:gd name="connisteX6" fmla="*/ 203200 w 3454400"/>
              <a:gd name="connsiteY6" fmla="*/ 4724400 h 4724400"/>
              <a:gd name="connisteX7" fmla="*/ 0 w 3454400"/>
              <a:gd name="connsiteY7" fmla="*/ 4521200 h 4724400"/>
              <a:gd name="connisteX8" fmla="*/ 0 w 3454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4724400">
                <a:moveTo>
                  <a:pt x="0" y="203200"/>
                </a:moveTo>
                <a:cubicBezTo>
                  <a:pt x="0" y="90976"/>
                  <a:pt x="90976" y="0"/>
                  <a:pt x="203200" y="0"/>
                </a:cubicBezTo>
                <a:lnTo>
                  <a:pt x="3251200" y="0"/>
                </a:lnTo>
                <a:cubicBezTo>
                  <a:pt x="3363424" y="0"/>
                  <a:pt x="3454400" y="90976"/>
                  <a:pt x="3454400" y="203200"/>
                </a:cubicBezTo>
                <a:lnTo>
                  <a:pt x="3454400" y="4521200"/>
                </a:lnTo>
                <a:cubicBezTo>
                  <a:pt x="3454400" y="4633424"/>
                  <a:pt x="3363424" y="4724400"/>
                  <a:pt x="3251200" y="4724400"/>
                </a:cubicBezTo>
                <a:lnTo>
                  <a:pt x="203200" y="4724400"/>
                </a:lnTo>
                <a:cubicBezTo>
                  <a:pt x="90976" y="4724400"/>
                  <a:pt x="0" y="4633424"/>
                  <a:pt x="0" y="45212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图片占位符 20"/>
          <p:cNvSpPr>
            <a:spLocks noGrp="1"/>
          </p:cNvSpPr>
          <p:nvPr>
            <p:ph type="pic" idx="16396" hasCustomPrompt="1"/>
            <p:custDataLst>
              <p:tags r:id="rId15"/>
            </p:custDataLst>
          </p:nvPr>
        </p:nvSpPr>
        <p:spPr>
          <a:xfrm>
            <a:off x="9245600" y="2082800"/>
            <a:ext cx="1219200" cy="12192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2" name="文本占位符 21"/>
          <p:cNvSpPr>
            <a:spLocks noGrp="1"/>
          </p:cNvSpPr>
          <p:nvPr>
            <p:ph type="body" idx="16390" hasCustomPrompt="1"/>
            <p:custDataLst>
              <p:tags r:id="rId16"/>
            </p:custDataLst>
          </p:nvPr>
        </p:nvSpPr>
        <p:spPr>
          <a:xfrm>
            <a:off x="8534400" y="3606800"/>
            <a:ext cx="26416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3" name="文本占位符 22"/>
          <p:cNvSpPr>
            <a:spLocks noGrp="1"/>
          </p:cNvSpPr>
          <p:nvPr>
            <p:ph type="body" idx="16391" hasCustomPrompt="1"/>
            <p:custDataLst>
              <p:tags r:id="rId17"/>
            </p:custDataLst>
          </p:nvPr>
        </p:nvSpPr>
        <p:spPr>
          <a:xfrm>
            <a:off x="8534400" y="4165600"/>
            <a:ext cx="2641600" cy="15240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正文页-61_18-2">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0" hasCustomPrompt="1"/>
            <p:custDataLst>
              <p:tags r:id="rId6"/>
            </p:custDataLst>
          </p:nvPr>
        </p:nvSpPr>
        <p:spPr>
          <a:xfrm>
            <a:off x="8001000" y="1524000"/>
            <a:ext cx="3581400" cy="4724400"/>
          </a:xfrm>
          <a:custGeom>
            <a:avLst/>
            <a:gdLst>
              <a:gd name="connisteX0" fmla="*/ 0 w 3581400"/>
              <a:gd name="connsiteY0" fmla="*/ 0 h 4724400"/>
              <a:gd name="connisteX1" fmla="*/ 3378200 w 3581400"/>
              <a:gd name="connsiteY1" fmla="*/ 0 h 4724400"/>
              <a:gd name="connisteX2" fmla="*/ 3581400 w 3581400"/>
              <a:gd name="connsiteY2" fmla="*/ 203200 h 4724400"/>
              <a:gd name="connisteX3" fmla="*/ 3581400 w 3581400"/>
              <a:gd name="connsiteY3" fmla="*/ 4521200 h 4724400"/>
              <a:gd name="connisteX4" fmla="*/ 3378200 w 3581400"/>
              <a:gd name="connsiteY4" fmla="*/ 4724400 h 4724400"/>
              <a:gd name="connisteX5" fmla="*/ 0 w 3581400"/>
              <a:gd name="connsiteY5" fmla="*/ 4724400 h 4724400"/>
              <a:gd name="connisteX6" fmla="*/ 0 w 3581400"/>
              <a:gd name="connsiteY6" fmla="*/ 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581400" h="4724400">
                <a:moveTo>
                  <a:pt x="0" y="0"/>
                </a:moveTo>
                <a:lnTo>
                  <a:pt x="3378200" y="0"/>
                </a:lnTo>
                <a:cubicBezTo>
                  <a:pt x="3490424" y="0"/>
                  <a:pt x="3581400" y="90976"/>
                  <a:pt x="3581400" y="203200"/>
                </a:cubicBezTo>
                <a:lnTo>
                  <a:pt x="3581400" y="4521200"/>
                </a:lnTo>
                <a:cubicBezTo>
                  <a:pt x="3581400" y="4633424"/>
                  <a:pt x="3490424" y="4724400"/>
                  <a:pt x="3378200" y="4724400"/>
                </a:cubicBezTo>
                <a:lnTo>
                  <a:pt x="0" y="4724400"/>
                </a:lnTo>
                <a:lnTo>
                  <a:pt x="0" y="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装饰  2"/>
          <p:cNvSpPr>
            <a:spLocks noGrp="1"/>
          </p:cNvSpPr>
          <p:nvPr>
            <p:ph type="body" idx="16391" hasCustomPrompt="1"/>
            <p:custDataLst>
              <p:tags r:id="rId7"/>
            </p:custDataLst>
          </p:nvPr>
        </p:nvSpPr>
        <p:spPr>
          <a:xfrm>
            <a:off x="609600" y="1524000"/>
            <a:ext cx="7391400" cy="4724400"/>
          </a:xfrm>
          <a:custGeom>
            <a:avLst/>
            <a:gdLst>
              <a:gd name="connisteX0" fmla="*/ 0 w 7391400"/>
              <a:gd name="connsiteY0" fmla="*/ 203200 h 4724400"/>
              <a:gd name="connisteX1" fmla="*/ 203200 w 7391400"/>
              <a:gd name="connsiteY1" fmla="*/ 0 h 4724400"/>
              <a:gd name="connisteX2" fmla="*/ 7391400 w 7391400"/>
              <a:gd name="connsiteY2" fmla="*/ 0 h 4724400"/>
              <a:gd name="connisteX3" fmla="*/ 7391400 w 7391400"/>
              <a:gd name="connsiteY3" fmla="*/ 4724400 h 4724400"/>
              <a:gd name="connisteX4" fmla="*/ 203200 w 7391400"/>
              <a:gd name="connsiteY4" fmla="*/ 4724400 h 4724400"/>
              <a:gd name="connisteX5" fmla="*/ 0 w 7391400"/>
              <a:gd name="connsiteY5" fmla="*/ 4521200 h 4724400"/>
              <a:gd name="connisteX6" fmla="*/ 0 w 7391400"/>
              <a:gd name="connsiteY6"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7391400" h="4724400">
                <a:moveTo>
                  <a:pt x="0" y="203200"/>
                </a:moveTo>
                <a:cubicBezTo>
                  <a:pt x="0" y="90976"/>
                  <a:pt x="90976" y="0"/>
                  <a:pt x="203200" y="0"/>
                </a:cubicBezTo>
                <a:lnTo>
                  <a:pt x="7391400" y="0"/>
                </a:lnTo>
                <a:lnTo>
                  <a:pt x="7391400" y="4724400"/>
                </a:lnTo>
                <a:lnTo>
                  <a:pt x="203200" y="4724400"/>
                </a:lnTo>
                <a:cubicBezTo>
                  <a:pt x="90976" y="4724400"/>
                  <a:pt x="0" y="4633424"/>
                  <a:pt x="0" y="45212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4" name="文本占位符 13"/>
          <p:cNvSpPr>
            <a:spLocks noGrp="1"/>
          </p:cNvSpPr>
          <p:nvPr>
            <p:ph type="body" idx="16386" hasCustomPrompt="1"/>
            <p:custDataLst>
              <p:tags r:id="rId8"/>
            </p:custDataLst>
          </p:nvPr>
        </p:nvSpPr>
        <p:spPr>
          <a:xfrm>
            <a:off x="1066800" y="2108200"/>
            <a:ext cx="64770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1066800" y="2667000"/>
            <a:ext cx="6477000" cy="9144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smtClean="0"/>
              <a:t>单击此处添加项正文</a:t>
            </a:r>
            <a:endParaRPr lang="zh-CN" altLang="en-US" smtClean="0"/>
          </a:p>
        </p:txBody>
      </p:sp>
      <p:sp>
        <p:nvSpPr>
          <p:cNvPr id="16" name="文本占位符 15"/>
          <p:cNvSpPr>
            <a:spLocks noGrp="1"/>
          </p:cNvSpPr>
          <p:nvPr>
            <p:ph type="body" idx="16388" hasCustomPrompt="1"/>
            <p:custDataLst>
              <p:tags r:id="rId10"/>
            </p:custDataLst>
          </p:nvPr>
        </p:nvSpPr>
        <p:spPr>
          <a:xfrm>
            <a:off x="1066800" y="4191000"/>
            <a:ext cx="64770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smtClean="0"/>
              <a:t>单击此处添加项标题</a:t>
            </a:r>
            <a:endParaRPr lang="zh-CN" altLang="en-US" smtClean="0"/>
          </a:p>
        </p:txBody>
      </p:sp>
      <p:sp>
        <p:nvSpPr>
          <p:cNvPr id="17" name="文本占位符 16"/>
          <p:cNvSpPr>
            <a:spLocks noGrp="1"/>
          </p:cNvSpPr>
          <p:nvPr>
            <p:ph type="body" idx="16389" hasCustomPrompt="1"/>
            <p:custDataLst>
              <p:tags r:id="rId11"/>
            </p:custDataLst>
          </p:nvPr>
        </p:nvSpPr>
        <p:spPr>
          <a:xfrm>
            <a:off x="1066800" y="4749800"/>
            <a:ext cx="6477000" cy="9144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正文页-上标下内-装饰无-默认位置-并列-3_35_group1">
    <p:spTree>
      <p:nvGrpSpPr>
        <p:cNvPr id="1" name=""/>
        <p:cNvGrpSpPr/>
        <p:nvPr/>
      </p:nvGrpSpPr>
      <p:grpSpPr>
        <a:xfrm>
          <a:off x="0" y="0"/>
          <a:ext cx="0" cy="0"/>
          <a:chOff x="0" y="0"/>
          <a:chExt cx="0" cy="0"/>
        </a:xfrm>
      </p:grpSpPr>
      <p:sp>
        <p:nvSpPr>
          <p:cNvPr id="6" name="标题 5"/>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7" name="装饰  6"/>
          <p:cNvSpPr>
            <a:spLocks noGrp="1"/>
          </p:cNvSpPr>
          <p:nvPr>
            <p:ph type="body" idx="16395" hasCustomPrompt="1"/>
            <p:custDataLst>
              <p:tags r:id="rId3"/>
            </p:custDataLst>
          </p:nvPr>
        </p:nvSpPr>
        <p:spPr>
          <a:xfrm>
            <a:off x="609600" y="1676400"/>
            <a:ext cx="609600" cy="609600"/>
          </a:xfrm>
          <a:custGeom>
            <a:avLst/>
            <a:gdLst>
              <a:gd name="connisteX0" fmla="*/ 0 w 609600"/>
              <a:gd name="connsiteY0" fmla="*/ 304800 h 609600"/>
              <a:gd name="connisteX1" fmla="*/ 304800 w 609600"/>
              <a:gd name="connsiteY1" fmla="*/ 0 h 609600"/>
              <a:gd name="connisteX2" fmla="*/ 304800 w 609600"/>
              <a:gd name="connsiteY2" fmla="*/ 0 h 609600"/>
              <a:gd name="connisteX3" fmla="*/ 609600 w 609600"/>
              <a:gd name="connsiteY3" fmla="*/ 304800 h 609600"/>
              <a:gd name="connisteX4" fmla="*/ 609600 w 609600"/>
              <a:gd name="connsiteY4" fmla="*/ 304800 h 609600"/>
              <a:gd name="connisteX5" fmla="*/ 304800 w 609600"/>
              <a:gd name="connsiteY5" fmla="*/ 609600 h 609600"/>
              <a:gd name="connisteX6" fmla="*/ 304800 w 609600"/>
              <a:gd name="connsiteY6" fmla="*/ 609600 h 609600"/>
              <a:gd name="connisteX7" fmla="*/ 0 w 609600"/>
              <a:gd name="connsiteY7" fmla="*/ 304800 h 609600"/>
              <a:gd name="connisteX8" fmla="*/ 0 w 609600"/>
              <a:gd name="connsiteY8" fmla="*/ 304800 h 609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609600" h="609600">
                <a:moveTo>
                  <a:pt x="0" y="304800"/>
                </a:moveTo>
                <a:cubicBezTo>
                  <a:pt x="0" y="136464"/>
                  <a:pt x="136464" y="0"/>
                  <a:pt x="304800" y="0"/>
                </a:cubicBezTo>
                <a:lnTo>
                  <a:pt x="304800" y="0"/>
                </a:lnTo>
                <a:cubicBezTo>
                  <a:pt x="473136" y="0"/>
                  <a:pt x="609600" y="136464"/>
                  <a:pt x="609600" y="304800"/>
                </a:cubicBezTo>
                <a:lnTo>
                  <a:pt x="609600" y="304800"/>
                </a:lnTo>
                <a:cubicBezTo>
                  <a:pt x="609600" y="473136"/>
                  <a:pt x="473136" y="609600"/>
                  <a:pt x="304800" y="609600"/>
                </a:cubicBezTo>
                <a:lnTo>
                  <a:pt x="304800" y="609600"/>
                </a:lnTo>
                <a:cubicBezTo>
                  <a:pt x="136464" y="609600"/>
                  <a:pt x="0" y="473136"/>
                  <a:pt x="0" y="304800"/>
                </a:cubicBezTo>
                <a:lnTo>
                  <a:pt x="0" y="3048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 name="图片占位符 1"/>
          <p:cNvSpPr>
            <a:spLocks noGrp="1"/>
          </p:cNvSpPr>
          <p:nvPr>
            <p:ph type="pic" idx="16394" hasCustomPrompt="1"/>
            <p:custDataLst>
              <p:tags r:id="rId4"/>
            </p:custDataLst>
          </p:nvPr>
        </p:nvSpPr>
        <p:spPr>
          <a:xfrm>
            <a:off x="751840" y="1818640"/>
            <a:ext cx="325120" cy="32512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3" name="文本占位符 2"/>
          <p:cNvSpPr>
            <a:spLocks noGrp="1"/>
          </p:cNvSpPr>
          <p:nvPr>
            <p:ph type="body" idx="16386" hasCustomPrompt="1"/>
            <p:custDataLst>
              <p:tags r:id="rId5"/>
            </p:custDataLst>
          </p:nvPr>
        </p:nvSpPr>
        <p:spPr>
          <a:xfrm>
            <a:off x="1422400" y="1676400"/>
            <a:ext cx="4445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4" name="文本占位符 3"/>
          <p:cNvSpPr>
            <a:spLocks noGrp="1"/>
          </p:cNvSpPr>
          <p:nvPr>
            <p:ph type="body" idx="16387" hasCustomPrompt="1"/>
            <p:custDataLst>
              <p:tags r:id="rId6"/>
            </p:custDataLst>
          </p:nvPr>
        </p:nvSpPr>
        <p:spPr>
          <a:xfrm>
            <a:off x="1422400" y="2133600"/>
            <a:ext cx="44450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5" name="装饰  0"/>
          <p:cNvSpPr>
            <a:spLocks noGrp="1"/>
          </p:cNvSpPr>
          <p:nvPr>
            <p:ph type="body" idx="16397" hasCustomPrompt="1"/>
            <p:custDataLst>
              <p:tags r:id="rId7"/>
            </p:custDataLst>
          </p:nvPr>
        </p:nvSpPr>
        <p:spPr>
          <a:xfrm>
            <a:off x="6324600" y="1676400"/>
            <a:ext cx="609600" cy="609600"/>
          </a:xfrm>
          <a:custGeom>
            <a:avLst/>
            <a:gdLst>
              <a:gd name="connisteX0" fmla="*/ 0 w 609600"/>
              <a:gd name="connsiteY0" fmla="*/ 304800 h 609600"/>
              <a:gd name="connisteX1" fmla="*/ 304800 w 609600"/>
              <a:gd name="connsiteY1" fmla="*/ 0 h 609600"/>
              <a:gd name="connisteX2" fmla="*/ 304800 w 609600"/>
              <a:gd name="connsiteY2" fmla="*/ 0 h 609600"/>
              <a:gd name="connisteX3" fmla="*/ 609600 w 609600"/>
              <a:gd name="connsiteY3" fmla="*/ 304800 h 609600"/>
              <a:gd name="connisteX4" fmla="*/ 609600 w 609600"/>
              <a:gd name="connsiteY4" fmla="*/ 304800 h 609600"/>
              <a:gd name="connisteX5" fmla="*/ 304800 w 609600"/>
              <a:gd name="connsiteY5" fmla="*/ 609600 h 609600"/>
              <a:gd name="connisteX6" fmla="*/ 304800 w 609600"/>
              <a:gd name="connsiteY6" fmla="*/ 609600 h 609600"/>
              <a:gd name="connisteX7" fmla="*/ 0 w 609600"/>
              <a:gd name="connsiteY7" fmla="*/ 304800 h 609600"/>
              <a:gd name="connisteX8" fmla="*/ 0 w 609600"/>
              <a:gd name="connsiteY8" fmla="*/ 304800 h 609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609600" h="609600">
                <a:moveTo>
                  <a:pt x="0" y="304800"/>
                </a:moveTo>
                <a:cubicBezTo>
                  <a:pt x="0" y="136464"/>
                  <a:pt x="136464" y="0"/>
                  <a:pt x="304800" y="0"/>
                </a:cubicBezTo>
                <a:lnTo>
                  <a:pt x="304800" y="0"/>
                </a:lnTo>
                <a:cubicBezTo>
                  <a:pt x="473136" y="0"/>
                  <a:pt x="609600" y="136464"/>
                  <a:pt x="609600" y="304800"/>
                </a:cubicBezTo>
                <a:lnTo>
                  <a:pt x="609600" y="304800"/>
                </a:lnTo>
                <a:cubicBezTo>
                  <a:pt x="609600" y="473136"/>
                  <a:pt x="473136" y="609600"/>
                  <a:pt x="304800" y="609600"/>
                </a:cubicBezTo>
                <a:lnTo>
                  <a:pt x="304800" y="609600"/>
                </a:lnTo>
                <a:cubicBezTo>
                  <a:pt x="136464" y="609600"/>
                  <a:pt x="0" y="473136"/>
                  <a:pt x="0" y="304800"/>
                </a:cubicBezTo>
                <a:lnTo>
                  <a:pt x="0" y="3048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图片占位符 20"/>
          <p:cNvSpPr>
            <a:spLocks noGrp="1"/>
          </p:cNvSpPr>
          <p:nvPr>
            <p:ph type="pic" idx="16396" hasCustomPrompt="1"/>
            <p:custDataLst>
              <p:tags r:id="rId8"/>
            </p:custDataLst>
          </p:nvPr>
        </p:nvSpPr>
        <p:spPr>
          <a:xfrm>
            <a:off x="6466840" y="1818640"/>
            <a:ext cx="325120" cy="32512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2" name="文本占位符 21"/>
          <p:cNvSpPr>
            <a:spLocks noGrp="1"/>
          </p:cNvSpPr>
          <p:nvPr>
            <p:ph type="body" idx="16388" hasCustomPrompt="1"/>
            <p:custDataLst>
              <p:tags r:id="rId9"/>
            </p:custDataLst>
          </p:nvPr>
        </p:nvSpPr>
        <p:spPr>
          <a:xfrm>
            <a:off x="7137400" y="1676400"/>
            <a:ext cx="4445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3" name="文本占位符 22"/>
          <p:cNvSpPr>
            <a:spLocks noGrp="1"/>
          </p:cNvSpPr>
          <p:nvPr>
            <p:ph type="body" idx="16389" hasCustomPrompt="1"/>
            <p:custDataLst>
              <p:tags r:id="rId10"/>
            </p:custDataLst>
          </p:nvPr>
        </p:nvSpPr>
        <p:spPr>
          <a:xfrm>
            <a:off x="7137400" y="2133600"/>
            <a:ext cx="44450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4" name="装饰  4"/>
          <p:cNvSpPr>
            <a:spLocks noGrp="1"/>
          </p:cNvSpPr>
          <p:nvPr>
            <p:ph type="body" idx="16399" hasCustomPrompt="1"/>
            <p:custDataLst>
              <p:tags r:id="rId11"/>
            </p:custDataLst>
          </p:nvPr>
        </p:nvSpPr>
        <p:spPr>
          <a:xfrm>
            <a:off x="609600" y="4114800"/>
            <a:ext cx="609600" cy="609600"/>
          </a:xfrm>
          <a:custGeom>
            <a:avLst/>
            <a:gdLst>
              <a:gd name="connisteX0" fmla="*/ 0 w 609600"/>
              <a:gd name="connsiteY0" fmla="*/ 304800 h 609600"/>
              <a:gd name="connisteX1" fmla="*/ 304800 w 609600"/>
              <a:gd name="connsiteY1" fmla="*/ 0 h 609600"/>
              <a:gd name="connisteX2" fmla="*/ 304800 w 609600"/>
              <a:gd name="connsiteY2" fmla="*/ 0 h 609600"/>
              <a:gd name="connisteX3" fmla="*/ 609600 w 609600"/>
              <a:gd name="connsiteY3" fmla="*/ 304800 h 609600"/>
              <a:gd name="connisteX4" fmla="*/ 609600 w 609600"/>
              <a:gd name="connsiteY4" fmla="*/ 304800 h 609600"/>
              <a:gd name="connisteX5" fmla="*/ 304800 w 609600"/>
              <a:gd name="connsiteY5" fmla="*/ 609600 h 609600"/>
              <a:gd name="connisteX6" fmla="*/ 304800 w 609600"/>
              <a:gd name="connsiteY6" fmla="*/ 609600 h 609600"/>
              <a:gd name="connisteX7" fmla="*/ 0 w 609600"/>
              <a:gd name="connsiteY7" fmla="*/ 304800 h 609600"/>
              <a:gd name="connisteX8" fmla="*/ 0 w 609600"/>
              <a:gd name="connsiteY8" fmla="*/ 304800 h 609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609600" h="609600">
                <a:moveTo>
                  <a:pt x="0" y="304800"/>
                </a:moveTo>
                <a:cubicBezTo>
                  <a:pt x="0" y="136464"/>
                  <a:pt x="136464" y="0"/>
                  <a:pt x="304800" y="0"/>
                </a:cubicBezTo>
                <a:lnTo>
                  <a:pt x="304800" y="0"/>
                </a:lnTo>
                <a:cubicBezTo>
                  <a:pt x="473136" y="0"/>
                  <a:pt x="609600" y="136464"/>
                  <a:pt x="609600" y="304800"/>
                </a:cubicBezTo>
                <a:lnTo>
                  <a:pt x="609600" y="304800"/>
                </a:lnTo>
                <a:cubicBezTo>
                  <a:pt x="609600" y="473136"/>
                  <a:pt x="473136" y="609600"/>
                  <a:pt x="304800" y="609600"/>
                </a:cubicBezTo>
                <a:lnTo>
                  <a:pt x="304800" y="609600"/>
                </a:lnTo>
                <a:cubicBezTo>
                  <a:pt x="136464" y="609600"/>
                  <a:pt x="0" y="473136"/>
                  <a:pt x="0" y="304800"/>
                </a:cubicBezTo>
                <a:lnTo>
                  <a:pt x="0" y="3048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5" name="图片占位符 24"/>
          <p:cNvSpPr>
            <a:spLocks noGrp="1"/>
          </p:cNvSpPr>
          <p:nvPr>
            <p:ph type="pic" idx="16398" hasCustomPrompt="1"/>
            <p:custDataLst>
              <p:tags r:id="rId12"/>
            </p:custDataLst>
          </p:nvPr>
        </p:nvSpPr>
        <p:spPr>
          <a:xfrm>
            <a:off x="751840" y="4257040"/>
            <a:ext cx="325120" cy="32512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6" name="文本占位符 25"/>
          <p:cNvSpPr>
            <a:spLocks noGrp="1"/>
          </p:cNvSpPr>
          <p:nvPr>
            <p:ph type="body" idx="16390" hasCustomPrompt="1"/>
            <p:custDataLst>
              <p:tags r:id="rId13"/>
            </p:custDataLst>
          </p:nvPr>
        </p:nvSpPr>
        <p:spPr>
          <a:xfrm>
            <a:off x="1422400" y="4114800"/>
            <a:ext cx="4445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7" name="文本占位符 26"/>
          <p:cNvSpPr>
            <a:spLocks noGrp="1"/>
          </p:cNvSpPr>
          <p:nvPr>
            <p:ph type="body" idx="16391" hasCustomPrompt="1"/>
            <p:custDataLst>
              <p:tags r:id="rId14"/>
            </p:custDataLst>
          </p:nvPr>
        </p:nvSpPr>
        <p:spPr>
          <a:xfrm>
            <a:off x="1422400" y="4572000"/>
            <a:ext cx="44450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8" name="装饰  8"/>
          <p:cNvSpPr>
            <a:spLocks noGrp="1"/>
          </p:cNvSpPr>
          <p:nvPr>
            <p:ph type="body" idx="16401" hasCustomPrompt="1"/>
            <p:custDataLst>
              <p:tags r:id="rId15"/>
            </p:custDataLst>
          </p:nvPr>
        </p:nvSpPr>
        <p:spPr>
          <a:xfrm>
            <a:off x="6324600" y="4114800"/>
            <a:ext cx="609600" cy="609600"/>
          </a:xfrm>
          <a:custGeom>
            <a:avLst/>
            <a:gdLst>
              <a:gd name="connisteX0" fmla="*/ 0 w 609600"/>
              <a:gd name="connsiteY0" fmla="*/ 304800 h 609600"/>
              <a:gd name="connisteX1" fmla="*/ 304800 w 609600"/>
              <a:gd name="connsiteY1" fmla="*/ 0 h 609600"/>
              <a:gd name="connisteX2" fmla="*/ 304800 w 609600"/>
              <a:gd name="connsiteY2" fmla="*/ 0 h 609600"/>
              <a:gd name="connisteX3" fmla="*/ 609600 w 609600"/>
              <a:gd name="connsiteY3" fmla="*/ 304800 h 609600"/>
              <a:gd name="connisteX4" fmla="*/ 609600 w 609600"/>
              <a:gd name="connsiteY4" fmla="*/ 304800 h 609600"/>
              <a:gd name="connisteX5" fmla="*/ 304800 w 609600"/>
              <a:gd name="connsiteY5" fmla="*/ 609600 h 609600"/>
              <a:gd name="connisteX6" fmla="*/ 304800 w 609600"/>
              <a:gd name="connsiteY6" fmla="*/ 609600 h 609600"/>
              <a:gd name="connisteX7" fmla="*/ 0 w 609600"/>
              <a:gd name="connsiteY7" fmla="*/ 304800 h 609600"/>
              <a:gd name="connisteX8" fmla="*/ 0 w 609600"/>
              <a:gd name="connsiteY8" fmla="*/ 304800 h 609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609600" h="609600">
                <a:moveTo>
                  <a:pt x="0" y="304800"/>
                </a:moveTo>
                <a:cubicBezTo>
                  <a:pt x="0" y="136464"/>
                  <a:pt x="136464" y="0"/>
                  <a:pt x="304800" y="0"/>
                </a:cubicBezTo>
                <a:lnTo>
                  <a:pt x="304800" y="0"/>
                </a:lnTo>
                <a:cubicBezTo>
                  <a:pt x="473136" y="0"/>
                  <a:pt x="609600" y="136464"/>
                  <a:pt x="609600" y="304800"/>
                </a:cubicBezTo>
                <a:lnTo>
                  <a:pt x="609600" y="304800"/>
                </a:lnTo>
                <a:cubicBezTo>
                  <a:pt x="609600" y="473136"/>
                  <a:pt x="473136" y="609600"/>
                  <a:pt x="304800" y="609600"/>
                </a:cubicBezTo>
                <a:lnTo>
                  <a:pt x="304800" y="609600"/>
                </a:lnTo>
                <a:cubicBezTo>
                  <a:pt x="136464" y="609600"/>
                  <a:pt x="0" y="473136"/>
                  <a:pt x="0" y="304800"/>
                </a:cubicBezTo>
                <a:lnTo>
                  <a:pt x="0" y="3048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9" name="图片占位符 28"/>
          <p:cNvSpPr>
            <a:spLocks noGrp="1"/>
          </p:cNvSpPr>
          <p:nvPr>
            <p:ph type="pic" idx="16400" hasCustomPrompt="1"/>
            <p:custDataLst>
              <p:tags r:id="rId16"/>
            </p:custDataLst>
          </p:nvPr>
        </p:nvSpPr>
        <p:spPr>
          <a:xfrm>
            <a:off x="6466840" y="4257040"/>
            <a:ext cx="325120" cy="32512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30" name="文本占位符 29"/>
          <p:cNvSpPr>
            <a:spLocks noGrp="1"/>
          </p:cNvSpPr>
          <p:nvPr>
            <p:ph type="body" idx="16392" hasCustomPrompt="1"/>
            <p:custDataLst>
              <p:tags r:id="rId17"/>
            </p:custDataLst>
          </p:nvPr>
        </p:nvSpPr>
        <p:spPr>
          <a:xfrm>
            <a:off x="7137400" y="4114800"/>
            <a:ext cx="4445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31" name="文本占位符 30"/>
          <p:cNvSpPr>
            <a:spLocks noGrp="1"/>
          </p:cNvSpPr>
          <p:nvPr>
            <p:ph type="body" idx="16393" hasCustomPrompt="1"/>
            <p:custDataLst>
              <p:tags r:id="rId18"/>
            </p:custDataLst>
          </p:nvPr>
        </p:nvSpPr>
        <p:spPr>
          <a:xfrm>
            <a:off x="7137400" y="4572000"/>
            <a:ext cx="44450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3" Type="http://schemas.openxmlformats.org/officeDocument/2006/relationships/theme" Target="../theme/theme1.xml"/><Relationship Id="rId42" Type="http://schemas.openxmlformats.org/officeDocument/2006/relationships/tags" Target="../tags/tag361.xml"/><Relationship Id="rId41" Type="http://schemas.openxmlformats.org/officeDocument/2006/relationships/tags" Target="../tags/tag360.xml"/><Relationship Id="rId40" Type="http://schemas.openxmlformats.org/officeDocument/2006/relationships/tags" Target="../tags/tag359.xml"/><Relationship Id="rId4" Type="http://schemas.openxmlformats.org/officeDocument/2006/relationships/slideLayout" Target="../slideLayouts/slideLayout4.xml"/><Relationship Id="rId39" Type="http://schemas.openxmlformats.org/officeDocument/2006/relationships/tags" Target="../tags/tag358.xml"/><Relationship Id="rId38" Type="http://schemas.openxmlformats.org/officeDocument/2006/relationships/tags" Target="../tags/tag357.xml"/><Relationship Id="rId37" Type="http://schemas.openxmlformats.org/officeDocument/2006/relationships/tags" Target="../tags/tag356.xml"/><Relationship Id="rId36" Type="http://schemas.openxmlformats.org/officeDocument/2006/relationships/image" Target="../media/image8.png"/><Relationship Id="rId35" Type="http://schemas.openxmlformats.org/officeDocument/2006/relationships/tags" Target="../tags/tag355.xml"/><Relationship Id="rId34" Type="http://schemas.openxmlformats.org/officeDocument/2006/relationships/image" Target="../media/image7.png"/><Relationship Id="rId33" Type="http://schemas.openxmlformats.org/officeDocument/2006/relationships/tags" Target="../tags/tag354.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41.xml"/><Relationship Id="rId8" Type="http://schemas.openxmlformats.org/officeDocument/2006/relationships/slideLayout" Target="../slideLayouts/slideLayout40.xml"/><Relationship Id="rId7" Type="http://schemas.openxmlformats.org/officeDocument/2006/relationships/slideLayout" Target="../slideLayouts/slideLayout39.xml"/><Relationship Id="rId6" Type="http://schemas.openxmlformats.org/officeDocument/2006/relationships/slideLayout" Target="../slideLayouts/slideLayout38.xml"/><Relationship Id="rId5" Type="http://schemas.openxmlformats.org/officeDocument/2006/relationships/slideLayout" Target="../slideLayouts/slideLayout37.xml"/><Relationship Id="rId4" Type="http://schemas.openxmlformats.org/officeDocument/2006/relationships/slideLayout" Target="../slideLayouts/slideLayout36.xml"/><Relationship Id="rId3" Type="http://schemas.openxmlformats.org/officeDocument/2006/relationships/slideLayout" Target="../slideLayouts/slideLayout35.xml"/><Relationship Id="rId2" Type="http://schemas.openxmlformats.org/officeDocument/2006/relationships/slideLayout" Target="../slideLayouts/slideLayout34.xml"/><Relationship Id="rId11" Type="http://schemas.openxmlformats.org/officeDocument/2006/relationships/theme" Target="../theme/theme2.xml"/><Relationship Id="rId10" Type="http://schemas.openxmlformats.org/officeDocument/2006/relationships/slideLayout" Target="../slideLayouts/slideLayout42.xml"/><Relationship Id="rId1"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51.xml"/><Relationship Id="rId8" Type="http://schemas.openxmlformats.org/officeDocument/2006/relationships/slideLayout" Target="../slideLayouts/slideLayout50.xml"/><Relationship Id="rId7" Type="http://schemas.openxmlformats.org/officeDocument/2006/relationships/slideLayout" Target="../slideLayouts/slideLayout49.xml"/><Relationship Id="rId6" Type="http://schemas.openxmlformats.org/officeDocument/2006/relationships/slideLayout" Target="../slideLayouts/slideLayout48.xml"/><Relationship Id="rId5" Type="http://schemas.openxmlformats.org/officeDocument/2006/relationships/slideLayout" Target="../slideLayouts/slideLayout47.xml"/><Relationship Id="rId43" Type="http://schemas.openxmlformats.org/officeDocument/2006/relationships/theme" Target="../theme/theme3.xml"/><Relationship Id="rId42" Type="http://schemas.openxmlformats.org/officeDocument/2006/relationships/tags" Target="../tags/tag709.xml"/><Relationship Id="rId41" Type="http://schemas.openxmlformats.org/officeDocument/2006/relationships/tags" Target="../tags/tag708.xml"/><Relationship Id="rId40" Type="http://schemas.openxmlformats.org/officeDocument/2006/relationships/tags" Target="../tags/tag707.xml"/><Relationship Id="rId4" Type="http://schemas.openxmlformats.org/officeDocument/2006/relationships/slideLayout" Target="../slideLayouts/slideLayout46.xml"/><Relationship Id="rId39" Type="http://schemas.openxmlformats.org/officeDocument/2006/relationships/tags" Target="../tags/tag706.xml"/><Relationship Id="rId38" Type="http://schemas.openxmlformats.org/officeDocument/2006/relationships/tags" Target="../tags/tag705.xml"/><Relationship Id="rId37" Type="http://schemas.openxmlformats.org/officeDocument/2006/relationships/tags" Target="../tags/tag704.xml"/><Relationship Id="rId36" Type="http://schemas.openxmlformats.org/officeDocument/2006/relationships/image" Target="../media/image8.png"/><Relationship Id="rId35" Type="http://schemas.openxmlformats.org/officeDocument/2006/relationships/tags" Target="../tags/tag703.xml"/><Relationship Id="rId34" Type="http://schemas.openxmlformats.org/officeDocument/2006/relationships/image" Target="../media/image14.png"/><Relationship Id="rId33" Type="http://schemas.openxmlformats.org/officeDocument/2006/relationships/tags" Target="../tags/tag702.xml"/><Relationship Id="rId32" Type="http://schemas.openxmlformats.org/officeDocument/2006/relationships/slideLayout" Target="../slideLayouts/slideLayout74.xml"/><Relationship Id="rId31" Type="http://schemas.openxmlformats.org/officeDocument/2006/relationships/slideLayout" Target="../slideLayouts/slideLayout73.xml"/><Relationship Id="rId30" Type="http://schemas.openxmlformats.org/officeDocument/2006/relationships/slideLayout" Target="../slideLayouts/slideLayout72.xml"/><Relationship Id="rId3" Type="http://schemas.openxmlformats.org/officeDocument/2006/relationships/slideLayout" Target="../slideLayouts/slideLayout45.xml"/><Relationship Id="rId29" Type="http://schemas.openxmlformats.org/officeDocument/2006/relationships/slideLayout" Target="../slideLayouts/slideLayout71.xml"/><Relationship Id="rId28" Type="http://schemas.openxmlformats.org/officeDocument/2006/relationships/slideLayout" Target="../slideLayouts/slideLayout70.xml"/><Relationship Id="rId27" Type="http://schemas.openxmlformats.org/officeDocument/2006/relationships/slideLayout" Target="../slideLayouts/slideLayout69.xml"/><Relationship Id="rId26" Type="http://schemas.openxmlformats.org/officeDocument/2006/relationships/slideLayout" Target="../slideLayouts/slideLayout68.xml"/><Relationship Id="rId25" Type="http://schemas.openxmlformats.org/officeDocument/2006/relationships/slideLayout" Target="../slideLayouts/slideLayout67.xml"/><Relationship Id="rId24" Type="http://schemas.openxmlformats.org/officeDocument/2006/relationships/slideLayout" Target="../slideLayouts/slideLayout66.xml"/><Relationship Id="rId23" Type="http://schemas.openxmlformats.org/officeDocument/2006/relationships/slideLayout" Target="../slideLayouts/slideLayout65.xml"/><Relationship Id="rId22" Type="http://schemas.openxmlformats.org/officeDocument/2006/relationships/slideLayout" Target="../slideLayouts/slideLayout64.xml"/><Relationship Id="rId21" Type="http://schemas.openxmlformats.org/officeDocument/2006/relationships/slideLayout" Target="../slideLayouts/slideLayout63.xml"/><Relationship Id="rId20" Type="http://schemas.openxmlformats.org/officeDocument/2006/relationships/slideLayout" Target="../slideLayouts/slideLayout62.xml"/><Relationship Id="rId2" Type="http://schemas.openxmlformats.org/officeDocument/2006/relationships/slideLayout" Target="../slideLayouts/slideLayout44.xml"/><Relationship Id="rId19" Type="http://schemas.openxmlformats.org/officeDocument/2006/relationships/slideLayout" Target="../slideLayouts/slideLayout61.xml"/><Relationship Id="rId18" Type="http://schemas.openxmlformats.org/officeDocument/2006/relationships/slideLayout" Target="../slideLayouts/slideLayout60.xml"/><Relationship Id="rId17" Type="http://schemas.openxmlformats.org/officeDocument/2006/relationships/slideLayout" Target="../slideLayouts/slideLayout59.xml"/><Relationship Id="rId16" Type="http://schemas.openxmlformats.org/officeDocument/2006/relationships/slideLayout" Target="../slideLayouts/slideLayout58.xml"/><Relationship Id="rId15" Type="http://schemas.openxmlformats.org/officeDocument/2006/relationships/slideLayout" Target="../slideLayouts/slideLayout57.xml"/><Relationship Id="rId14" Type="http://schemas.openxmlformats.org/officeDocument/2006/relationships/slideLayout" Target="../slideLayouts/slideLayout56.xml"/><Relationship Id="rId13" Type="http://schemas.openxmlformats.org/officeDocument/2006/relationships/slideLayout" Target="../slideLayouts/slideLayout55.xml"/><Relationship Id="rId12" Type="http://schemas.openxmlformats.org/officeDocument/2006/relationships/slideLayout" Target="../slideLayouts/slideLayout54.xml"/><Relationship Id="rId11" Type="http://schemas.openxmlformats.org/officeDocument/2006/relationships/slideLayout" Target="../slideLayouts/slideLayout53.xml"/><Relationship Id="rId10" Type="http://schemas.openxmlformats.org/officeDocument/2006/relationships/slideLayout" Target="../slideLayouts/slideLayout52.xml"/><Relationship Id="rId1"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9" name="图片 8" descr="C:\Users\Administrator\Desktop\画板 4.png画板 4"/>
          <p:cNvPicPr/>
          <p:nvPr userDrawn="1">
            <p:custDataLst>
              <p:tags r:id="rId33"/>
            </p:custDataLst>
          </p:nvPr>
        </p:nvPicPr>
        <p:blipFill>
          <a:blip r:embed="rId34"/>
          <a:srcRect/>
          <a:stretch>
            <a:fillRect/>
          </a:stretch>
        </p:blipFill>
        <p:spPr>
          <a:xfrm>
            <a:off x="7008" y="635"/>
            <a:ext cx="12177983" cy="511175"/>
          </a:xfrm>
          <a:prstGeom prst="rect">
            <a:avLst/>
          </a:prstGeom>
        </p:spPr>
      </p:pic>
      <p:pic>
        <p:nvPicPr>
          <p:cNvPr id="10" name="图片 9" descr="C:\Users\Administrator\Desktop\画板 3.png画板 3"/>
          <p:cNvPicPr>
            <a:picLocks noChangeAspect="1"/>
          </p:cNvPicPr>
          <p:nvPr userDrawn="1">
            <p:custDataLst>
              <p:tags r:id="rId35"/>
            </p:custDataLst>
          </p:nvPr>
        </p:nvPicPr>
        <p:blipFill>
          <a:blip r:embed="rId36"/>
          <a:srcRect/>
          <a:stretch>
            <a:fillRect/>
          </a:stretch>
        </p:blipFill>
        <p:spPr>
          <a:xfrm>
            <a:off x="0" y="5583462"/>
            <a:ext cx="1773542" cy="1274525"/>
          </a:xfrm>
          <a:prstGeom prst="rect">
            <a:avLst/>
          </a:prstGeom>
        </p:spPr>
      </p:pic>
      <p:sp>
        <p:nvSpPr>
          <p:cNvPr id="2" name="标题占位符 1"/>
          <p:cNvSpPr>
            <a:spLocks noGrp="1"/>
          </p:cNvSpPr>
          <p:nvPr>
            <p:ph type="title"/>
            <p:custDataLst>
              <p:tags r:id="rId37"/>
            </p:custDataLst>
          </p:nvPr>
        </p:nvSpPr>
        <p:spPr>
          <a:xfrm>
            <a:off x="838200" y="360000"/>
            <a:ext cx="10515600" cy="864000"/>
          </a:xfrm>
          <a:prstGeom prst="rect">
            <a:avLst/>
          </a:prstGeom>
        </p:spPr>
        <p:txBody>
          <a:bodyPr vert="horz" wrap="square" lIns="0" tIns="0" rIns="0" bIns="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38"/>
            </p:custDataLst>
          </p:nvPr>
        </p:nvSpPr>
        <p:spPr>
          <a:xfrm>
            <a:off x="838200" y="1364400"/>
            <a:ext cx="10515600" cy="4813200"/>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39"/>
            </p:custDataLst>
          </p:nvPr>
        </p:nvSpPr>
        <p:spPr>
          <a:xfrm>
            <a:off x="83820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40"/>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41"/>
            </p:custDataLst>
          </p:nvPr>
        </p:nvSpPr>
        <p:spPr>
          <a:xfrm>
            <a:off x="8610600"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7" name="KSO_TEMPLATE" hidden="1"/>
          <p:cNvSpPr/>
          <p:nvPr userDrawn="1">
            <p:custDataLst>
              <p:tags r:id="rId42"/>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168" y="523113"/>
            <a:ext cx="10515600" cy="1325563"/>
          </a:xfrm>
          <a:prstGeom prst="rect">
            <a:avLst/>
          </a:prstGeom>
        </p:spPr>
        <p:txBody>
          <a:bodyPr vert="horz" lIns="91440" tIns="45720" rIns="91440" bIns="45720" rtlCol="0" anchor="ctr">
            <a:no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168" y="1983613"/>
            <a:ext cx="10515600" cy="4351338"/>
          </a:xfrm>
          <a:prstGeom prst="rect">
            <a:avLst/>
          </a:prstGeom>
        </p:spPr>
        <p:txBody>
          <a:bodyPr vert="horz" lIns="91440" tIns="45720" rIns="91440" bIns="45720" rtlCol="0">
            <a:no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altLang="zh-CN" dirty="0"/>
          </a:p>
          <a:p>
            <a:pPr lvl="5"/>
            <a:r>
              <a:rPr lang="zh-CN" altLang="en-US" dirty="0"/>
              <a:t>第六级</a:t>
            </a:r>
            <a:endParaRPr lang="en-US" altLang="zh-CN" dirty="0"/>
          </a:p>
          <a:p>
            <a:pPr marL="2971800" marR="0" lvl="6"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第七级</a:t>
            </a:r>
            <a:endParaRPr lang="en-US" altLang="zh-CN" dirty="0"/>
          </a:p>
          <a:p>
            <a:pPr marL="3429000" marR="0" lvl="7"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第八级</a:t>
            </a:r>
            <a:endParaRPr lang="en-US" altLang="zh-CN" dirty="0"/>
          </a:p>
          <a:p>
            <a:pPr marL="3886200" marR="0" lvl="8"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第九级</a:t>
            </a:r>
            <a:endParaRPr lang="en-US" altLang="zh-CN" dirty="0"/>
          </a:p>
          <a:p>
            <a:pPr marL="3886200" marR="0" lvl="8"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endParaRPr lang="en-US" altLang="zh-CN" dirty="0"/>
          </a:p>
          <a:p>
            <a:pPr lvl="5"/>
            <a:endParaRPr lang="zh-CN" altLang="en-US" dirty="0"/>
          </a:p>
        </p:txBody>
      </p:sp>
    </p:spTree>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5pPr>
      <a:lvl6pPr marL="25146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lang="zh-CN" altLang="en-US" sz="2400" kern="1200" dirty="0">
          <a:solidFill>
            <a:schemeClr val="tx1"/>
          </a:solidFill>
          <a:latin typeface="微软雅黑" panose="020B0503020204020204" charset="-122"/>
          <a:ea typeface="微软雅黑" panose="020B0503020204020204" charset="-122"/>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n-US" altLang="zh-CN" sz="2400" kern="1200" dirty="0" smtClean="0">
          <a:solidFill>
            <a:schemeClr val="tx1"/>
          </a:solidFill>
          <a:latin typeface="微软雅黑" panose="020B0503020204020204" charset="-122"/>
          <a:ea typeface="微软雅黑" panose="020B0503020204020204" charset="-122"/>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n-US" altLang="zh-CN" sz="2400" kern="1200" dirty="0" smtClean="0">
          <a:solidFill>
            <a:schemeClr val="tx1"/>
          </a:solidFill>
          <a:latin typeface="微软雅黑" panose="020B0503020204020204" charset="-122"/>
          <a:ea typeface="微软雅黑" panose="020B0503020204020204" charset="-122"/>
          <a:cs typeface="+mn-cs"/>
        </a:defRPr>
      </a:lvl8pPr>
      <a:lvl9pPr marL="3657600" indent="0" algn="l" defTabSz="914400" rtl="0" eaLnBrk="1" latinLnBrk="0" hangingPunct="1">
        <a:lnSpc>
          <a:spcPct val="90000"/>
        </a:lnSpc>
        <a:spcBef>
          <a:spcPts val="500"/>
        </a:spcBef>
        <a:buFont typeface="Arial" panose="020B0604020202020204" pitchFamily="34" charset="0"/>
        <a:buNone/>
        <a:defRPr lang="en-US" altLang="zh-CN" sz="2400" kern="1200" dirty="0" smtClean="0">
          <a:solidFill>
            <a:schemeClr val="tx1"/>
          </a:solidFill>
          <a:latin typeface="微软雅黑" panose="020B0503020204020204" charset="-122"/>
          <a:ea typeface="微软雅黑" panose="020B0503020204020204" charset="-122"/>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9" name="图片 8" descr="C:\Users\Administrator\Desktop\画板 4.png画板 4"/>
          <p:cNvPicPr/>
          <p:nvPr userDrawn="1">
            <p:custDataLst>
              <p:tags r:id="rId33"/>
            </p:custDataLst>
          </p:nvPr>
        </p:nvPicPr>
        <p:blipFill>
          <a:blip r:embed="rId34"/>
          <a:srcRect/>
          <a:stretch>
            <a:fillRect/>
          </a:stretch>
        </p:blipFill>
        <p:spPr>
          <a:xfrm>
            <a:off x="7008" y="635"/>
            <a:ext cx="12177983" cy="511175"/>
          </a:xfrm>
          <a:prstGeom prst="rect">
            <a:avLst/>
          </a:prstGeom>
        </p:spPr>
      </p:pic>
      <p:pic>
        <p:nvPicPr>
          <p:cNvPr id="10" name="图片 9" descr="C:\Users\Administrator\Desktop\画板 3.png画板 3"/>
          <p:cNvPicPr>
            <a:picLocks noChangeAspect="1"/>
          </p:cNvPicPr>
          <p:nvPr userDrawn="1">
            <p:custDataLst>
              <p:tags r:id="rId35"/>
            </p:custDataLst>
          </p:nvPr>
        </p:nvPicPr>
        <p:blipFill>
          <a:blip r:embed="rId36"/>
          <a:srcRect/>
          <a:stretch>
            <a:fillRect/>
          </a:stretch>
        </p:blipFill>
        <p:spPr>
          <a:xfrm>
            <a:off x="0" y="5583462"/>
            <a:ext cx="1773542" cy="1274525"/>
          </a:xfrm>
          <a:prstGeom prst="rect">
            <a:avLst/>
          </a:prstGeom>
        </p:spPr>
      </p:pic>
      <p:sp>
        <p:nvSpPr>
          <p:cNvPr id="2" name="标题占位符 1"/>
          <p:cNvSpPr>
            <a:spLocks noGrp="1"/>
          </p:cNvSpPr>
          <p:nvPr>
            <p:ph type="title"/>
            <p:custDataLst>
              <p:tags r:id="rId37"/>
            </p:custDataLst>
          </p:nvPr>
        </p:nvSpPr>
        <p:spPr>
          <a:xfrm>
            <a:off x="838200" y="360000"/>
            <a:ext cx="10515600" cy="864000"/>
          </a:xfrm>
          <a:prstGeom prst="rect">
            <a:avLst/>
          </a:prstGeom>
        </p:spPr>
        <p:txBody>
          <a:bodyPr vert="horz" wrap="square" lIns="0" tIns="0" rIns="0" bIns="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38"/>
            </p:custDataLst>
          </p:nvPr>
        </p:nvSpPr>
        <p:spPr>
          <a:xfrm>
            <a:off x="838200" y="1364400"/>
            <a:ext cx="10515600" cy="4813200"/>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39"/>
            </p:custDataLst>
          </p:nvPr>
        </p:nvSpPr>
        <p:spPr>
          <a:xfrm>
            <a:off x="83820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40"/>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41"/>
            </p:custDataLst>
          </p:nvPr>
        </p:nvSpPr>
        <p:spPr>
          <a:xfrm>
            <a:off x="8610600"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7" name="KSO_TEMPLATE" hidden="1"/>
          <p:cNvSpPr/>
          <p:nvPr userDrawn="1">
            <p:custDataLst>
              <p:tags r:id="rId42"/>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 id="2147483710" r:id="rId18"/>
    <p:sldLayoutId id="2147483711" r:id="rId19"/>
    <p:sldLayoutId id="2147483712" r:id="rId20"/>
    <p:sldLayoutId id="2147483713" r:id="rId21"/>
    <p:sldLayoutId id="2147483714" r:id="rId22"/>
    <p:sldLayoutId id="2147483715" r:id="rId23"/>
    <p:sldLayoutId id="2147483716" r:id="rId24"/>
    <p:sldLayoutId id="2147483717" r:id="rId25"/>
    <p:sldLayoutId id="2147483718" r:id="rId26"/>
    <p:sldLayoutId id="2147483719" r:id="rId27"/>
    <p:sldLayoutId id="2147483720" r:id="rId28"/>
    <p:sldLayoutId id="2147483721" r:id="rId29"/>
    <p:sldLayoutId id="2147483722" r:id="rId30"/>
    <p:sldLayoutId id="2147483723" r:id="rId31"/>
    <p:sldLayoutId id="2147483724" r:id="rId32"/>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711.xml"/><Relationship Id="rId1" Type="http://schemas.openxmlformats.org/officeDocument/2006/relationships/tags" Target="../tags/tag710.xml"/></Relationships>
</file>

<file path=ppt/slides/_rels/slide2.xml.rels><?xml version="1.0" encoding="UTF-8" standalone="yes"?>
<Relationships xmlns="http://schemas.openxmlformats.org/package/2006/relationships"><Relationship Id="rId9" Type="http://schemas.openxmlformats.org/officeDocument/2006/relationships/tags" Target="../tags/tag720.xml"/><Relationship Id="rId8" Type="http://schemas.openxmlformats.org/officeDocument/2006/relationships/tags" Target="../tags/tag719.xml"/><Relationship Id="rId7" Type="http://schemas.openxmlformats.org/officeDocument/2006/relationships/tags" Target="../tags/tag718.xml"/><Relationship Id="rId6" Type="http://schemas.openxmlformats.org/officeDocument/2006/relationships/tags" Target="../tags/tag717.xml"/><Relationship Id="rId5" Type="http://schemas.openxmlformats.org/officeDocument/2006/relationships/tags" Target="../tags/tag716.xml"/><Relationship Id="rId4" Type="http://schemas.openxmlformats.org/officeDocument/2006/relationships/tags" Target="../tags/tag715.xml"/><Relationship Id="rId3" Type="http://schemas.openxmlformats.org/officeDocument/2006/relationships/tags" Target="../tags/tag714.xml"/><Relationship Id="rId22" Type="http://schemas.openxmlformats.org/officeDocument/2006/relationships/slideLayout" Target="../slideLayouts/slideLayout13.xml"/><Relationship Id="rId21" Type="http://schemas.openxmlformats.org/officeDocument/2006/relationships/tags" Target="../tags/tag732.xml"/><Relationship Id="rId20" Type="http://schemas.openxmlformats.org/officeDocument/2006/relationships/tags" Target="../tags/tag731.xml"/><Relationship Id="rId2" Type="http://schemas.openxmlformats.org/officeDocument/2006/relationships/tags" Target="../tags/tag713.xml"/><Relationship Id="rId19" Type="http://schemas.openxmlformats.org/officeDocument/2006/relationships/tags" Target="../tags/tag730.xml"/><Relationship Id="rId18" Type="http://schemas.openxmlformats.org/officeDocument/2006/relationships/tags" Target="../tags/tag729.xml"/><Relationship Id="rId17" Type="http://schemas.openxmlformats.org/officeDocument/2006/relationships/tags" Target="../tags/tag728.xml"/><Relationship Id="rId16" Type="http://schemas.openxmlformats.org/officeDocument/2006/relationships/tags" Target="../tags/tag727.xml"/><Relationship Id="rId15" Type="http://schemas.openxmlformats.org/officeDocument/2006/relationships/tags" Target="../tags/tag726.xml"/><Relationship Id="rId14" Type="http://schemas.openxmlformats.org/officeDocument/2006/relationships/tags" Target="../tags/tag725.xml"/><Relationship Id="rId13" Type="http://schemas.openxmlformats.org/officeDocument/2006/relationships/tags" Target="../tags/tag724.xml"/><Relationship Id="rId12" Type="http://schemas.openxmlformats.org/officeDocument/2006/relationships/tags" Target="../tags/tag723.xml"/><Relationship Id="rId11" Type="http://schemas.openxmlformats.org/officeDocument/2006/relationships/tags" Target="../tags/tag722.xml"/><Relationship Id="rId10" Type="http://schemas.openxmlformats.org/officeDocument/2006/relationships/tags" Target="../tags/tag721.xml"/><Relationship Id="rId1" Type="http://schemas.openxmlformats.org/officeDocument/2006/relationships/tags" Target="../tags/tag71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734.xml"/><Relationship Id="rId1" Type="http://schemas.openxmlformats.org/officeDocument/2006/relationships/tags" Target="../tags/tag733.xml"/></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14.xml"/><Relationship Id="rId5" Type="http://schemas.openxmlformats.org/officeDocument/2006/relationships/tags" Target="../tags/tag739.xml"/><Relationship Id="rId4" Type="http://schemas.openxmlformats.org/officeDocument/2006/relationships/tags" Target="../tags/tag738.xml"/><Relationship Id="rId3" Type="http://schemas.openxmlformats.org/officeDocument/2006/relationships/tags" Target="../tags/tag737.xml"/><Relationship Id="rId2" Type="http://schemas.openxmlformats.org/officeDocument/2006/relationships/tags" Target="../tags/tag736.xml"/><Relationship Id="rId1" Type="http://schemas.openxmlformats.org/officeDocument/2006/relationships/tags" Target="../tags/tag735.xml"/></Relationships>
</file>

<file path=ppt/slides/_rels/slide5.xml.rels><?xml version="1.0" encoding="UTF-8" standalone="yes"?>
<Relationships xmlns="http://schemas.openxmlformats.org/package/2006/relationships"><Relationship Id="rId9" Type="http://schemas.openxmlformats.org/officeDocument/2006/relationships/tags" Target="../tags/tag748.xml"/><Relationship Id="rId8" Type="http://schemas.openxmlformats.org/officeDocument/2006/relationships/tags" Target="../tags/tag747.xml"/><Relationship Id="rId7" Type="http://schemas.openxmlformats.org/officeDocument/2006/relationships/tags" Target="../tags/tag746.xml"/><Relationship Id="rId6" Type="http://schemas.openxmlformats.org/officeDocument/2006/relationships/tags" Target="../tags/tag745.xml"/><Relationship Id="rId5" Type="http://schemas.openxmlformats.org/officeDocument/2006/relationships/tags" Target="../tags/tag744.xml"/><Relationship Id="rId4" Type="http://schemas.openxmlformats.org/officeDocument/2006/relationships/tags" Target="../tags/tag743.xml"/><Relationship Id="rId3" Type="http://schemas.openxmlformats.org/officeDocument/2006/relationships/tags" Target="../tags/tag742.xml"/><Relationship Id="rId2" Type="http://schemas.openxmlformats.org/officeDocument/2006/relationships/tags" Target="../tags/tag741.xml"/><Relationship Id="rId15" Type="http://schemas.openxmlformats.org/officeDocument/2006/relationships/slideLayout" Target="../slideLayouts/slideLayout32.xml"/><Relationship Id="rId14" Type="http://schemas.openxmlformats.org/officeDocument/2006/relationships/tags" Target="../tags/tag753.xml"/><Relationship Id="rId13" Type="http://schemas.openxmlformats.org/officeDocument/2006/relationships/tags" Target="../tags/tag752.xml"/><Relationship Id="rId12" Type="http://schemas.openxmlformats.org/officeDocument/2006/relationships/tags" Target="../tags/tag751.xml"/><Relationship Id="rId11" Type="http://schemas.openxmlformats.org/officeDocument/2006/relationships/tags" Target="../tags/tag750.xml"/><Relationship Id="rId10" Type="http://schemas.openxmlformats.org/officeDocument/2006/relationships/tags" Target="../tags/tag749.xml"/><Relationship Id="rId1" Type="http://schemas.openxmlformats.org/officeDocument/2006/relationships/tags" Target="../tags/tag740.xml"/></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15.xml"/><Relationship Id="rId8" Type="http://schemas.openxmlformats.org/officeDocument/2006/relationships/tags" Target="../tags/tag761.xml"/><Relationship Id="rId7" Type="http://schemas.openxmlformats.org/officeDocument/2006/relationships/tags" Target="../tags/tag760.xml"/><Relationship Id="rId6" Type="http://schemas.openxmlformats.org/officeDocument/2006/relationships/tags" Target="../tags/tag759.xml"/><Relationship Id="rId5" Type="http://schemas.openxmlformats.org/officeDocument/2006/relationships/tags" Target="../tags/tag758.xml"/><Relationship Id="rId4" Type="http://schemas.openxmlformats.org/officeDocument/2006/relationships/tags" Target="../tags/tag757.xml"/><Relationship Id="rId3" Type="http://schemas.openxmlformats.org/officeDocument/2006/relationships/tags" Target="../tags/tag756.xml"/><Relationship Id="rId2" Type="http://schemas.openxmlformats.org/officeDocument/2006/relationships/tags" Target="../tags/tag755.xml"/><Relationship Id="rId10" Type="http://schemas.openxmlformats.org/officeDocument/2006/relationships/notesSlide" Target="../notesSlides/notesSlide1.xml"/><Relationship Id="rId1" Type="http://schemas.openxmlformats.org/officeDocument/2006/relationships/tags" Target="../tags/tag754.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763.xml"/><Relationship Id="rId1" Type="http://schemas.openxmlformats.org/officeDocument/2006/relationships/tags" Target="../tags/tag76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764.xml"/><Relationship Id="rId1" Type="http://schemas.openxmlformats.org/officeDocument/2006/relationships/image" Target="../media/image15.png"/></Relationships>
</file>

<file path=ppt/slides/_rels/slide9.xml.rels><?xml version="1.0" encoding="UTF-8" standalone="yes"?>
<Relationships xmlns="http://schemas.openxmlformats.org/package/2006/relationships"><Relationship Id="rId9" Type="http://schemas.openxmlformats.org/officeDocument/2006/relationships/tags" Target="../tags/tag773.xml"/><Relationship Id="rId8" Type="http://schemas.openxmlformats.org/officeDocument/2006/relationships/tags" Target="../tags/tag772.xml"/><Relationship Id="rId7" Type="http://schemas.openxmlformats.org/officeDocument/2006/relationships/tags" Target="../tags/tag771.xml"/><Relationship Id="rId6" Type="http://schemas.openxmlformats.org/officeDocument/2006/relationships/tags" Target="../tags/tag770.xml"/><Relationship Id="rId5" Type="http://schemas.openxmlformats.org/officeDocument/2006/relationships/tags" Target="../tags/tag769.xml"/><Relationship Id="rId4" Type="http://schemas.openxmlformats.org/officeDocument/2006/relationships/tags" Target="../tags/tag768.xml"/><Relationship Id="rId3" Type="http://schemas.openxmlformats.org/officeDocument/2006/relationships/tags" Target="../tags/tag767.xml"/><Relationship Id="rId2" Type="http://schemas.openxmlformats.org/officeDocument/2006/relationships/tags" Target="../tags/tag766.xml"/><Relationship Id="rId15" Type="http://schemas.openxmlformats.org/officeDocument/2006/relationships/slideLayout" Target="../slideLayouts/slideLayout17.xml"/><Relationship Id="rId14" Type="http://schemas.openxmlformats.org/officeDocument/2006/relationships/tags" Target="../tags/tag778.xml"/><Relationship Id="rId13" Type="http://schemas.openxmlformats.org/officeDocument/2006/relationships/tags" Target="../tags/tag777.xml"/><Relationship Id="rId12" Type="http://schemas.openxmlformats.org/officeDocument/2006/relationships/tags" Target="../tags/tag776.xml"/><Relationship Id="rId11" Type="http://schemas.openxmlformats.org/officeDocument/2006/relationships/tags" Target="../tags/tag775.xml"/><Relationship Id="rId10" Type="http://schemas.openxmlformats.org/officeDocument/2006/relationships/tags" Target="../tags/tag774.xml"/><Relationship Id="rId1" Type="http://schemas.openxmlformats.org/officeDocument/2006/relationships/tags" Target="../tags/tag765.xml"/></Relationships>
</file>

<file path=ppt/slides/_rels/slide10.xml.rels><?xml version="1.0" encoding="UTF-8" standalone="yes"?>
<Relationships xmlns="http://schemas.openxmlformats.org/package/2006/relationships"><Relationship Id="rId9" Type="http://schemas.openxmlformats.org/officeDocument/2006/relationships/tags" Target="../tags/tag787.xml"/><Relationship Id="rId8" Type="http://schemas.openxmlformats.org/officeDocument/2006/relationships/tags" Target="../tags/tag786.xml"/><Relationship Id="rId7" Type="http://schemas.openxmlformats.org/officeDocument/2006/relationships/tags" Target="../tags/tag785.xml"/><Relationship Id="rId6" Type="http://schemas.openxmlformats.org/officeDocument/2006/relationships/tags" Target="../tags/tag784.xml"/><Relationship Id="rId5" Type="http://schemas.openxmlformats.org/officeDocument/2006/relationships/tags" Target="../tags/tag783.xml"/><Relationship Id="rId4" Type="http://schemas.openxmlformats.org/officeDocument/2006/relationships/tags" Target="../tags/tag782.xml"/><Relationship Id="rId3" Type="http://schemas.openxmlformats.org/officeDocument/2006/relationships/tags" Target="../tags/tag781.xml"/><Relationship Id="rId2" Type="http://schemas.openxmlformats.org/officeDocument/2006/relationships/tags" Target="../tags/tag780.xml"/><Relationship Id="rId11" Type="http://schemas.openxmlformats.org/officeDocument/2006/relationships/slideLayout" Target="../slideLayouts/slideLayout31.xml"/><Relationship Id="rId10" Type="http://schemas.openxmlformats.org/officeDocument/2006/relationships/tags" Target="../tags/tag788.xml"/><Relationship Id="rId1" Type="http://schemas.openxmlformats.org/officeDocument/2006/relationships/tags" Target="../tags/tag779.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tags" Target="../tags/tag790.xml"/><Relationship Id="rId1" Type="http://schemas.openxmlformats.org/officeDocument/2006/relationships/tags" Target="../tags/tag789.xml"/></Relationships>
</file>

<file path=ppt/slides/_rels/slide12.xml.rels><?xml version="1.0" encoding="UTF-8" standalone="yes"?>
<Relationships xmlns="http://schemas.openxmlformats.org/package/2006/relationships"><Relationship Id="rId9" Type="http://schemas.openxmlformats.org/officeDocument/2006/relationships/tags" Target="../tags/tag799.xml"/><Relationship Id="rId8" Type="http://schemas.openxmlformats.org/officeDocument/2006/relationships/tags" Target="../tags/tag798.xml"/><Relationship Id="rId7" Type="http://schemas.openxmlformats.org/officeDocument/2006/relationships/tags" Target="../tags/tag797.xml"/><Relationship Id="rId6" Type="http://schemas.openxmlformats.org/officeDocument/2006/relationships/tags" Target="../tags/tag796.xml"/><Relationship Id="rId5" Type="http://schemas.openxmlformats.org/officeDocument/2006/relationships/tags" Target="../tags/tag795.xml"/><Relationship Id="rId4" Type="http://schemas.openxmlformats.org/officeDocument/2006/relationships/tags" Target="../tags/tag794.xml"/><Relationship Id="rId3" Type="http://schemas.openxmlformats.org/officeDocument/2006/relationships/tags" Target="../tags/tag793.xml"/><Relationship Id="rId2" Type="http://schemas.openxmlformats.org/officeDocument/2006/relationships/tags" Target="../tags/tag792.xml"/><Relationship Id="rId13" Type="http://schemas.openxmlformats.org/officeDocument/2006/relationships/notesSlide" Target="../notesSlides/notesSlide2.xml"/><Relationship Id="rId12" Type="http://schemas.openxmlformats.org/officeDocument/2006/relationships/slideLayout" Target="../slideLayouts/slideLayout20.xml"/><Relationship Id="rId11" Type="http://schemas.openxmlformats.org/officeDocument/2006/relationships/tags" Target="../tags/tag801.xml"/><Relationship Id="rId10" Type="http://schemas.openxmlformats.org/officeDocument/2006/relationships/tags" Target="../tags/tag800.xml"/><Relationship Id="rId1" Type="http://schemas.openxmlformats.org/officeDocument/2006/relationships/tags" Target="../tags/tag791.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1.xml"/><Relationship Id="rId3" Type="http://schemas.openxmlformats.org/officeDocument/2006/relationships/tags" Target="../tags/tag803.xml"/><Relationship Id="rId2" Type="http://schemas.openxmlformats.org/officeDocument/2006/relationships/image" Target="../media/image16.png"/><Relationship Id="rId1" Type="http://schemas.openxmlformats.org/officeDocument/2006/relationships/tags" Target="../tags/tag80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tags" Target="../tags/tag805.xml"/><Relationship Id="rId1" Type="http://schemas.openxmlformats.org/officeDocument/2006/relationships/tags" Target="../tags/tag804.xml"/></Relationships>
</file>

<file path=ppt/slides/_rels/slide15.xml.rels><?xml version="1.0" encoding="UTF-8" standalone="yes"?>
<Relationships xmlns="http://schemas.openxmlformats.org/package/2006/relationships"><Relationship Id="rId9" Type="http://schemas.openxmlformats.org/officeDocument/2006/relationships/tags" Target="../tags/tag814.xml"/><Relationship Id="rId8" Type="http://schemas.openxmlformats.org/officeDocument/2006/relationships/tags" Target="../tags/tag813.xml"/><Relationship Id="rId7" Type="http://schemas.openxmlformats.org/officeDocument/2006/relationships/tags" Target="../tags/tag812.xml"/><Relationship Id="rId6" Type="http://schemas.openxmlformats.org/officeDocument/2006/relationships/tags" Target="../tags/tag811.xml"/><Relationship Id="rId5" Type="http://schemas.openxmlformats.org/officeDocument/2006/relationships/tags" Target="../tags/tag810.xml"/><Relationship Id="rId4" Type="http://schemas.openxmlformats.org/officeDocument/2006/relationships/tags" Target="../tags/tag809.xml"/><Relationship Id="rId3" Type="http://schemas.openxmlformats.org/officeDocument/2006/relationships/tags" Target="../tags/tag808.xml"/><Relationship Id="rId2" Type="http://schemas.openxmlformats.org/officeDocument/2006/relationships/tags" Target="../tags/tag807.xml"/><Relationship Id="rId15" Type="http://schemas.openxmlformats.org/officeDocument/2006/relationships/slideLayout" Target="../slideLayouts/slideLayout22.xml"/><Relationship Id="rId14" Type="http://schemas.openxmlformats.org/officeDocument/2006/relationships/tags" Target="../tags/tag819.xml"/><Relationship Id="rId13" Type="http://schemas.openxmlformats.org/officeDocument/2006/relationships/tags" Target="../tags/tag818.xml"/><Relationship Id="rId12" Type="http://schemas.openxmlformats.org/officeDocument/2006/relationships/tags" Target="../tags/tag817.xml"/><Relationship Id="rId11" Type="http://schemas.openxmlformats.org/officeDocument/2006/relationships/tags" Target="../tags/tag816.xml"/><Relationship Id="rId10" Type="http://schemas.openxmlformats.org/officeDocument/2006/relationships/tags" Target="../tags/tag815.xml"/><Relationship Id="rId1" Type="http://schemas.openxmlformats.org/officeDocument/2006/relationships/tags" Target="../tags/tag806.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5.xml"/><Relationship Id="rId3" Type="http://schemas.openxmlformats.org/officeDocument/2006/relationships/tags" Target="../tags/tag821.xml"/><Relationship Id="rId2" Type="http://schemas.openxmlformats.org/officeDocument/2006/relationships/tags" Target="../tags/tag820.xml"/><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tags" Target="../tags/tag822.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tags" Target="../tags/tag824.xml"/><Relationship Id="rId2" Type="http://schemas.openxmlformats.org/officeDocument/2006/relationships/image" Target="../media/image18.png"/><Relationship Id="rId1" Type="http://schemas.openxmlformats.org/officeDocument/2006/relationships/tags" Target="../tags/tag82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4.xml"/></Relationships>
</file>

<file path=ppt/slides/_rels/slide20.xml.rels><?xml version="1.0" encoding="UTF-8" standalone="yes"?>
<Relationships xmlns="http://schemas.openxmlformats.org/package/2006/relationships"><Relationship Id="rId9" Type="http://schemas.openxmlformats.org/officeDocument/2006/relationships/tags" Target="../tags/tag836.xml"/><Relationship Id="rId8" Type="http://schemas.openxmlformats.org/officeDocument/2006/relationships/tags" Target="../tags/tag835.xml"/><Relationship Id="rId7" Type="http://schemas.openxmlformats.org/officeDocument/2006/relationships/tags" Target="../tags/tag834.xml"/><Relationship Id="rId6" Type="http://schemas.openxmlformats.org/officeDocument/2006/relationships/tags" Target="../tags/tag833.xml"/><Relationship Id="rId5" Type="http://schemas.openxmlformats.org/officeDocument/2006/relationships/tags" Target="../tags/tag832.xml"/><Relationship Id="rId4" Type="http://schemas.openxmlformats.org/officeDocument/2006/relationships/tags" Target="../tags/tag831.xml"/><Relationship Id="rId3" Type="http://schemas.openxmlformats.org/officeDocument/2006/relationships/tags" Target="../tags/tag830.xml"/><Relationship Id="rId2" Type="http://schemas.openxmlformats.org/officeDocument/2006/relationships/tags" Target="../tags/tag829.xml"/><Relationship Id="rId15" Type="http://schemas.openxmlformats.org/officeDocument/2006/relationships/slideLayout" Target="../slideLayouts/slideLayout26.xml"/><Relationship Id="rId14" Type="http://schemas.openxmlformats.org/officeDocument/2006/relationships/tags" Target="../tags/tag841.xml"/><Relationship Id="rId13" Type="http://schemas.openxmlformats.org/officeDocument/2006/relationships/tags" Target="../tags/tag840.xml"/><Relationship Id="rId12" Type="http://schemas.openxmlformats.org/officeDocument/2006/relationships/tags" Target="../tags/tag839.xml"/><Relationship Id="rId11" Type="http://schemas.openxmlformats.org/officeDocument/2006/relationships/tags" Target="../tags/tag838.xml"/><Relationship Id="rId10" Type="http://schemas.openxmlformats.org/officeDocument/2006/relationships/tags" Target="../tags/tag837.xml"/><Relationship Id="rId1" Type="http://schemas.openxmlformats.org/officeDocument/2006/relationships/tags" Target="../tags/tag828.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tags" Target="../tags/tag843.xml"/><Relationship Id="rId1" Type="http://schemas.openxmlformats.org/officeDocument/2006/relationships/tags" Target="../tags/tag842.xml"/></Relationships>
</file>

<file path=ppt/slides/_rels/slide22.xml.rels><?xml version="1.0" encoding="UTF-8" standalone="yes"?>
<Relationships xmlns="http://schemas.openxmlformats.org/package/2006/relationships"><Relationship Id="rId9" Type="http://schemas.openxmlformats.org/officeDocument/2006/relationships/tags" Target="../tags/tag852.xml"/><Relationship Id="rId8" Type="http://schemas.openxmlformats.org/officeDocument/2006/relationships/tags" Target="../tags/tag851.xml"/><Relationship Id="rId7" Type="http://schemas.openxmlformats.org/officeDocument/2006/relationships/tags" Target="../tags/tag850.xml"/><Relationship Id="rId6" Type="http://schemas.openxmlformats.org/officeDocument/2006/relationships/tags" Target="../tags/tag849.xml"/><Relationship Id="rId5" Type="http://schemas.openxmlformats.org/officeDocument/2006/relationships/tags" Target="../tags/tag848.xml"/><Relationship Id="rId4" Type="http://schemas.openxmlformats.org/officeDocument/2006/relationships/tags" Target="../tags/tag847.xml"/><Relationship Id="rId3" Type="http://schemas.openxmlformats.org/officeDocument/2006/relationships/tags" Target="../tags/tag846.xml"/><Relationship Id="rId2" Type="http://schemas.openxmlformats.org/officeDocument/2006/relationships/tags" Target="../tags/tag845.xml"/><Relationship Id="rId12" Type="http://schemas.openxmlformats.org/officeDocument/2006/relationships/slideLayout" Target="../slideLayouts/slideLayout27.xml"/><Relationship Id="rId11" Type="http://schemas.openxmlformats.org/officeDocument/2006/relationships/tags" Target="../tags/tag854.xml"/><Relationship Id="rId10" Type="http://schemas.openxmlformats.org/officeDocument/2006/relationships/tags" Target="../tags/tag853.xml"/><Relationship Id="rId1" Type="http://schemas.openxmlformats.org/officeDocument/2006/relationships/tags" Target="../tags/tag844.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image" Target="../media/image19.png"/><Relationship Id="rId1" Type="http://schemas.openxmlformats.org/officeDocument/2006/relationships/tags" Target="../tags/tag855.xml"/></Relationships>
</file>

<file path=ppt/slides/_rels/slide24.xml.rels><?xml version="1.0" encoding="UTF-8" standalone="yes"?>
<Relationships xmlns="http://schemas.openxmlformats.org/package/2006/relationships"><Relationship Id="rId9" Type="http://schemas.openxmlformats.org/officeDocument/2006/relationships/tags" Target="../tags/tag864.xml"/><Relationship Id="rId8" Type="http://schemas.openxmlformats.org/officeDocument/2006/relationships/tags" Target="../tags/tag863.xml"/><Relationship Id="rId7" Type="http://schemas.openxmlformats.org/officeDocument/2006/relationships/tags" Target="../tags/tag862.xml"/><Relationship Id="rId6" Type="http://schemas.openxmlformats.org/officeDocument/2006/relationships/tags" Target="../tags/tag861.xml"/><Relationship Id="rId5" Type="http://schemas.openxmlformats.org/officeDocument/2006/relationships/tags" Target="../tags/tag860.xml"/><Relationship Id="rId4" Type="http://schemas.openxmlformats.org/officeDocument/2006/relationships/tags" Target="../tags/tag859.xml"/><Relationship Id="rId3" Type="http://schemas.openxmlformats.org/officeDocument/2006/relationships/tags" Target="../tags/tag858.xml"/><Relationship Id="rId2" Type="http://schemas.openxmlformats.org/officeDocument/2006/relationships/tags" Target="../tags/tag857.xml"/><Relationship Id="rId15" Type="http://schemas.openxmlformats.org/officeDocument/2006/relationships/notesSlide" Target="../notesSlides/notesSlide4.xml"/><Relationship Id="rId14" Type="http://schemas.openxmlformats.org/officeDocument/2006/relationships/slideLayout" Target="../slideLayouts/slideLayout28.xml"/><Relationship Id="rId13" Type="http://schemas.openxmlformats.org/officeDocument/2006/relationships/tags" Target="../tags/tag868.xml"/><Relationship Id="rId12" Type="http://schemas.openxmlformats.org/officeDocument/2006/relationships/tags" Target="../tags/tag867.xml"/><Relationship Id="rId11" Type="http://schemas.openxmlformats.org/officeDocument/2006/relationships/tags" Target="../tags/tag866.xml"/><Relationship Id="rId10" Type="http://schemas.openxmlformats.org/officeDocument/2006/relationships/tags" Target="../tags/tag865.xml"/><Relationship Id="rId1" Type="http://schemas.openxmlformats.org/officeDocument/2006/relationships/tags" Target="../tags/tag856.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tags" Target="../tags/tag870.xml"/><Relationship Id="rId1" Type="http://schemas.openxmlformats.org/officeDocument/2006/relationships/tags" Target="../tags/tag869.xml"/></Relationships>
</file>

<file path=ppt/slides/_rels/slide26.xml.rels><?xml version="1.0" encoding="UTF-8" standalone="yes"?>
<Relationships xmlns="http://schemas.openxmlformats.org/package/2006/relationships"><Relationship Id="rId9" Type="http://schemas.openxmlformats.org/officeDocument/2006/relationships/tags" Target="../tags/tag877.xml"/><Relationship Id="rId8" Type="http://schemas.openxmlformats.org/officeDocument/2006/relationships/tags" Target="../tags/tag876.xml"/><Relationship Id="rId7" Type="http://schemas.openxmlformats.org/officeDocument/2006/relationships/tags" Target="../tags/tag875.xml"/><Relationship Id="rId6" Type="http://schemas.openxmlformats.org/officeDocument/2006/relationships/tags" Target="../tags/tag874.xml"/><Relationship Id="rId5" Type="http://schemas.openxmlformats.org/officeDocument/2006/relationships/image" Target="../media/image21.svg"/><Relationship Id="rId4" Type="http://schemas.openxmlformats.org/officeDocument/2006/relationships/image" Target="../media/image20.png"/><Relationship Id="rId3" Type="http://schemas.openxmlformats.org/officeDocument/2006/relationships/tags" Target="../tags/tag873.xml"/><Relationship Id="rId21" Type="http://schemas.openxmlformats.org/officeDocument/2006/relationships/slideLayout" Target="../slideLayouts/slideLayout29.xml"/><Relationship Id="rId20" Type="http://schemas.openxmlformats.org/officeDocument/2006/relationships/tags" Target="../tags/tag884.xml"/><Relationship Id="rId2" Type="http://schemas.openxmlformats.org/officeDocument/2006/relationships/tags" Target="../tags/tag872.xml"/><Relationship Id="rId19" Type="http://schemas.openxmlformats.org/officeDocument/2006/relationships/tags" Target="../tags/tag883.xml"/><Relationship Id="rId18" Type="http://schemas.openxmlformats.org/officeDocument/2006/relationships/tags" Target="../tags/tag882.xml"/><Relationship Id="rId17" Type="http://schemas.openxmlformats.org/officeDocument/2006/relationships/image" Target="../media/image25.svg"/><Relationship Id="rId16" Type="http://schemas.openxmlformats.org/officeDocument/2006/relationships/image" Target="../media/image24.png"/><Relationship Id="rId15" Type="http://schemas.openxmlformats.org/officeDocument/2006/relationships/tags" Target="../tags/tag881.xml"/><Relationship Id="rId14" Type="http://schemas.openxmlformats.org/officeDocument/2006/relationships/tags" Target="../tags/tag880.xml"/><Relationship Id="rId13" Type="http://schemas.openxmlformats.org/officeDocument/2006/relationships/tags" Target="../tags/tag879.xml"/><Relationship Id="rId12" Type="http://schemas.openxmlformats.org/officeDocument/2006/relationships/tags" Target="../tags/tag878.xml"/><Relationship Id="rId11" Type="http://schemas.openxmlformats.org/officeDocument/2006/relationships/image" Target="../media/image23.svg"/><Relationship Id="rId10" Type="http://schemas.openxmlformats.org/officeDocument/2006/relationships/image" Target="../media/image22.png"/><Relationship Id="rId1" Type="http://schemas.openxmlformats.org/officeDocument/2006/relationships/tags" Target="../tags/tag871.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26.png"/><Relationship Id="rId1" Type="http://schemas.openxmlformats.org/officeDocument/2006/relationships/tags" Target="../tags/tag885.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27.png"/><Relationship Id="rId1" Type="http://schemas.openxmlformats.org/officeDocument/2006/relationships/tags" Target="../tags/tag886.xml"/></Relationships>
</file>

<file path=ppt/slides/_rels/slide29.xml.rels><?xml version="1.0" encoding="UTF-8" standalone="yes"?>
<Relationships xmlns="http://schemas.openxmlformats.org/package/2006/relationships"><Relationship Id="rId9" Type="http://schemas.openxmlformats.org/officeDocument/2006/relationships/tags" Target="../tags/tag895.xml"/><Relationship Id="rId8" Type="http://schemas.openxmlformats.org/officeDocument/2006/relationships/tags" Target="../tags/tag894.xml"/><Relationship Id="rId7" Type="http://schemas.openxmlformats.org/officeDocument/2006/relationships/tags" Target="../tags/tag893.xml"/><Relationship Id="rId6" Type="http://schemas.openxmlformats.org/officeDocument/2006/relationships/tags" Target="../tags/tag892.xml"/><Relationship Id="rId5" Type="http://schemas.openxmlformats.org/officeDocument/2006/relationships/tags" Target="../tags/tag891.xml"/><Relationship Id="rId4" Type="http://schemas.openxmlformats.org/officeDocument/2006/relationships/tags" Target="../tags/tag890.xml"/><Relationship Id="rId3" Type="http://schemas.openxmlformats.org/officeDocument/2006/relationships/tags" Target="../tags/tag889.xml"/><Relationship Id="rId25" Type="http://schemas.openxmlformats.org/officeDocument/2006/relationships/notesSlide" Target="../notesSlides/notesSlide5.xml"/><Relationship Id="rId24" Type="http://schemas.openxmlformats.org/officeDocument/2006/relationships/slideLayout" Target="../slideLayouts/slideLayout74.xml"/><Relationship Id="rId23" Type="http://schemas.openxmlformats.org/officeDocument/2006/relationships/image" Target="../media/image28.png"/><Relationship Id="rId22" Type="http://schemas.openxmlformats.org/officeDocument/2006/relationships/tags" Target="../tags/tag908.xml"/><Relationship Id="rId21" Type="http://schemas.openxmlformats.org/officeDocument/2006/relationships/tags" Target="../tags/tag907.xml"/><Relationship Id="rId20" Type="http://schemas.openxmlformats.org/officeDocument/2006/relationships/tags" Target="../tags/tag906.xml"/><Relationship Id="rId2" Type="http://schemas.openxmlformats.org/officeDocument/2006/relationships/tags" Target="../tags/tag888.xml"/><Relationship Id="rId19" Type="http://schemas.openxmlformats.org/officeDocument/2006/relationships/tags" Target="../tags/tag905.xml"/><Relationship Id="rId18" Type="http://schemas.openxmlformats.org/officeDocument/2006/relationships/tags" Target="../tags/tag904.xml"/><Relationship Id="rId17" Type="http://schemas.openxmlformats.org/officeDocument/2006/relationships/tags" Target="../tags/tag903.xml"/><Relationship Id="rId16" Type="http://schemas.openxmlformats.org/officeDocument/2006/relationships/tags" Target="../tags/tag902.xml"/><Relationship Id="rId15" Type="http://schemas.openxmlformats.org/officeDocument/2006/relationships/tags" Target="../tags/tag901.xml"/><Relationship Id="rId14" Type="http://schemas.openxmlformats.org/officeDocument/2006/relationships/tags" Target="../tags/tag900.xml"/><Relationship Id="rId13" Type="http://schemas.openxmlformats.org/officeDocument/2006/relationships/tags" Target="../tags/tag899.xml"/><Relationship Id="rId12" Type="http://schemas.openxmlformats.org/officeDocument/2006/relationships/tags" Target="../tags/tag898.xml"/><Relationship Id="rId11" Type="http://schemas.openxmlformats.org/officeDocument/2006/relationships/tags" Target="../tags/tag897.xml"/><Relationship Id="rId10" Type="http://schemas.openxmlformats.org/officeDocument/2006/relationships/tags" Target="../tags/tag896.xml"/><Relationship Id="rId1" Type="http://schemas.openxmlformats.org/officeDocument/2006/relationships/tags" Target="../tags/tag887.xml"/></Relationships>
</file>

<file path=ppt/slides/_rels/slide30.xml.rels><?xml version="1.0" encoding="UTF-8" standalone="yes"?>
<Relationships xmlns="http://schemas.openxmlformats.org/package/2006/relationships"><Relationship Id="rId9" Type="http://schemas.openxmlformats.org/officeDocument/2006/relationships/tags" Target="../tags/tag920.xml"/><Relationship Id="rId8" Type="http://schemas.openxmlformats.org/officeDocument/2006/relationships/tags" Target="../tags/tag919.xml"/><Relationship Id="rId7" Type="http://schemas.openxmlformats.org/officeDocument/2006/relationships/tags" Target="../tags/tag918.xml"/><Relationship Id="rId6" Type="http://schemas.openxmlformats.org/officeDocument/2006/relationships/tags" Target="../tags/tag917.xml"/><Relationship Id="rId5" Type="http://schemas.openxmlformats.org/officeDocument/2006/relationships/tags" Target="../tags/tag916.xml"/><Relationship Id="rId4" Type="http://schemas.openxmlformats.org/officeDocument/2006/relationships/tags" Target="../tags/tag915.xml"/><Relationship Id="rId3" Type="http://schemas.openxmlformats.org/officeDocument/2006/relationships/tags" Target="../tags/tag914.xml"/><Relationship Id="rId24" Type="http://schemas.openxmlformats.org/officeDocument/2006/relationships/notesSlide" Target="../notesSlides/notesSlide6.xml"/><Relationship Id="rId23" Type="http://schemas.openxmlformats.org/officeDocument/2006/relationships/slideLayout" Target="../slideLayouts/slideLayout74.xml"/><Relationship Id="rId22" Type="http://schemas.openxmlformats.org/officeDocument/2006/relationships/image" Target="../media/image29.png"/><Relationship Id="rId21" Type="http://schemas.openxmlformats.org/officeDocument/2006/relationships/tags" Target="../tags/tag932.xml"/><Relationship Id="rId20" Type="http://schemas.openxmlformats.org/officeDocument/2006/relationships/tags" Target="../tags/tag931.xml"/><Relationship Id="rId2" Type="http://schemas.openxmlformats.org/officeDocument/2006/relationships/tags" Target="../tags/tag913.xml"/><Relationship Id="rId19" Type="http://schemas.openxmlformats.org/officeDocument/2006/relationships/tags" Target="../tags/tag930.xml"/><Relationship Id="rId18" Type="http://schemas.openxmlformats.org/officeDocument/2006/relationships/tags" Target="../tags/tag929.xml"/><Relationship Id="rId17" Type="http://schemas.openxmlformats.org/officeDocument/2006/relationships/tags" Target="../tags/tag928.xml"/><Relationship Id="rId16" Type="http://schemas.openxmlformats.org/officeDocument/2006/relationships/tags" Target="../tags/tag927.xml"/><Relationship Id="rId15" Type="http://schemas.openxmlformats.org/officeDocument/2006/relationships/tags" Target="../tags/tag926.xml"/><Relationship Id="rId14" Type="http://schemas.openxmlformats.org/officeDocument/2006/relationships/tags" Target="../tags/tag925.xml"/><Relationship Id="rId13" Type="http://schemas.openxmlformats.org/officeDocument/2006/relationships/tags" Target="../tags/tag924.xml"/><Relationship Id="rId12" Type="http://schemas.openxmlformats.org/officeDocument/2006/relationships/tags" Target="../tags/tag923.xml"/><Relationship Id="rId11" Type="http://schemas.openxmlformats.org/officeDocument/2006/relationships/tags" Target="../tags/tag922.xml"/><Relationship Id="rId10" Type="http://schemas.openxmlformats.org/officeDocument/2006/relationships/tags" Target="../tags/tag921.xml"/><Relationship Id="rId1" Type="http://schemas.openxmlformats.org/officeDocument/2006/relationships/tags" Target="../tags/tag912.xml"/></Relationships>
</file>

<file path=ppt/slides/_rels/slide31.xml.rels><?xml version="1.0" encoding="UTF-8" standalone="yes"?>
<Relationships xmlns="http://schemas.openxmlformats.org/package/2006/relationships"><Relationship Id="rId9" Type="http://schemas.openxmlformats.org/officeDocument/2006/relationships/tags" Target="../tags/tag944.xml"/><Relationship Id="rId8" Type="http://schemas.openxmlformats.org/officeDocument/2006/relationships/tags" Target="../tags/tag943.xml"/><Relationship Id="rId7" Type="http://schemas.openxmlformats.org/officeDocument/2006/relationships/tags" Target="../tags/tag942.xml"/><Relationship Id="rId6" Type="http://schemas.openxmlformats.org/officeDocument/2006/relationships/tags" Target="../tags/tag941.xml"/><Relationship Id="rId5" Type="http://schemas.openxmlformats.org/officeDocument/2006/relationships/tags" Target="../tags/tag940.xml"/><Relationship Id="rId4" Type="http://schemas.openxmlformats.org/officeDocument/2006/relationships/tags" Target="../tags/tag939.xml"/><Relationship Id="rId3" Type="http://schemas.openxmlformats.org/officeDocument/2006/relationships/tags" Target="../tags/tag938.xml"/><Relationship Id="rId24" Type="http://schemas.openxmlformats.org/officeDocument/2006/relationships/notesSlide" Target="../notesSlides/notesSlide7.xml"/><Relationship Id="rId23" Type="http://schemas.openxmlformats.org/officeDocument/2006/relationships/slideLayout" Target="../slideLayouts/slideLayout74.xml"/><Relationship Id="rId22" Type="http://schemas.openxmlformats.org/officeDocument/2006/relationships/image" Target="../media/image30.png"/><Relationship Id="rId21" Type="http://schemas.openxmlformats.org/officeDocument/2006/relationships/tags" Target="../tags/tag956.xml"/><Relationship Id="rId20" Type="http://schemas.openxmlformats.org/officeDocument/2006/relationships/tags" Target="../tags/tag955.xml"/><Relationship Id="rId2" Type="http://schemas.openxmlformats.org/officeDocument/2006/relationships/tags" Target="../tags/tag937.xml"/><Relationship Id="rId19" Type="http://schemas.openxmlformats.org/officeDocument/2006/relationships/tags" Target="../tags/tag954.xml"/><Relationship Id="rId18" Type="http://schemas.openxmlformats.org/officeDocument/2006/relationships/tags" Target="../tags/tag953.xml"/><Relationship Id="rId17" Type="http://schemas.openxmlformats.org/officeDocument/2006/relationships/tags" Target="../tags/tag952.xml"/><Relationship Id="rId16" Type="http://schemas.openxmlformats.org/officeDocument/2006/relationships/tags" Target="../tags/tag951.xml"/><Relationship Id="rId15" Type="http://schemas.openxmlformats.org/officeDocument/2006/relationships/tags" Target="../tags/tag950.xml"/><Relationship Id="rId14" Type="http://schemas.openxmlformats.org/officeDocument/2006/relationships/tags" Target="../tags/tag949.xml"/><Relationship Id="rId13" Type="http://schemas.openxmlformats.org/officeDocument/2006/relationships/tags" Target="../tags/tag948.xml"/><Relationship Id="rId12" Type="http://schemas.openxmlformats.org/officeDocument/2006/relationships/tags" Target="../tags/tag947.xml"/><Relationship Id="rId11" Type="http://schemas.openxmlformats.org/officeDocument/2006/relationships/tags" Target="../tags/tag946.xml"/><Relationship Id="rId10" Type="http://schemas.openxmlformats.org/officeDocument/2006/relationships/tags" Target="../tags/tag945.xml"/><Relationship Id="rId1" Type="http://schemas.openxmlformats.org/officeDocument/2006/relationships/tags" Target="../tags/tag936.xml"/></Relationships>
</file>

<file path=ppt/slides/_rels/slide32.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74.xml"/><Relationship Id="rId5" Type="http://schemas.openxmlformats.org/officeDocument/2006/relationships/image" Target="../media/image31.png"/><Relationship Id="rId4" Type="http://schemas.openxmlformats.org/officeDocument/2006/relationships/tags" Target="../tags/tag963.xml"/><Relationship Id="rId3" Type="http://schemas.openxmlformats.org/officeDocument/2006/relationships/tags" Target="../tags/tag962.xml"/><Relationship Id="rId2" Type="http://schemas.openxmlformats.org/officeDocument/2006/relationships/tags" Target="../tags/tag961.xml"/><Relationship Id="rId1" Type="http://schemas.openxmlformats.org/officeDocument/2006/relationships/tags" Target="../tags/tag960.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968.xml"/><Relationship Id="rId1" Type="http://schemas.openxmlformats.org/officeDocument/2006/relationships/tags" Target="../tags/tag96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ctrTitle" idx="17826049"/>
            <p:custDataLst>
              <p:tags r:id="rId1"/>
            </p:custDataLst>
          </p:nvPr>
        </p:nvSpPr>
        <p:spPr>
          <a:xfrm>
            <a:off x="1783882" y="2158975"/>
            <a:ext cx="8624286" cy="2540000"/>
          </a:xfrm>
        </p:spPr>
        <p:txBody>
          <a:bodyPr>
            <a:normAutofit/>
          </a:bodyPr>
          <a:p>
            <a:r>
              <a:rPr altLang="en-US" sz="4800"/>
              <a:t>华昌达</a:t>
            </a:r>
            <a:r>
              <a:rPr altLang="zh-CN" sz="4800"/>
              <a:t>WMS</a:t>
            </a:r>
            <a:r>
              <a:rPr lang="en-US" altLang="zh-CN" sz="4800"/>
              <a:t>/</a:t>
            </a:r>
            <a:r>
              <a:rPr altLang="zh-CN" sz="4800"/>
              <a:t>WCS</a:t>
            </a:r>
            <a:r>
              <a:rPr sz="4800"/>
              <a:t>脑力升级</a:t>
            </a:r>
            <a:br>
              <a:rPr sz="4800"/>
            </a:br>
            <a:r>
              <a:rPr sz="4800"/>
              <a:t>阶段性总结报告</a:t>
            </a:r>
            <a:endParaRPr sz="4800"/>
          </a:p>
        </p:txBody>
      </p:sp>
      <p:sp>
        <p:nvSpPr>
          <p:cNvPr id="2" name="文本占位符 1"/>
          <p:cNvSpPr>
            <a:spLocks noGrp="1"/>
          </p:cNvSpPr>
          <p:nvPr>
            <p:ph type="body" idx="17827585"/>
            <p:custDataLst>
              <p:tags r:id="rId2"/>
            </p:custDataLst>
          </p:nvPr>
        </p:nvSpPr>
        <p:spPr>
          <a:xfrm>
            <a:off x="8826065" y="5583283"/>
            <a:ext cx="2793447" cy="457200"/>
          </a:xfrm>
        </p:spPr>
        <p:txBody>
          <a:bodyPr>
            <a:normAutofit lnSpcReduction="10000"/>
          </a:bodyPr>
          <a:p>
            <a:pPr marL="0" indent="0">
              <a:buNone/>
            </a:pPr>
            <a:r>
              <a:rPr lang="en-US" altLang="en-US"/>
              <a:t>2026/01/15</a:t>
            </a:r>
            <a:endParaRPr lang="en-US" altLang="en-US"/>
          </a:p>
        </p:txBody>
      </p:sp>
      <p:cxnSp>
        <p:nvCxnSpPr>
          <p:cNvPr id="4" name="直接连接符 3"/>
          <p:cNvCxnSpPr/>
          <p:nvPr userDrawn="1"/>
        </p:nvCxnSpPr>
        <p:spPr>
          <a:xfrm>
            <a:off x="2453005" y="3896995"/>
            <a:ext cx="7346950" cy="0"/>
          </a:xfrm>
          <a:prstGeom prst="line">
            <a:avLst/>
          </a:prstGeom>
          <a:ln w="1905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副标题 1"/>
          <p:cNvSpPr>
            <a:spLocks noGrp="1"/>
          </p:cNvSpPr>
          <p:nvPr>
            <p:ph type="subTitle" idx="16386"/>
            <p:custDataLst>
              <p:tags r:id="rId1"/>
            </p:custDataLst>
          </p:nvPr>
        </p:nvSpPr>
        <p:spPr/>
        <p:txBody>
          <a:bodyPr/>
          <a:p>
            <a:r>
              <a:rPr lang="zh-CN" altLang="en-US">
                <a:latin typeface="+mn-lt"/>
              </a:rPr>
              <a:t>CONTENTS</a:t>
            </a:r>
            <a:endParaRPr lang="zh-CN" altLang="en-US">
              <a:latin typeface="+mn-lt"/>
            </a:endParaRPr>
          </a:p>
        </p:txBody>
      </p:sp>
      <p:sp>
        <p:nvSpPr>
          <p:cNvPr id="3" name="标题 2"/>
          <p:cNvSpPr>
            <a:spLocks noGrp="1"/>
          </p:cNvSpPr>
          <p:nvPr>
            <p:ph type="ctrTitle" idx="16385"/>
            <p:custDataLst>
              <p:tags r:id="rId2"/>
            </p:custDataLst>
          </p:nvPr>
        </p:nvSpPr>
        <p:spPr/>
        <p:txBody>
          <a:bodyPr>
            <a:normAutofit fontScale="90000"/>
          </a:bodyPr>
          <a:p>
            <a:r>
              <a:rPr lang="zh-CN" altLang="en-US">
                <a:latin typeface="+mj-lt"/>
              </a:rPr>
              <a:t>目录</a:t>
            </a:r>
            <a:endParaRPr lang="zh-CN" altLang="en-US">
              <a:latin typeface="+mj-lt"/>
            </a:endParaRPr>
          </a:p>
        </p:txBody>
      </p:sp>
      <p:sp>
        <p:nvSpPr>
          <p:cNvPr id="4" name="文本占位符 3"/>
          <p:cNvSpPr>
            <a:spLocks noGrp="1"/>
          </p:cNvSpPr>
          <p:nvPr>
            <p:ph type="body" idx="16388"/>
            <p:custDataLst>
              <p:tags r:id="rId3"/>
            </p:custDataLst>
          </p:nvPr>
        </p:nvSpPr>
        <p:spPr/>
        <p:txBody>
          <a:bodyPr/>
          <a:p>
            <a:r>
              <a:rPr lang="en-US" altLang="en-US">
                <a:latin typeface="+mn-lt"/>
              </a:rPr>
              <a:t>01</a:t>
            </a:r>
            <a:endParaRPr lang="en-US" altLang="en-US">
              <a:latin typeface="+mn-lt"/>
            </a:endParaRPr>
          </a:p>
        </p:txBody>
      </p:sp>
      <p:sp>
        <p:nvSpPr>
          <p:cNvPr id="5" name="装饰  3"/>
          <p:cNvSpPr>
            <a:spLocks noGrp="1"/>
          </p:cNvSpPr>
          <p:nvPr>
            <p:ph type="body" idx="16399"/>
            <p:custDataLst>
              <p:tags r:id="rId4"/>
            </p:custDataLst>
          </p:nvPr>
        </p:nvSpPr>
        <p:spPr/>
        <p:txBody>
          <a:bodyPr/>
          <a:p>
            <a:r>
              <a:rPr lang="zh-CN" altLang="en-US">
                <a:latin typeface="+mn-lt"/>
              </a:rPr>
              <a:t> </a:t>
            </a:r>
            <a:endParaRPr lang="zh-CN" altLang="en-US">
              <a:latin typeface="+mn-lt"/>
            </a:endParaRPr>
          </a:p>
        </p:txBody>
      </p:sp>
      <p:sp>
        <p:nvSpPr>
          <p:cNvPr id="6" name="文本占位符 5"/>
          <p:cNvSpPr>
            <a:spLocks noGrp="1"/>
          </p:cNvSpPr>
          <p:nvPr>
            <p:ph type="body" idx="16387"/>
            <p:custDataLst>
              <p:tags r:id="rId5"/>
            </p:custDataLst>
          </p:nvPr>
        </p:nvSpPr>
        <p:spPr/>
        <p:txBody>
          <a:bodyPr>
            <a:normAutofit/>
          </a:bodyPr>
          <a:p>
            <a:r>
              <a:rPr lang="zh-CN" altLang="en-US">
                <a:latin typeface="+mn-lt"/>
              </a:rPr>
              <a:t>引言</a:t>
            </a:r>
            <a:endParaRPr lang="zh-CN" altLang="en-US">
              <a:latin typeface="+mn-lt"/>
            </a:endParaRPr>
          </a:p>
        </p:txBody>
      </p:sp>
      <p:sp>
        <p:nvSpPr>
          <p:cNvPr id="7" name="文本占位符 6"/>
          <p:cNvSpPr>
            <a:spLocks noGrp="1"/>
          </p:cNvSpPr>
          <p:nvPr>
            <p:ph type="body" idx="16390"/>
            <p:custDataLst>
              <p:tags r:id="rId6"/>
            </p:custDataLst>
          </p:nvPr>
        </p:nvSpPr>
        <p:spPr/>
        <p:txBody>
          <a:bodyPr/>
          <a:p>
            <a:r>
              <a:rPr lang="en-US" altLang="en-US">
                <a:latin typeface="+mn-lt"/>
              </a:rPr>
              <a:t>02</a:t>
            </a:r>
            <a:endParaRPr lang="en-US" altLang="en-US">
              <a:latin typeface="+mn-lt"/>
            </a:endParaRPr>
          </a:p>
        </p:txBody>
      </p:sp>
      <p:sp>
        <p:nvSpPr>
          <p:cNvPr id="8" name="装饰  6"/>
          <p:cNvSpPr>
            <a:spLocks noGrp="1"/>
          </p:cNvSpPr>
          <p:nvPr>
            <p:ph type="body" idx="16400"/>
            <p:custDataLst>
              <p:tags r:id="rId7"/>
            </p:custDataLst>
          </p:nvPr>
        </p:nvSpPr>
        <p:spPr/>
        <p:txBody>
          <a:bodyPr/>
          <a:p>
            <a:r>
              <a:rPr lang="zh-CN" altLang="en-US">
                <a:latin typeface="+mn-lt"/>
              </a:rPr>
              <a:t> </a:t>
            </a:r>
            <a:endParaRPr lang="zh-CN" altLang="en-US">
              <a:latin typeface="+mn-lt"/>
            </a:endParaRPr>
          </a:p>
        </p:txBody>
      </p:sp>
      <p:sp>
        <p:nvSpPr>
          <p:cNvPr id="9" name="文本占位符 8"/>
          <p:cNvSpPr>
            <a:spLocks noGrp="1"/>
          </p:cNvSpPr>
          <p:nvPr>
            <p:ph type="body" idx="16389"/>
            <p:custDataLst>
              <p:tags r:id="rId8"/>
            </p:custDataLst>
          </p:nvPr>
        </p:nvSpPr>
        <p:spPr/>
        <p:txBody>
          <a:bodyPr>
            <a:normAutofit/>
          </a:bodyPr>
          <a:p>
            <a:r>
              <a:rPr lang="zh-CN" altLang="en-US">
                <a:latin typeface="+mn-lt"/>
              </a:rPr>
              <a:t>项目主要阶段与任务</a:t>
            </a:r>
            <a:endParaRPr lang="zh-CN" altLang="en-US">
              <a:latin typeface="+mn-lt"/>
            </a:endParaRPr>
          </a:p>
        </p:txBody>
      </p:sp>
      <p:sp>
        <p:nvSpPr>
          <p:cNvPr id="10" name="文本占位符 9"/>
          <p:cNvSpPr>
            <a:spLocks noGrp="1"/>
          </p:cNvSpPr>
          <p:nvPr>
            <p:ph type="body" idx="16392"/>
            <p:custDataLst>
              <p:tags r:id="rId9"/>
            </p:custDataLst>
          </p:nvPr>
        </p:nvSpPr>
        <p:spPr/>
        <p:txBody>
          <a:bodyPr/>
          <a:p>
            <a:r>
              <a:rPr lang="en-US" altLang="en-US">
                <a:latin typeface="+mn-lt"/>
              </a:rPr>
              <a:t>03</a:t>
            </a:r>
            <a:endParaRPr lang="en-US" altLang="en-US">
              <a:latin typeface="+mn-lt"/>
            </a:endParaRPr>
          </a:p>
        </p:txBody>
      </p:sp>
      <p:sp>
        <p:nvSpPr>
          <p:cNvPr id="11" name="装饰  9"/>
          <p:cNvSpPr>
            <a:spLocks noGrp="1"/>
          </p:cNvSpPr>
          <p:nvPr>
            <p:ph type="body" idx="16401"/>
            <p:custDataLst>
              <p:tags r:id="rId10"/>
            </p:custDataLst>
          </p:nvPr>
        </p:nvSpPr>
        <p:spPr/>
        <p:txBody>
          <a:bodyPr/>
          <a:p>
            <a:r>
              <a:rPr lang="zh-CN" altLang="en-US">
                <a:latin typeface="+mn-lt"/>
              </a:rPr>
              <a:t> </a:t>
            </a:r>
            <a:endParaRPr lang="zh-CN" altLang="en-US">
              <a:latin typeface="+mn-lt"/>
            </a:endParaRPr>
          </a:p>
        </p:txBody>
      </p:sp>
      <p:sp>
        <p:nvSpPr>
          <p:cNvPr id="12" name="文本占位符 11"/>
          <p:cNvSpPr>
            <a:spLocks noGrp="1"/>
          </p:cNvSpPr>
          <p:nvPr>
            <p:ph type="body" idx="16391"/>
            <p:custDataLst>
              <p:tags r:id="rId11"/>
            </p:custDataLst>
          </p:nvPr>
        </p:nvSpPr>
        <p:spPr/>
        <p:txBody>
          <a:bodyPr>
            <a:normAutofit/>
          </a:bodyPr>
          <a:p>
            <a:r>
              <a:rPr lang="zh-CN" altLang="en-US">
                <a:latin typeface="+mn-lt"/>
              </a:rPr>
              <a:t>前期调研与数据分析</a:t>
            </a:r>
            <a:endParaRPr lang="zh-CN" altLang="en-US">
              <a:latin typeface="+mn-lt"/>
            </a:endParaRPr>
          </a:p>
        </p:txBody>
      </p:sp>
      <p:sp>
        <p:nvSpPr>
          <p:cNvPr id="13" name="文本占位符 12"/>
          <p:cNvSpPr>
            <a:spLocks noGrp="1"/>
          </p:cNvSpPr>
          <p:nvPr>
            <p:ph type="body" idx="16394"/>
            <p:custDataLst>
              <p:tags r:id="rId12"/>
            </p:custDataLst>
          </p:nvPr>
        </p:nvSpPr>
        <p:spPr/>
        <p:txBody>
          <a:bodyPr/>
          <a:p>
            <a:r>
              <a:rPr lang="en-US" altLang="en-US">
                <a:latin typeface="+mn-lt"/>
              </a:rPr>
              <a:t>04</a:t>
            </a:r>
            <a:endParaRPr lang="en-US" altLang="en-US">
              <a:latin typeface="+mn-lt"/>
            </a:endParaRPr>
          </a:p>
        </p:txBody>
      </p:sp>
      <p:sp>
        <p:nvSpPr>
          <p:cNvPr id="14" name="装饰  2"/>
          <p:cNvSpPr>
            <a:spLocks noGrp="1"/>
          </p:cNvSpPr>
          <p:nvPr>
            <p:ph type="body" idx="16402"/>
            <p:custDataLst>
              <p:tags r:id="rId13"/>
            </p:custDataLst>
          </p:nvPr>
        </p:nvSpPr>
        <p:spPr/>
        <p:txBody>
          <a:bodyPr/>
          <a:p>
            <a:r>
              <a:rPr lang="zh-CN" altLang="en-US">
                <a:latin typeface="+mn-lt"/>
              </a:rPr>
              <a:t> </a:t>
            </a:r>
            <a:endParaRPr lang="zh-CN" altLang="en-US">
              <a:latin typeface="+mn-lt"/>
            </a:endParaRPr>
          </a:p>
        </p:txBody>
      </p:sp>
      <p:sp>
        <p:nvSpPr>
          <p:cNvPr id="15" name="文本占位符 14"/>
          <p:cNvSpPr>
            <a:spLocks noGrp="1"/>
          </p:cNvSpPr>
          <p:nvPr>
            <p:ph type="body" idx="16393"/>
            <p:custDataLst>
              <p:tags r:id="rId14"/>
            </p:custDataLst>
          </p:nvPr>
        </p:nvSpPr>
        <p:spPr/>
        <p:txBody>
          <a:bodyPr>
            <a:normAutofit/>
          </a:bodyPr>
          <a:p>
            <a:r>
              <a:rPr lang="zh-CN" altLang="en-US">
                <a:latin typeface="+mn-lt"/>
              </a:rPr>
              <a:t>策略思路与改进点</a:t>
            </a:r>
            <a:endParaRPr lang="zh-CN" altLang="en-US">
              <a:latin typeface="+mn-lt"/>
            </a:endParaRPr>
          </a:p>
        </p:txBody>
      </p:sp>
      <p:sp>
        <p:nvSpPr>
          <p:cNvPr id="16" name="文本占位符 15"/>
          <p:cNvSpPr>
            <a:spLocks noGrp="1"/>
          </p:cNvSpPr>
          <p:nvPr>
            <p:ph type="body" idx="16396"/>
            <p:custDataLst>
              <p:tags r:id="rId15"/>
            </p:custDataLst>
          </p:nvPr>
        </p:nvSpPr>
        <p:spPr/>
        <p:txBody>
          <a:bodyPr/>
          <a:p>
            <a:r>
              <a:rPr lang="en-US" altLang="en-US">
                <a:latin typeface="+mn-lt"/>
              </a:rPr>
              <a:t>05</a:t>
            </a:r>
            <a:endParaRPr lang="en-US" altLang="en-US">
              <a:latin typeface="+mn-lt"/>
            </a:endParaRPr>
          </a:p>
        </p:txBody>
      </p:sp>
      <p:sp>
        <p:nvSpPr>
          <p:cNvPr id="17" name="装饰  5"/>
          <p:cNvSpPr>
            <a:spLocks noGrp="1"/>
          </p:cNvSpPr>
          <p:nvPr>
            <p:ph type="body" idx="16403"/>
            <p:custDataLst>
              <p:tags r:id="rId16"/>
            </p:custDataLst>
          </p:nvPr>
        </p:nvSpPr>
        <p:spPr/>
        <p:txBody>
          <a:bodyPr/>
          <a:p>
            <a:r>
              <a:rPr lang="zh-CN" altLang="en-US">
                <a:latin typeface="+mn-lt"/>
              </a:rPr>
              <a:t> </a:t>
            </a:r>
            <a:endParaRPr lang="zh-CN" altLang="en-US">
              <a:latin typeface="+mn-lt"/>
            </a:endParaRPr>
          </a:p>
        </p:txBody>
      </p:sp>
      <p:sp>
        <p:nvSpPr>
          <p:cNvPr id="18" name="文本占位符 17"/>
          <p:cNvSpPr>
            <a:spLocks noGrp="1"/>
          </p:cNvSpPr>
          <p:nvPr>
            <p:ph type="body" idx="16395"/>
            <p:custDataLst>
              <p:tags r:id="rId17"/>
            </p:custDataLst>
          </p:nvPr>
        </p:nvSpPr>
        <p:spPr/>
        <p:txBody>
          <a:bodyPr>
            <a:normAutofit/>
          </a:bodyPr>
          <a:p>
            <a:r>
              <a:rPr lang="zh-CN" altLang="en-US">
                <a:latin typeface="+mn-lt"/>
              </a:rPr>
              <a:t>仿真环境与流程</a:t>
            </a:r>
            <a:endParaRPr lang="zh-CN" altLang="en-US">
              <a:latin typeface="+mn-lt"/>
            </a:endParaRPr>
          </a:p>
        </p:txBody>
      </p:sp>
      <p:sp>
        <p:nvSpPr>
          <p:cNvPr id="19" name="文本占位符 18"/>
          <p:cNvSpPr>
            <a:spLocks noGrp="1"/>
          </p:cNvSpPr>
          <p:nvPr>
            <p:ph type="body" idx="16398"/>
            <p:custDataLst>
              <p:tags r:id="rId18"/>
            </p:custDataLst>
          </p:nvPr>
        </p:nvSpPr>
        <p:spPr/>
        <p:txBody>
          <a:bodyPr/>
          <a:p>
            <a:r>
              <a:rPr lang="en-US" altLang="en-US">
                <a:latin typeface="+mn-lt"/>
              </a:rPr>
              <a:t>06</a:t>
            </a:r>
            <a:endParaRPr lang="en-US" altLang="en-US">
              <a:latin typeface="+mn-lt"/>
            </a:endParaRPr>
          </a:p>
        </p:txBody>
      </p:sp>
      <p:sp>
        <p:nvSpPr>
          <p:cNvPr id="20" name="装饰  8"/>
          <p:cNvSpPr>
            <a:spLocks noGrp="1"/>
          </p:cNvSpPr>
          <p:nvPr>
            <p:ph type="body" idx="16404"/>
            <p:custDataLst>
              <p:tags r:id="rId19"/>
            </p:custDataLst>
          </p:nvPr>
        </p:nvSpPr>
        <p:spPr/>
        <p:txBody>
          <a:bodyPr/>
          <a:p>
            <a:r>
              <a:rPr lang="zh-CN" altLang="en-US">
                <a:latin typeface="+mn-lt"/>
              </a:rPr>
              <a:t> </a:t>
            </a:r>
            <a:endParaRPr lang="zh-CN" altLang="en-US">
              <a:latin typeface="+mn-lt"/>
            </a:endParaRPr>
          </a:p>
        </p:txBody>
      </p:sp>
      <p:sp>
        <p:nvSpPr>
          <p:cNvPr id="21" name="文本占位符 20"/>
          <p:cNvSpPr>
            <a:spLocks noGrp="1"/>
          </p:cNvSpPr>
          <p:nvPr>
            <p:ph type="body" idx="16397"/>
            <p:custDataLst>
              <p:tags r:id="rId20"/>
            </p:custDataLst>
          </p:nvPr>
        </p:nvSpPr>
        <p:spPr/>
        <p:txBody>
          <a:bodyPr>
            <a:normAutofit/>
          </a:bodyPr>
          <a:p>
            <a:r>
              <a:rPr lang="zh-CN" altLang="en-US">
                <a:latin typeface="+mn-lt"/>
              </a:rPr>
              <a:t>初步结果与分析</a:t>
            </a:r>
            <a:endParaRPr lang="zh-CN" altLang="en-US">
              <a:latin typeface="+mn-lt"/>
            </a:endParaRPr>
          </a:p>
        </p:txBody>
      </p:sp>
    </p:spTree>
    <p:custDataLst>
      <p:tags r:id="rId2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idx="17826049"/>
            <p:custDataLst>
              <p:tags r:id="rId1"/>
            </p:custDataLst>
          </p:nvPr>
        </p:nvSpPr>
        <p:spPr>
          <a:xfrm>
            <a:off x="4503388" y="3775621"/>
            <a:ext cx="2543104" cy="1524000"/>
          </a:xfrm>
        </p:spPr>
        <p:txBody>
          <a:bodyPr/>
          <a:p>
            <a:r>
              <a:rPr altLang="en-US"/>
              <a:t>引言</a:t>
            </a:r>
            <a:endParaRPr altLang="en-US"/>
          </a:p>
        </p:txBody>
      </p:sp>
      <p:sp>
        <p:nvSpPr>
          <p:cNvPr id="3" name="文本占位符 2"/>
          <p:cNvSpPr>
            <a:spLocks noGrp="1"/>
          </p:cNvSpPr>
          <p:nvPr>
            <p:ph type="body" sz="quarter" idx="17826561"/>
            <p:custDataLst>
              <p:tags r:id="rId2"/>
            </p:custDataLst>
          </p:nvPr>
        </p:nvSpPr>
        <p:spPr>
          <a:xfrm>
            <a:off x="4503388" y="1854175"/>
            <a:ext cx="2543099" cy="1524000"/>
          </a:xfrm>
        </p:spPr>
        <p:txBody>
          <a:bodyPr>
            <a:normAutofit lnSpcReduction="10000"/>
          </a:bodyPr>
          <a:p>
            <a:pPr marL="0" indent="0" algn="ctr">
              <a:buNone/>
            </a:pPr>
            <a:r>
              <a:rPr lang="en-US" altLang="en-US" sz="8000"/>
              <a:t>01</a:t>
            </a:r>
            <a:endParaRPr lang="en-US" altLang="en-US" sz="8000"/>
          </a:p>
        </p:txBody>
      </p:sp>
      <p:cxnSp>
        <p:nvCxnSpPr>
          <p:cNvPr id="4" name="直接连接符 3"/>
          <p:cNvCxnSpPr/>
          <p:nvPr userDrawn="1"/>
        </p:nvCxnSpPr>
        <p:spPr>
          <a:xfrm>
            <a:off x="3531235" y="3428975"/>
            <a:ext cx="4487347" cy="0"/>
          </a:xfrm>
          <a:prstGeom prst="line">
            <a:avLst/>
          </a:prstGeom>
          <a:ln w="1905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noAutofit/>
          </a:bodyPr>
          <a:p>
            <a:r>
              <a:rPr lang="zh-CN" altLang="en-US">
                <a:latin typeface="+mj-lt"/>
              </a:rPr>
              <a:t>项目概述</a:t>
            </a:r>
            <a:endParaRPr lang="zh-CN" altLang="en-US">
              <a:latin typeface="+mj-lt"/>
            </a:endParaRPr>
          </a:p>
        </p:txBody>
      </p:sp>
      <p:sp>
        <p:nvSpPr>
          <p:cNvPr id="5" name="文本占位符 4"/>
          <p:cNvSpPr>
            <a:spLocks noGrp="1"/>
          </p:cNvSpPr>
          <p:nvPr>
            <p:ph type="body" idx="16386"/>
            <p:custDataLst>
              <p:tags r:id="rId2"/>
            </p:custDataLst>
          </p:nvPr>
        </p:nvSpPr>
        <p:spPr>
          <a:xfrm>
            <a:off x="609565" y="1602051"/>
            <a:ext cx="5181600" cy="406400"/>
          </a:xfrm>
        </p:spPr>
        <p:txBody>
          <a:bodyPr>
            <a:noAutofit/>
          </a:bodyPr>
          <a:p>
            <a:r>
              <a:rPr lang="zh-CN" altLang="en-US">
                <a:latin typeface="+mn-lt"/>
              </a:rPr>
              <a:t>项目背景与目标</a:t>
            </a:r>
            <a:endParaRPr lang="zh-CN" altLang="en-US">
              <a:latin typeface="+mn-lt"/>
            </a:endParaRPr>
          </a:p>
        </p:txBody>
      </p:sp>
      <p:sp>
        <p:nvSpPr>
          <p:cNvPr id="6" name="文本占位符 5"/>
          <p:cNvSpPr>
            <a:spLocks noGrp="1"/>
          </p:cNvSpPr>
          <p:nvPr>
            <p:ph type="body" idx="16387"/>
            <p:custDataLst>
              <p:tags r:id="rId3"/>
            </p:custDataLst>
          </p:nvPr>
        </p:nvSpPr>
        <p:spPr>
          <a:xfrm>
            <a:off x="609565" y="2160851"/>
            <a:ext cx="5181600" cy="3873903"/>
          </a:xfrm>
        </p:spPr>
        <p:txBody>
          <a:bodyPr>
            <a:noAutofit/>
          </a:bodyPr>
          <a:p>
            <a:r>
              <a:rPr lang="zh-CN" altLang="en-US" sz="1800">
                <a:solidFill>
                  <a:schemeClr val="tx1"/>
                </a:solidFill>
                <a:latin typeface="+mn-lt"/>
                <a:cs typeface="Arial" panose="020B0604020202020204" pitchFamily="34" charset="0"/>
              </a:rPr>
              <a:t>在智能制造与工业</a:t>
            </a:r>
            <a:r>
              <a:rPr lang="en-US" altLang="zh-CN" sz="1800">
                <a:solidFill>
                  <a:schemeClr val="tx1"/>
                </a:solidFill>
                <a:latin typeface="+mn-lt"/>
                <a:cs typeface="Arial" panose="020B0604020202020204" pitchFamily="34" charset="0"/>
              </a:rPr>
              <a:t> 4.0 </a:t>
            </a:r>
            <a:r>
              <a:rPr lang="zh-CN" altLang="en-US" sz="1800">
                <a:solidFill>
                  <a:schemeClr val="tx1"/>
                </a:solidFill>
                <a:latin typeface="+mn-lt"/>
                <a:cs typeface="Arial" panose="020B0604020202020204" pitchFamily="34" charset="0"/>
              </a:rPr>
              <a:t>背景下，自动化立体仓库（</a:t>
            </a:r>
            <a:r>
              <a:rPr lang="en-US" altLang="zh-CN" sz="1800">
                <a:solidFill>
                  <a:schemeClr val="tx1"/>
                </a:solidFill>
                <a:latin typeface="+mn-lt"/>
                <a:cs typeface="Arial" panose="020B0604020202020204" pitchFamily="34" charset="0"/>
              </a:rPr>
              <a:t>AS/RS</a:t>
            </a:r>
            <a:r>
              <a:rPr lang="zh-CN" altLang="en-US" sz="1800">
                <a:solidFill>
                  <a:schemeClr val="tx1"/>
                </a:solidFill>
                <a:latin typeface="+mn-lt"/>
                <a:cs typeface="Arial" panose="020B0604020202020204" pitchFamily="34" charset="0"/>
              </a:rPr>
              <a:t>）成为企业物流核心环节。传统基于静态规则的调度方式难以应对复杂业务场景，普遍存在设备负载不均、完工时间长及响应滞后等问题。</a:t>
            </a:r>
            <a:endParaRPr lang="zh-CN" altLang="en-US" sz="1800">
              <a:solidFill>
                <a:schemeClr val="tx1"/>
              </a:solidFill>
              <a:latin typeface="+mn-lt"/>
              <a:cs typeface="Arial" panose="020B0604020202020204" pitchFamily="34" charset="0"/>
            </a:endParaRPr>
          </a:p>
          <a:p>
            <a:r>
              <a:rPr lang="zh-CN" altLang="en-US" sz="1800">
                <a:solidFill>
                  <a:schemeClr val="tx1"/>
                </a:solidFill>
                <a:latin typeface="+mn-lt"/>
                <a:cs typeface="Arial" panose="020B0604020202020204" pitchFamily="34" charset="0"/>
              </a:rPr>
              <a:t>本算法包引入基于实时状态的智能调度优化，通过标准化</a:t>
            </a:r>
            <a:r>
              <a:rPr lang="en-US" altLang="zh-CN" sz="1800">
                <a:solidFill>
                  <a:schemeClr val="tx1"/>
                </a:solidFill>
                <a:latin typeface="+mn-lt"/>
                <a:cs typeface="Arial" panose="020B0604020202020204" pitchFamily="34" charset="0"/>
              </a:rPr>
              <a:t> API </a:t>
            </a:r>
            <a:r>
              <a:rPr lang="zh-CN" altLang="en-US" sz="1800">
                <a:solidFill>
                  <a:schemeClr val="tx1"/>
                </a:solidFill>
                <a:latin typeface="+mn-lt"/>
                <a:cs typeface="Arial" panose="020B0604020202020204" pitchFamily="34" charset="0"/>
              </a:rPr>
              <a:t>与现有</a:t>
            </a:r>
            <a:r>
              <a:rPr lang="en-US" altLang="zh-CN" sz="1800">
                <a:solidFill>
                  <a:schemeClr val="tx1"/>
                </a:solidFill>
                <a:latin typeface="+mn-lt"/>
                <a:cs typeface="Arial" panose="020B0604020202020204" pitchFamily="34" charset="0"/>
              </a:rPr>
              <a:t> WCS </a:t>
            </a:r>
            <a:r>
              <a:rPr lang="zh-CN" altLang="en-US" sz="1800">
                <a:solidFill>
                  <a:schemeClr val="tx1"/>
                </a:solidFill>
                <a:latin typeface="+mn-lt"/>
                <a:cs typeface="Arial" panose="020B0604020202020204" pitchFamily="34" charset="0"/>
              </a:rPr>
              <a:t>系统集成，在无需硬件改造的前提下，实现出入库协同优化、负载均衡与多场景适配，提升系统整体效率与运行稳定性。</a:t>
            </a:r>
            <a:endParaRPr lang="zh-CN" altLang="en-US" sz="1800">
              <a:solidFill>
                <a:schemeClr val="tx1"/>
              </a:solidFill>
              <a:latin typeface="+mn-lt"/>
              <a:cs typeface="Arial" panose="020B0604020202020204" pitchFamily="34" charset="0"/>
            </a:endParaRPr>
          </a:p>
        </p:txBody>
      </p:sp>
      <p:sp>
        <p:nvSpPr>
          <p:cNvPr id="21" name="文本占位符 20"/>
          <p:cNvSpPr>
            <a:spLocks noGrp="1"/>
          </p:cNvSpPr>
          <p:nvPr>
            <p:ph type="body" idx="16388"/>
            <p:custDataLst>
              <p:tags r:id="rId4"/>
            </p:custDataLst>
          </p:nvPr>
        </p:nvSpPr>
        <p:spPr>
          <a:xfrm>
            <a:off x="6400765" y="1602051"/>
            <a:ext cx="5181600" cy="406400"/>
          </a:xfrm>
        </p:spPr>
        <p:txBody>
          <a:bodyPr>
            <a:noAutofit/>
          </a:bodyPr>
          <a:p>
            <a:r>
              <a:rPr lang="zh-CN" altLang="en-US">
                <a:latin typeface="+mn-lt"/>
              </a:rPr>
              <a:t>主要场景</a:t>
            </a:r>
            <a:endParaRPr lang="zh-CN" altLang="en-US">
              <a:latin typeface="+mn-lt"/>
            </a:endParaRPr>
          </a:p>
        </p:txBody>
      </p:sp>
      <p:grpSp>
        <p:nvGrpSpPr>
          <p:cNvPr id="35" name="组合 34"/>
          <p:cNvGrpSpPr/>
          <p:nvPr userDrawn="1"/>
        </p:nvGrpSpPr>
        <p:grpSpPr>
          <a:xfrm>
            <a:off x="6326804" y="2160851"/>
            <a:ext cx="5362503" cy="3738313"/>
            <a:chOff x="10080" y="4160"/>
            <a:chExt cx="8309" cy="4425"/>
          </a:xfrm>
        </p:grpSpPr>
        <p:sp>
          <p:nvSpPr>
            <p:cNvPr id="31" name="矩形 30"/>
            <p:cNvSpPr/>
            <p:nvPr userDrawn="1"/>
          </p:nvSpPr>
          <p:spPr>
            <a:xfrm>
              <a:off x="10080" y="4160"/>
              <a:ext cx="4155" cy="2213"/>
            </a:xfrm>
            <a:prstGeom prst="rect">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endParaRPr lang="zh-CN" altLang="en-US">
                <a:solidFill>
                  <a:srgbClr val="000000"/>
                </a:solidFill>
              </a:endParaRPr>
            </a:p>
          </p:txBody>
        </p:sp>
        <p:sp>
          <p:nvSpPr>
            <p:cNvPr id="32" name="矩形 31"/>
            <p:cNvSpPr/>
            <p:nvPr userDrawn="1"/>
          </p:nvSpPr>
          <p:spPr>
            <a:xfrm>
              <a:off x="14235" y="6373"/>
              <a:ext cx="4155" cy="2213"/>
            </a:xfrm>
            <a:prstGeom prst="rect">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endParaRPr lang="zh-CN" altLang="en-US">
                <a:solidFill>
                  <a:srgbClr val="000000"/>
                </a:solidFill>
              </a:endParaRPr>
            </a:p>
          </p:txBody>
        </p:sp>
        <p:sp>
          <p:nvSpPr>
            <p:cNvPr id="33" name="矩形 32"/>
            <p:cNvSpPr/>
            <p:nvPr userDrawn="1"/>
          </p:nvSpPr>
          <p:spPr>
            <a:xfrm>
              <a:off x="14235" y="4160"/>
              <a:ext cx="4155" cy="2213"/>
            </a:xfrm>
            <a:prstGeom prst="rect">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endParaRPr lang="zh-CN" altLang="en-US">
                <a:solidFill>
                  <a:srgbClr val="000000"/>
                </a:solidFill>
              </a:endParaRPr>
            </a:p>
          </p:txBody>
        </p:sp>
        <p:sp>
          <p:nvSpPr>
            <p:cNvPr id="34" name="矩形 33"/>
            <p:cNvSpPr/>
            <p:nvPr userDrawn="1"/>
          </p:nvSpPr>
          <p:spPr>
            <a:xfrm>
              <a:off x="10080" y="6373"/>
              <a:ext cx="4155" cy="2213"/>
            </a:xfrm>
            <a:prstGeom prst="rect">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endParaRPr lang="zh-CN" altLang="en-US">
                <a:solidFill>
                  <a:srgbClr val="000000"/>
                </a:solidFill>
              </a:endParaRPr>
            </a:p>
          </p:txBody>
        </p:sp>
      </p:grpSp>
      <p:sp>
        <p:nvSpPr>
          <p:cNvPr id="36" name="文本框 35"/>
          <p:cNvSpPr txBox="1"/>
          <p:nvPr userDrawn="1"/>
        </p:nvSpPr>
        <p:spPr>
          <a:xfrm>
            <a:off x="6319485" y="2491637"/>
            <a:ext cx="2685415" cy="1538891"/>
          </a:xfrm>
          <a:prstGeom prst="rect">
            <a:avLst/>
          </a:prstGeom>
        </p:spPr>
        <p:txBody>
          <a:bodyPr wrap="square" rtlCol="0">
            <a:noAutofit/>
          </a:bodyPr>
          <a:p>
            <a:r>
              <a:rPr lang="zh-CN" altLang="en-US"/>
              <a:t>以入库阶段的纵梁配对与高低位成对存放为核心约束，调度重点在于货位选择与配对完整性保障。</a:t>
            </a:r>
            <a:endParaRPr lang="zh-CN" altLang="en-US"/>
          </a:p>
        </p:txBody>
      </p:sp>
      <p:sp>
        <p:nvSpPr>
          <p:cNvPr id="37" name="文本框 36"/>
          <p:cNvSpPr txBox="1"/>
          <p:nvPr userDrawn="1"/>
        </p:nvSpPr>
        <p:spPr>
          <a:xfrm>
            <a:off x="9008073" y="2491637"/>
            <a:ext cx="2685415" cy="1538891"/>
          </a:xfrm>
          <a:prstGeom prst="rect">
            <a:avLst/>
          </a:prstGeom>
        </p:spPr>
        <p:txBody>
          <a:bodyPr wrap="square" rtlCol="0">
            <a:normAutofit lnSpcReduction="20000"/>
          </a:bodyPr>
          <a:p>
            <a:r>
              <a:rPr lang="zh-CN" altLang="en-US"/>
              <a:t>以出库阶段按生产计划完成</a:t>
            </a:r>
            <a:r>
              <a:rPr lang="en-US" altLang="zh-CN"/>
              <a:t>“</a:t>
            </a:r>
            <a:r>
              <a:rPr lang="zh-CN" altLang="en-US"/>
              <a:t>车辆份</a:t>
            </a:r>
            <a:r>
              <a:rPr lang="en-US" altLang="zh-CN"/>
              <a:t>”</a:t>
            </a:r>
            <a:r>
              <a:rPr lang="zh-CN" altLang="en-US"/>
              <a:t>纵梁配对出库为核心特征，调度需紧密结合产线计划统一组织出库任务。</a:t>
            </a:r>
            <a:endParaRPr lang="zh-CN" altLang="en-US"/>
          </a:p>
        </p:txBody>
      </p:sp>
      <p:sp>
        <p:nvSpPr>
          <p:cNvPr id="38" name="文本框 37"/>
          <p:cNvSpPr txBox="1"/>
          <p:nvPr userDrawn="1"/>
        </p:nvSpPr>
        <p:spPr>
          <a:xfrm>
            <a:off x="6326750" y="4385913"/>
            <a:ext cx="2685415" cy="1514237"/>
          </a:xfrm>
          <a:prstGeom prst="rect">
            <a:avLst/>
          </a:prstGeom>
        </p:spPr>
        <p:txBody>
          <a:bodyPr wrap="square" rtlCol="0">
            <a:normAutofit/>
          </a:bodyPr>
          <a:p>
            <a:r>
              <a:rPr lang="zh-CN" altLang="en-US"/>
              <a:t>不涉及纵梁配对决策，单货位对应完整纵梁组合，调度重点在于提升入出库效率与巷道资源利用率。</a:t>
            </a:r>
            <a:endParaRPr lang="zh-CN" altLang="en-US"/>
          </a:p>
        </p:txBody>
      </p:sp>
      <p:sp>
        <p:nvSpPr>
          <p:cNvPr id="39" name="文本框 38"/>
          <p:cNvSpPr txBox="1"/>
          <p:nvPr userDrawn="1"/>
        </p:nvSpPr>
        <p:spPr>
          <a:xfrm>
            <a:off x="9008098" y="4363232"/>
            <a:ext cx="2685415" cy="1536919"/>
          </a:xfrm>
          <a:prstGeom prst="rect">
            <a:avLst/>
          </a:prstGeom>
        </p:spPr>
        <p:txBody>
          <a:bodyPr wrap="square" rtlCol="0">
            <a:normAutofit lnSpcReduction="20000"/>
          </a:bodyPr>
          <a:p>
            <a:r>
              <a:rPr lang="zh-CN" altLang="en-US"/>
              <a:t>面向整车生产节拍的车身缓存与周转场景，调度重点在于出库顺序控制、多巷道并行与计划协同。</a:t>
            </a:r>
            <a:endParaRPr lang="zh-CN" altLang="en-US"/>
          </a:p>
        </p:txBody>
      </p:sp>
      <p:sp>
        <p:nvSpPr>
          <p:cNvPr id="40" name="矩形 39"/>
          <p:cNvSpPr/>
          <p:nvPr userDrawn="1"/>
        </p:nvSpPr>
        <p:spPr>
          <a:xfrm>
            <a:off x="6323295" y="2158946"/>
            <a:ext cx="2684803" cy="332740"/>
          </a:xfrm>
          <a:prstGeom prst="rect">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r>
              <a:rPr lang="zh-CN" altLang="en-US">
                <a:solidFill>
                  <a:srgbClr val="000000"/>
                </a:solidFill>
              </a:rPr>
              <a:t>入库配对型纵梁立体库</a:t>
            </a:r>
            <a:endParaRPr lang="zh-CN" altLang="en-US">
              <a:solidFill>
                <a:srgbClr val="000000"/>
              </a:solidFill>
            </a:endParaRPr>
          </a:p>
        </p:txBody>
      </p:sp>
      <p:sp>
        <p:nvSpPr>
          <p:cNvPr id="41" name="矩形 40"/>
          <p:cNvSpPr/>
          <p:nvPr userDrawn="1"/>
        </p:nvSpPr>
        <p:spPr>
          <a:xfrm>
            <a:off x="9008098" y="2160907"/>
            <a:ext cx="2684803" cy="332740"/>
          </a:xfrm>
          <a:prstGeom prst="rect">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endParaRPr lang="zh-CN" altLang="en-US">
              <a:solidFill>
                <a:srgbClr val="000000"/>
              </a:solidFill>
            </a:endParaRPr>
          </a:p>
        </p:txBody>
      </p:sp>
      <p:sp>
        <p:nvSpPr>
          <p:cNvPr id="42" name="矩形 41"/>
          <p:cNvSpPr/>
          <p:nvPr userDrawn="1"/>
        </p:nvSpPr>
        <p:spPr>
          <a:xfrm>
            <a:off x="6326750" y="4030528"/>
            <a:ext cx="2677530" cy="332740"/>
          </a:xfrm>
          <a:prstGeom prst="rect">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endParaRPr lang="zh-CN" altLang="en-US">
              <a:solidFill>
                <a:srgbClr val="000000"/>
              </a:solidFill>
            </a:endParaRPr>
          </a:p>
        </p:txBody>
      </p:sp>
      <p:sp>
        <p:nvSpPr>
          <p:cNvPr id="43" name="矩形 42"/>
          <p:cNvSpPr/>
          <p:nvPr userDrawn="1"/>
        </p:nvSpPr>
        <p:spPr>
          <a:xfrm>
            <a:off x="9008098" y="4030528"/>
            <a:ext cx="2684803" cy="332740"/>
          </a:xfrm>
          <a:prstGeom prst="rect">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endParaRPr lang="zh-CN" altLang="en-US">
              <a:solidFill>
                <a:srgbClr val="000000"/>
              </a:solidFill>
            </a:endParaRPr>
          </a:p>
        </p:txBody>
      </p:sp>
      <p:sp>
        <p:nvSpPr>
          <p:cNvPr id="45" name="文本框 44"/>
          <p:cNvSpPr txBox="1"/>
          <p:nvPr/>
        </p:nvSpPr>
        <p:spPr>
          <a:xfrm>
            <a:off x="9008073" y="2140581"/>
            <a:ext cx="2681323" cy="351114"/>
          </a:xfrm>
          <a:prstGeom prst="rect">
            <a:avLst/>
          </a:prstGeom>
          <a:noFill/>
        </p:spPr>
        <p:txBody>
          <a:bodyPr wrap="square" rtlCol="0" anchor="t">
            <a:noAutofit/>
          </a:bodyPr>
          <a:p>
            <a:r>
              <a:rPr lang="zh-CN" altLang="en-US"/>
              <a:t>出库配对型纵梁立体库</a:t>
            </a:r>
            <a:endParaRPr lang="zh-CN" altLang="en-US"/>
          </a:p>
        </p:txBody>
      </p:sp>
      <p:sp>
        <p:nvSpPr>
          <p:cNvPr id="46" name="矩形 45"/>
          <p:cNvSpPr/>
          <p:nvPr userDrawn="1"/>
        </p:nvSpPr>
        <p:spPr>
          <a:xfrm>
            <a:off x="6326750" y="4030556"/>
            <a:ext cx="2681349" cy="332740"/>
          </a:xfrm>
          <a:prstGeom prst="rect">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r>
              <a:rPr lang="zh-CN" altLang="en-US">
                <a:solidFill>
                  <a:srgbClr val="000000"/>
                </a:solidFill>
              </a:rPr>
              <a:t>非配对型纵梁立体库</a:t>
            </a:r>
            <a:endParaRPr lang="zh-CN" altLang="en-US">
              <a:solidFill>
                <a:srgbClr val="000000"/>
              </a:solidFill>
            </a:endParaRPr>
          </a:p>
        </p:txBody>
      </p:sp>
      <p:sp>
        <p:nvSpPr>
          <p:cNvPr id="47" name="矩形 46"/>
          <p:cNvSpPr/>
          <p:nvPr userDrawn="1"/>
        </p:nvSpPr>
        <p:spPr>
          <a:xfrm>
            <a:off x="9008098" y="4030528"/>
            <a:ext cx="2684803" cy="332740"/>
          </a:xfrm>
          <a:prstGeom prst="rect">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r>
              <a:rPr lang="zh-CN" altLang="en-US">
                <a:solidFill>
                  <a:srgbClr val="000000"/>
                </a:solidFill>
              </a:rPr>
              <a:t>车身立体库库</a:t>
            </a:r>
            <a:endParaRPr lang="zh-CN" altLang="en-US">
              <a:solidFill>
                <a:srgbClr val="000000"/>
              </a:solidFill>
            </a:endParaRPr>
          </a:p>
        </p:txBody>
      </p:sp>
    </p:spTree>
    <p:custDataLst>
      <p:tags r:id="rId5"/>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normAutofit/>
          </a:bodyPr>
          <a:p>
            <a:r>
              <a:rPr lang="zh-CN" altLang="en-US"/>
              <a:t>量化指标</a:t>
            </a:r>
            <a:endParaRPr lang="zh-CN" altLang="en-US"/>
          </a:p>
        </p:txBody>
      </p:sp>
      <p:sp>
        <p:nvSpPr>
          <p:cNvPr id="3" name="文本占位符 2"/>
          <p:cNvSpPr>
            <a:spLocks noGrp="1"/>
          </p:cNvSpPr>
          <p:nvPr>
            <p:ph type="body" idx="16388"/>
            <p:custDataLst>
              <p:tags r:id="rId2"/>
            </p:custDataLst>
          </p:nvPr>
        </p:nvSpPr>
        <p:spPr/>
        <p:txBody>
          <a:bodyPr/>
          <a:p>
            <a:r>
              <a:rPr lang="zh-CN" altLang="en-US"/>
              <a:t>01</a:t>
            </a:r>
            <a:endParaRPr lang="zh-CN" altLang="en-US"/>
          </a:p>
        </p:txBody>
      </p:sp>
      <p:sp>
        <p:nvSpPr>
          <p:cNvPr id="4" name="文本占位符 3"/>
          <p:cNvSpPr>
            <a:spLocks noGrp="1"/>
          </p:cNvSpPr>
          <p:nvPr>
            <p:ph type="body" idx="16386"/>
            <p:custDataLst>
              <p:tags r:id="rId3"/>
            </p:custDataLst>
          </p:nvPr>
        </p:nvSpPr>
        <p:spPr/>
        <p:txBody>
          <a:bodyPr>
            <a:normAutofit/>
          </a:bodyPr>
          <a:p>
            <a:r>
              <a:rPr lang="zh-CN" altLang="en-US"/>
              <a:t>出入库效率</a:t>
            </a:r>
            <a:endParaRPr lang="zh-CN" altLang="en-US"/>
          </a:p>
        </p:txBody>
      </p:sp>
      <p:sp>
        <p:nvSpPr>
          <p:cNvPr id="5" name="文本占位符 4"/>
          <p:cNvSpPr>
            <a:spLocks noGrp="1"/>
          </p:cNvSpPr>
          <p:nvPr>
            <p:ph type="body" idx="16387"/>
            <p:custDataLst>
              <p:tags r:id="rId4"/>
            </p:custDataLst>
          </p:nvPr>
        </p:nvSpPr>
        <p:spPr/>
        <p:txBody>
          <a:bodyPr>
            <a:normAutofit/>
          </a:bodyPr>
          <a:p>
            <a:r>
              <a:rPr lang="zh-CN" altLang="en-US"/>
              <a:t>在不新增硬件条件下，出入库效率提升10%；新增硬件后，出库速率从40JPH跃升至50JPH，实现高效运作。</a:t>
            </a:r>
            <a:endParaRPr lang="zh-CN" altLang="en-US"/>
          </a:p>
        </p:txBody>
      </p:sp>
      <p:sp>
        <p:nvSpPr>
          <p:cNvPr id="6" name="文本占位符 5"/>
          <p:cNvSpPr>
            <a:spLocks noGrp="1"/>
          </p:cNvSpPr>
          <p:nvPr>
            <p:ph type="body" idx="16391"/>
            <p:custDataLst>
              <p:tags r:id="rId5"/>
            </p:custDataLst>
          </p:nvPr>
        </p:nvSpPr>
        <p:spPr/>
        <p:txBody>
          <a:bodyPr/>
          <a:p>
            <a:r>
              <a:rPr lang="zh-CN" altLang="en-US"/>
              <a:t>02</a:t>
            </a:r>
            <a:endParaRPr lang="zh-CN" altLang="en-US"/>
          </a:p>
        </p:txBody>
      </p:sp>
      <p:sp>
        <p:nvSpPr>
          <p:cNvPr id="7" name="文本占位符 6"/>
          <p:cNvSpPr>
            <a:spLocks noGrp="1"/>
          </p:cNvSpPr>
          <p:nvPr>
            <p:ph type="body" idx="16389"/>
            <p:custDataLst>
              <p:tags r:id="rId6"/>
            </p:custDataLst>
          </p:nvPr>
        </p:nvSpPr>
        <p:spPr/>
        <p:txBody>
          <a:bodyPr>
            <a:normAutofit/>
          </a:bodyPr>
          <a:p>
            <a:r>
              <a:rPr lang="zh-CN" altLang="en-US"/>
              <a:t>纵梁配对成功率</a:t>
            </a:r>
            <a:endParaRPr lang="zh-CN" altLang="en-US"/>
          </a:p>
        </p:txBody>
      </p:sp>
      <p:sp>
        <p:nvSpPr>
          <p:cNvPr id="8" name="文本占位符 7"/>
          <p:cNvSpPr>
            <a:spLocks noGrp="1"/>
          </p:cNvSpPr>
          <p:nvPr>
            <p:ph type="body" idx="16390"/>
            <p:custDataLst>
              <p:tags r:id="rId7"/>
            </p:custDataLst>
          </p:nvPr>
        </p:nvSpPr>
        <p:spPr/>
        <p:txBody>
          <a:bodyPr>
            <a:normAutofit/>
          </a:bodyPr>
          <a:p>
            <a:r>
              <a:rPr lang="zh-CN" altLang="en-US"/>
              <a:t>纵梁配对成功率由70%大幅提升至95%，显著减少资源浪费并优化生产流程。</a:t>
            </a:r>
            <a:endParaRPr lang="zh-CN" altLang="en-US"/>
          </a:p>
        </p:txBody>
      </p:sp>
      <p:sp>
        <p:nvSpPr>
          <p:cNvPr id="9" name="文本占位符 8"/>
          <p:cNvSpPr>
            <a:spLocks noGrp="1"/>
          </p:cNvSpPr>
          <p:nvPr>
            <p:ph type="body" idx="16394"/>
            <p:custDataLst>
              <p:tags r:id="rId8"/>
            </p:custDataLst>
          </p:nvPr>
        </p:nvSpPr>
        <p:spPr/>
        <p:txBody>
          <a:bodyPr/>
          <a:p>
            <a:r>
              <a:rPr lang="zh-CN" altLang="en-US"/>
              <a:t>03</a:t>
            </a:r>
            <a:endParaRPr lang="zh-CN" altLang="en-US"/>
          </a:p>
        </p:txBody>
      </p:sp>
      <p:sp>
        <p:nvSpPr>
          <p:cNvPr id="10" name="文本占位符 9"/>
          <p:cNvSpPr>
            <a:spLocks noGrp="1"/>
          </p:cNvSpPr>
          <p:nvPr>
            <p:ph type="body" idx="16392"/>
            <p:custDataLst>
              <p:tags r:id="rId9"/>
            </p:custDataLst>
          </p:nvPr>
        </p:nvSpPr>
        <p:spPr/>
        <p:txBody>
          <a:bodyPr>
            <a:normAutofit/>
          </a:bodyPr>
          <a:p>
            <a:r>
              <a:rPr lang="zh-CN" altLang="en-US"/>
              <a:t>设备负载均衡性</a:t>
            </a:r>
            <a:endParaRPr lang="zh-CN" altLang="en-US"/>
          </a:p>
        </p:txBody>
      </p:sp>
      <p:sp>
        <p:nvSpPr>
          <p:cNvPr id="11" name="文本占位符 10"/>
          <p:cNvSpPr>
            <a:spLocks noGrp="1"/>
          </p:cNvSpPr>
          <p:nvPr>
            <p:ph type="body" idx="16393"/>
            <p:custDataLst>
              <p:tags r:id="rId10"/>
            </p:custDataLst>
          </p:nvPr>
        </p:nvSpPr>
        <p:spPr/>
        <p:txBody>
          <a:bodyPr>
            <a:normAutofit/>
          </a:bodyPr>
          <a:p>
            <a:r>
              <a:rPr lang="zh-CN" altLang="en-US"/>
              <a:t>设备负载均衡性控制在±10%以内，确保设备运行稳定性和寿命最大化。</a:t>
            </a:r>
            <a:endParaRPr lang="zh-CN" altLang="en-US"/>
          </a:p>
        </p:txBody>
      </p:sp>
      <p:sp>
        <p:nvSpPr>
          <p:cNvPr id="12" name="文本占位符 11"/>
          <p:cNvSpPr>
            <a:spLocks noGrp="1"/>
          </p:cNvSpPr>
          <p:nvPr>
            <p:ph type="body" idx="16397"/>
            <p:custDataLst>
              <p:tags r:id="rId11"/>
            </p:custDataLst>
          </p:nvPr>
        </p:nvSpPr>
        <p:spPr/>
        <p:txBody>
          <a:bodyPr/>
          <a:p>
            <a:r>
              <a:rPr lang="zh-CN" altLang="en-US"/>
              <a:t>04</a:t>
            </a:r>
            <a:endParaRPr lang="zh-CN" altLang="en-US"/>
          </a:p>
        </p:txBody>
      </p:sp>
      <p:sp>
        <p:nvSpPr>
          <p:cNvPr id="13" name="文本占位符 12"/>
          <p:cNvSpPr>
            <a:spLocks noGrp="1"/>
          </p:cNvSpPr>
          <p:nvPr>
            <p:ph type="body" idx="16395"/>
            <p:custDataLst>
              <p:tags r:id="rId12"/>
            </p:custDataLst>
          </p:nvPr>
        </p:nvSpPr>
        <p:spPr/>
        <p:txBody>
          <a:bodyPr>
            <a:normAutofit/>
          </a:bodyPr>
          <a:p>
            <a:r>
              <a:rPr lang="zh-CN" altLang="en-US"/>
              <a:t>系统性能与稳定性</a:t>
            </a:r>
            <a:endParaRPr lang="zh-CN" altLang="en-US"/>
          </a:p>
        </p:txBody>
      </p:sp>
      <p:sp>
        <p:nvSpPr>
          <p:cNvPr id="14" name="文本占位符 13"/>
          <p:cNvSpPr>
            <a:spLocks noGrp="1"/>
          </p:cNvSpPr>
          <p:nvPr>
            <p:ph type="body" idx="16396"/>
            <p:custDataLst>
              <p:tags r:id="rId13"/>
            </p:custDataLst>
          </p:nvPr>
        </p:nvSpPr>
        <p:spPr/>
        <p:txBody>
          <a:bodyPr>
            <a:normAutofit/>
          </a:bodyPr>
          <a:p>
            <a:r>
              <a:rPr lang="zh-CN" altLang="en-US"/>
              <a:t>调度接口平均响应时间≤2秒，调用成功率≥99.3%，系统可长期稳定运行，为业务提供坚实支撑。</a:t>
            </a:r>
            <a:endParaRPr lang="zh-CN" altLang="en-US"/>
          </a:p>
        </p:txBody>
      </p:sp>
    </p:spTree>
    <p:custDataLst>
      <p:tags r:id="rId1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p>
            <a:r>
              <a:rPr lang="zh-CN" altLang="en-US">
                <a:sym typeface="+mn-ea"/>
              </a:rPr>
              <a:t>当前进展</a:t>
            </a:r>
            <a:endParaRPr lang="zh-CN" altLang="en-US"/>
          </a:p>
        </p:txBody>
      </p:sp>
      <p:sp>
        <p:nvSpPr>
          <p:cNvPr id="20" name="文本占位符 19"/>
          <p:cNvSpPr>
            <a:spLocks noGrp="1"/>
          </p:cNvSpPr>
          <p:nvPr>
            <p:ph type="body" idx="16389"/>
            <p:custDataLst>
              <p:tags r:id="rId2"/>
            </p:custDataLst>
          </p:nvPr>
        </p:nvSpPr>
        <p:spPr>
          <a:xfrm>
            <a:off x="876300" y="1589405"/>
            <a:ext cx="9782810" cy="1650365"/>
          </a:xfrm>
        </p:spPr>
        <p:txBody>
          <a:bodyPr>
            <a:noAutofit/>
          </a:bodyPr>
          <a:p>
            <a:pPr algn="l">
              <a:lnSpc>
                <a:spcPct val="150000"/>
              </a:lnSpc>
            </a:pPr>
            <a:r>
              <a:rPr lang="zh-CN" altLang="en-US">
                <a:latin typeface="+mn-lt"/>
              </a:rPr>
              <a:t>1. 以出入库配对型纵梁立体库为重点突破场景，完成核心分配与调度策略优化并实现算法模块初步落地；</a:t>
            </a:r>
            <a:endParaRPr lang="zh-CN" altLang="en-US">
              <a:latin typeface="+mn-lt"/>
            </a:endParaRPr>
          </a:p>
          <a:p>
            <a:pPr algn="l">
              <a:lnSpc>
                <a:spcPct val="150000"/>
              </a:lnSpc>
            </a:pPr>
            <a:r>
              <a:rPr lang="zh-CN" altLang="en-US">
                <a:latin typeface="+mn-lt"/>
              </a:rPr>
              <a:t>2. 构建配套事件驱动仿真环境，可复现入库、出库、移库及堆垛机作业过程，支持库存与设备状态动态演化；</a:t>
            </a:r>
            <a:endParaRPr lang="zh-CN" altLang="en-US">
              <a:latin typeface="+mn-lt"/>
            </a:endParaRPr>
          </a:p>
          <a:p>
            <a:pPr algn="l">
              <a:lnSpc>
                <a:spcPct val="150000"/>
              </a:lnSpc>
            </a:pPr>
            <a:r>
              <a:rPr lang="zh-CN" altLang="en-US">
                <a:latin typeface="+mn-lt"/>
              </a:rPr>
              <a:t>3. 实现多策略运行结果可视化对比分析，形成效率、配对成功率及作业节拍等关键指标的量化评估依据；</a:t>
            </a:r>
            <a:endParaRPr lang="zh-CN" altLang="en-US">
              <a:latin typeface="+mn-lt"/>
            </a:endParaRPr>
          </a:p>
          <a:p>
            <a:pPr algn="l">
              <a:lnSpc>
                <a:spcPct val="150000"/>
              </a:lnSpc>
            </a:pPr>
            <a:r>
              <a:rPr lang="zh-CN" altLang="en-US">
                <a:latin typeface="+mn-lt"/>
              </a:rPr>
              <a:t>4. 调度框架与决策逻辑具备一定通用性，</a:t>
            </a:r>
            <a:r>
              <a:rPr lang="zh-CN" altLang="en-US">
                <a:latin typeface="+mn-lt"/>
              </a:rPr>
              <a:t>尝试推广至非配对型纵梁立体库及车身立体库等场景。</a:t>
            </a:r>
            <a:endParaRPr lang="zh-CN" altLang="en-US">
              <a:latin typeface="+mn-lt"/>
            </a:endParaRPr>
          </a:p>
        </p:txBody>
      </p:sp>
      <p:sp>
        <p:nvSpPr>
          <p:cNvPr id="11" name="文本占位符 3"/>
          <p:cNvSpPr>
            <a:spLocks noGrp="1"/>
          </p:cNvSpPr>
          <p:nvPr>
            <p:custDataLst>
              <p:tags r:id="rId3"/>
            </p:custDataLst>
          </p:nvPr>
        </p:nvSpPr>
        <p:spPr>
          <a:xfrm>
            <a:off x="997585" y="3429000"/>
            <a:ext cx="3733800" cy="406400"/>
          </a:xfrm>
          <a:prstGeom prst="rect">
            <a:avLst/>
          </a:prstGeom>
          <a:noFill/>
        </p:spPr>
        <p:txBody>
          <a:bodyPr vert="horz" wrap="square" lIns="0" tIns="0" rIns="0" bIns="0" rtlCol="0" anchor="t">
            <a:normAutofit/>
          </a:bodyPr>
          <a:lstStyle>
            <a:lvl1pPr marL="0" indent="0" algn="l" defTabSz="914400" rtl="0" eaLnBrk="1" latinLnBrk="0" hangingPunct="1">
              <a:lnSpc>
                <a:spcPct val="111000"/>
              </a:lnSpc>
              <a:spcBef>
                <a:spcPct val="0"/>
              </a:spcBef>
              <a:spcAft>
                <a:spcPct val="0"/>
              </a:spcAft>
              <a:buFont typeface="Arial" panose="020B0604020202020204" pitchFamily="34" charset="0"/>
              <a:buNone/>
              <a:defRPr sz="2400" b="0" kern="1200" spc="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出入库效率</a:t>
            </a:r>
            <a:endParaRPr lang="zh-CN" altLang="en-US"/>
          </a:p>
        </p:txBody>
      </p:sp>
      <p:sp>
        <p:nvSpPr>
          <p:cNvPr id="12" name="文本占位符 4"/>
          <p:cNvSpPr>
            <a:spLocks noGrp="1"/>
          </p:cNvSpPr>
          <p:nvPr>
            <p:custDataLst>
              <p:tags r:id="rId4"/>
            </p:custDataLst>
          </p:nvPr>
        </p:nvSpPr>
        <p:spPr>
          <a:xfrm>
            <a:off x="997585" y="3937000"/>
            <a:ext cx="3061970" cy="1292860"/>
          </a:xfrm>
          <a:prstGeom prst="rect">
            <a:avLst/>
          </a:prstGeom>
          <a:noFill/>
        </p:spPr>
        <p:txBody>
          <a:bodyPr vert="horz" wrap="square" lIns="0" tIns="0" rIns="0" bIns="0" rtlCol="0" anchor="t">
            <a:normAutofit/>
          </a:bodyPr>
          <a:lstStyle>
            <a:lvl1pPr marL="0" indent="0" algn="l" defTabSz="914400" rtl="0" eaLnBrk="1" latinLnBrk="0" hangingPunct="1">
              <a:lnSpc>
                <a:spcPct val="125000"/>
              </a:lnSpc>
              <a:spcBef>
                <a:spcPct val="0"/>
              </a:spcBef>
              <a:spcAft>
                <a:spcPct val="0"/>
              </a:spcAft>
              <a:buFont typeface="Arial" panose="020B0604020202020204" pitchFamily="34" charset="0"/>
              <a:buNone/>
              <a:defRPr sz="1600" b="0" kern="1200" spc="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在单日仿真模式下，每日最晚出库任务完成时间平均缩短</a:t>
            </a:r>
            <a:r>
              <a:rPr lang="en-US" altLang="zh-CN"/>
              <a:t>10%</a:t>
            </a:r>
            <a:r>
              <a:rPr lang="zh-CN" altLang="en-US"/>
              <a:t>以上；但多日连续仿真模式下提升幅度在</a:t>
            </a:r>
            <a:r>
              <a:rPr lang="en-US" altLang="zh-CN"/>
              <a:t>5%</a:t>
            </a:r>
            <a:r>
              <a:rPr lang="zh-CN" altLang="en-US"/>
              <a:t>左右。</a:t>
            </a:r>
            <a:endParaRPr lang="zh-CN" altLang="en-US"/>
          </a:p>
        </p:txBody>
      </p:sp>
      <p:sp>
        <p:nvSpPr>
          <p:cNvPr id="14" name="文本占位符 6"/>
          <p:cNvSpPr>
            <a:spLocks noGrp="1"/>
          </p:cNvSpPr>
          <p:nvPr>
            <p:custDataLst>
              <p:tags r:id="rId5"/>
            </p:custDataLst>
          </p:nvPr>
        </p:nvSpPr>
        <p:spPr>
          <a:xfrm>
            <a:off x="4446905" y="3429000"/>
            <a:ext cx="2865120" cy="406400"/>
          </a:xfrm>
          <a:prstGeom prst="rect">
            <a:avLst/>
          </a:prstGeom>
          <a:noFill/>
        </p:spPr>
        <p:txBody>
          <a:bodyPr vert="horz" wrap="square" lIns="0" tIns="0" rIns="0" bIns="0" rtlCol="0" anchor="t">
            <a:normAutofit/>
          </a:bodyPr>
          <a:lstStyle>
            <a:lvl1pPr marL="0" indent="0" algn="l" defTabSz="914400" rtl="0" eaLnBrk="1" latinLnBrk="0" hangingPunct="1">
              <a:lnSpc>
                <a:spcPct val="111000"/>
              </a:lnSpc>
              <a:spcBef>
                <a:spcPct val="0"/>
              </a:spcBef>
              <a:spcAft>
                <a:spcPct val="0"/>
              </a:spcAft>
              <a:buFont typeface="Arial" panose="020B0604020202020204" pitchFamily="34" charset="0"/>
              <a:buNone/>
              <a:defRPr sz="2400" b="0" kern="1200" spc="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纵梁配对成功率</a:t>
            </a:r>
            <a:endParaRPr lang="zh-CN" altLang="en-US"/>
          </a:p>
        </p:txBody>
      </p:sp>
      <p:sp>
        <p:nvSpPr>
          <p:cNvPr id="15" name="文本占位符 7"/>
          <p:cNvSpPr>
            <a:spLocks noGrp="1"/>
          </p:cNvSpPr>
          <p:nvPr>
            <p:custDataLst>
              <p:tags r:id="rId6"/>
            </p:custDataLst>
          </p:nvPr>
        </p:nvSpPr>
        <p:spPr>
          <a:xfrm>
            <a:off x="4446905" y="3937000"/>
            <a:ext cx="2976880" cy="2200275"/>
          </a:xfrm>
          <a:prstGeom prst="rect">
            <a:avLst/>
          </a:prstGeom>
          <a:noFill/>
        </p:spPr>
        <p:txBody>
          <a:bodyPr vert="horz" wrap="square" lIns="0" tIns="0" rIns="0" bIns="0" rtlCol="0" anchor="t">
            <a:normAutofit lnSpcReduction="20000"/>
          </a:bodyPr>
          <a:lstStyle>
            <a:lvl1pPr marL="0" indent="0" algn="l" defTabSz="914400" rtl="0" eaLnBrk="1" latinLnBrk="0" hangingPunct="1">
              <a:lnSpc>
                <a:spcPct val="125000"/>
              </a:lnSpc>
              <a:spcBef>
                <a:spcPct val="0"/>
              </a:spcBef>
              <a:spcAft>
                <a:spcPct val="0"/>
              </a:spcAft>
              <a:buFont typeface="Arial" panose="020B0604020202020204" pitchFamily="34" charset="0"/>
              <a:buNone/>
              <a:defRPr sz="1600" b="0" kern="1200" spc="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我们发现每日运行过程中，梁的到来本身具有不确定性，导致匹配率本身具有一定瓶颈，加上库内本身动态环境复杂，配对率整体来看不会有比较大的提升。但是从每日初始配对率来看，我们的分配策略会有</a:t>
            </a:r>
            <a:r>
              <a:rPr lang="en-US" altLang="zh-CN"/>
              <a:t>3%</a:t>
            </a:r>
            <a:r>
              <a:rPr lang="zh-CN" altLang="en-US"/>
              <a:t>左右的提升（绝对</a:t>
            </a:r>
            <a:r>
              <a:rPr lang="zh-CN" altLang="en-US"/>
              <a:t>差异）。</a:t>
            </a:r>
            <a:endParaRPr lang="zh-CN" altLang="en-US"/>
          </a:p>
        </p:txBody>
      </p:sp>
      <p:sp>
        <p:nvSpPr>
          <p:cNvPr id="17" name="文本占位符 9"/>
          <p:cNvSpPr>
            <a:spLocks noGrp="1"/>
          </p:cNvSpPr>
          <p:nvPr>
            <p:custDataLst>
              <p:tags r:id="rId7"/>
            </p:custDataLst>
          </p:nvPr>
        </p:nvSpPr>
        <p:spPr>
          <a:xfrm>
            <a:off x="7707630" y="3429000"/>
            <a:ext cx="3622675" cy="406400"/>
          </a:xfrm>
          <a:prstGeom prst="rect">
            <a:avLst/>
          </a:prstGeom>
          <a:noFill/>
        </p:spPr>
        <p:txBody>
          <a:bodyPr vert="horz" wrap="square" lIns="0" tIns="0" rIns="0" bIns="0" rtlCol="0" anchor="t">
            <a:normAutofit/>
          </a:bodyPr>
          <a:lstStyle>
            <a:lvl1pPr marL="0" indent="0" algn="l" defTabSz="914400" rtl="0" eaLnBrk="1" latinLnBrk="0" hangingPunct="1">
              <a:lnSpc>
                <a:spcPct val="111000"/>
              </a:lnSpc>
              <a:spcBef>
                <a:spcPct val="0"/>
              </a:spcBef>
              <a:spcAft>
                <a:spcPct val="0"/>
              </a:spcAft>
              <a:buFont typeface="Arial" panose="020B0604020202020204" pitchFamily="34" charset="0"/>
              <a:buNone/>
              <a:defRPr sz="2400" b="0" kern="1200" spc="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设备负载均衡性</a:t>
            </a:r>
            <a:endParaRPr lang="zh-CN" altLang="en-US"/>
          </a:p>
        </p:txBody>
      </p:sp>
      <p:sp>
        <p:nvSpPr>
          <p:cNvPr id="18" name="文本占位符 10"/>
          <p:cNvSpPr>
            <a:spLocks noGrp="1"/>
          </p:cNvSpPr>
          <p:nvPr>
            <p:custDataLst>
              <p:tags r:id="rId8"/>
            </p:custDataLst>
          </p:nvPr>
        </p:nvSpPr>
        <p:spPr>
          <a:xfrm>
            <a:off x="7707630" y="3937000"/>
            <a:ext cx="3439795" cy="2056765"/>
          </a:xfrm>
          <a:prstGeom prst="rect">
            <a:avLst/>
          </a:prstGeom>
          <a:noFill/>
        </p:spPr>
        <p:txBody>
          <a:bodyPr vert="horz" wrap="square" lIns="0" tIns="0" rIns="0" bIns="0" rtlCol="0" anchor="t">
            <a:normAutofit/>
          </a:bodyPr>
          <a:lstStyle>
            <a:lvl1pPr marL="0" indent="0" algn="l" defTabSz="914400" rtl="0" eaLnBrk="1" latinLnBrk="0" hangingPunct="1">
              <a:lnSpc>
                <a:spcPct val="125000"/>
              </a:lnSpc>
              <a:spcBef>
                <a:spcPct val="0"/>
              </a:spcBef>
              <a:spcAft>
                <a:spcPct val="0"/>
              </a:spcAft>
              <a:buFont typeface="Arial" panose="020B0604020202020204" pitchFamily="34" charset="0"/>
              <a:buNone/>
              <a:defRPr sz="1600" b="0" kern="1200" spc="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我们尝试了直接从设备负载均衡性入手，平衡每个巷道的</a:t>
            </a:r>
            <a:r>
              <a:rPr lang="en-US" altLang="zh-CN"/>
              <a:t>SKU</a:t>
            </a:r>
            <a:r>
              <a:rPr lang="zh-CN" altLang="en-US"/>
              <a:t>种类与数量，但是得到的效果一般，所以现在策略更多基于产线调整巷道负载，实测负载均衡性根据每日会有波动，相较于基准策略，上升和下降均会</a:t>
            </a:r>
            <a:r>
              <a:rPr lang="zh-CN" altLang="en-US"/>
              <a:t>发生。</a:t>
            </a: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idx="17826049"/>
            <p:custDataLst>
              <p:tags r:id="rId1"/>
            </p:custDataLst>
          </p:nvPr>
        </p:nvSpPr>
        <p:spPr>
          <a:xfrm>
            <a:off x="2592686" y="3775621"/>
            <a:ext cx="6364445" cy="1524000"/>
          </a:xfrm>
        </p:spPr>
        <p:txBody>
          <a:bodyPr>
            <a:normAutofit/>
          </a:bodyPr>
          <a:p>
            <a:r>
              <a:rPr lang="zh-CN" altLang="en-US"/>
              <a:t>项目主要阶段与任务</a:t>
            </a:r>
            <a:endParaRPr lang="zh-CN" altLang="en-US"/>
          </a:p>
        </p:txBody>
      </p:sp>
      <p:sp>
        <p:nvSpPr>
          <p:cNvPr id="3" name="文本占位符 2"/>
          <p:cNvSpPr>
            <a:spLocks noGrp="1"/>
          </p:cNvSpPr>
          <p:nvPr>
            <p:ph type="body" sz="quarter" idx="17826561"/>
            <p:custDataLst>
              <p:tags r:id="rId2"/>
            </p:custDataLst>
          </p:nvPr>
        </p:nvSpPr>
        <p:spPr>
          <a:xfrm>
            <a:off x="4503388" y="1854175"/>
            <a:ext cx="2543099" cy="1524000"/>
          </a:xfrm>
        </p:spPr>
        <p:txBody>
          <a:bodyPr>
            <a:normAutofit lnSpcReduction="10000"/>
          </a:bodyPr>
          <a:p>
            <a:pPr marL="0" indent="0" algn="ctr">
              <a:buNone/>
            </a:pPr>
            <a:r>
              <a:rPr lang="en-US" altLang="en-US" sz="8000"/>
              <a:t>0</a:t>
            </a:r>
            <a:r>
              <a:rPr lang="en-US" altLang="zh-CN" sz="8000">
                <a:cs typeface="Arial" panose="020B0604020202020204" pitchFamily="34" charset="0"/>
              </a:rPr>
              <a:t>2</a:t>
            </a:r>
            <a:endParaRPr lang="en-US" altLang="en-US" sz="8000"/>
          </a:p>
        </p:txBody>
      </p:sp>
      <p:cxnSp>
        <p:nvCxnSpPr>
          <p:cNvPr id="4" name="直接连接符 3"/>
          <p:cNvCxnSpPr/>
          <p:nvPr userDrawn="1"/>
        </p:nvCxnSpPr>
        <p:spPr>
          <a:xfrm>
            <a:off x="3531235" y="3428975"/>
            <a:ext cx="4487347" cy="0"/>
          </a:xfrm>
          <a:prstGeom prst="line">
            <a:avLst/>
          </a:prstGeom>
          <a:ln w="1905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post_object_image_2420073372"/>
          <p:cNvPicPr>
            <a:picLocks noChangeAspect="1"/>
          </p:cNvPicPr>
          <p:nvPr/>
        </p:nvPicPr>
        <p:blipFill>
          <a:blip r:embed="rId1"/>
          <a:stretch>
            <a:fillRect/>
          </a:stretch>
        </p:blipFill>
        <p:spPr>
          <a:xfrm>
            <a:off x="2061306" y="1028675"/>
            <a:ext cx="8241964" cy="5509217"/>
          </a:xfrm>
          <a:prstGeom prst="rect">
            <a:avLst/>
          </a:prstGeom>
        </p:spPr>
      </p:pic>
      <p:sp>
        <p:nvSpPr>
          <p:cNvPr id="3" name="标题 2"/>
          <p:cNvSpPr>
            <a:spLocks noGrp="1"/>
          </p:cNvSpPr>
          <p:nvPr>
            <p:ph type="ctrTitle" idx="16385"/>
            <p:custDataLst>
              <p:tags r:id="rId2"/>
            </p:custDataLst>
          </p:nvPr>
        </p:nvSpPr>
        <p:spPr>
          <a:xfrm>
            <a:off x="810250" y="266680"/>
            <a:ext cx="6185658" cy="762000"/>
          </a:xfrm>
          <a:noFill/>
        </p:spPr>
        <p:txBody>
          <a:bodyPr vert="horz" wrap="square" lIns="0" tIns="0" rIns="0" bIns="0" rtlCol="0" anchor="t">
            <a:normAutofit/>
          </a:bodyPr>
          <a:p>
            <a:pPr marL="0" indent="0" algn="l" defTabSz="0" rtl="0" eaLnBrk="1" latinLnBrk="0" hangingPunct="1">
              <a:lnSpc>
                <a:spcPct val="111000"/>
              </a:lnSpc>
              <a:spcBef>
                <a:spcPct val="0"/>
              </a:spcBef>
              <a:spcAft>
                <a:spcPct val="0"/>
              </a:spcAft>
              <a:buNone/>
            </a:pPr>
            <a:r>
              <a:rPr lang="zh-CN" altLang="en-US" sz="3600" b="0">
                <a:solidFill>
                  <a:schemeClr val="tx1"/>
                </a:solidFill>
                <a:latin typeface="+mn-lt"/>
                <a:ea typeface="+mn-ea"/>
                <a:cs typeface="+mn-cs"/>
              </a:rPr>
              <a:t>项目实施路径</a:t>
            </a:r>
            <a:endParaRPr lang="zh-CN" altLang="en-US" sz="3600" b="0">
              <a:solidFill>
                <a:schemeClr val="tx1"/>
              </a:solidFill>
              <a:latin typeface="+mn-lt"/>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装饰  5"/>
          <p:cNvSpPr>
            <a:spLocks noGrp="1"/>
          </p:cNvSpPr>
          <p:nvPr>
            <p:ph type="body" idx="16392"/>
            <p:custDataLst>
              <p:tags r:id="rId1"/>
            </p:custDataLst>
          </p:nvPr>
        </p:nvSpPr>
        <p:spPr>
          <a:xfrm>
            <a:off x="6248435" y="1523975"/>
            <a:ext cx="5334000" cy="2082800"/>
          </a:xfrm>
        </p:spPr>
        <p:txBody>
          <a:bodyPr/>
          <a:p>
            <a:r>
              <a:rPr lang="zh-CN" altLang="en-US">
                <a:latin typeface="+mn-lt"/>
              </a:rPr>
              <a:t> </a:t>
            </a:r>
            <a:endParaRPr lang="zh-CN" altLang="en-US">
              <a:latin typeface="+mn-lt"/>
            </a:endParaRPr>
          </a:p>
        </p:txBody>
      </p:sp>
      <p:sp>
        <p:nvSpPr>
          <p:cNvPr id="20" name="装饰  1"/>
          <p:cNvSpPr>
            <a:spLocks noGrp="1"/>
          </p:cNvSpPr>
          <p:nvPr>
            <p:custDataLst>
              <p:tags r:id="rId2"/>
            </p:custDataLst>
          </p:nvPr>
        </p:nvSpPr>
        <p:spPr>
          <a:xfrm rot="10800000" flipV="1">
            <a:off x="609565" y="3799399"/>
            <a:ext cx="5334000" cy="2082800"/>
          </a:xfrm>
          <a:custGeom>
            <a:avLst/>
            <a:gdLst>
              <a:gd name="connisteX0" fmla="*/ 0 w 5334000"/>
              <a:gd name="connsiteY0" fmla="*/ 0 h 2082800"/>
              <a:gd name="connisteX1" fmla="*/ 5334000 w 5334000"/>
              <a:gd name="connsiteY1" fmla="*/ 0 h 2082800"/>
              <a:gd name="connisteX2" fmla="*/ 5334000 w 5334000"/>
              <a:gd name="connsiteY2" fmla="*/ 1879600 h 2082800"/>
              <a:gd name="connisteX3" fmla="*/ 5130800 w 5334000"/>
              <a:gd name="connsiteY3" fmla="*/ 2082800 h 2082800"/>
              <a:gd name="connisteX4" fmla="*/ 203200 w 5334000"/>
              <a:gd name="connsiteY4" fmla="*/ 2082800 h 2082800"/>
              <a:gd name="connisteX5" fmla="*/ 0 w 5334000"/>
              <a:gd name="connsiteY5" fmla="*/ 1879600 h 2082800"/>
              <a:gd name="connisteX6" fmla="*/ 0 w 5334000"/>
              <a:gd name="connsiteY6" fmla="*/ 0 h 2082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5334000" h="2082800">
                <a:moveTo>
                  <a:pt x="0" y="0"/>
                </a:moveTo>
                <a:lnTo>
                  <a:pt x="5334000" y="0"/>
                </a:lnTo>
                <a:lnTo>
                  <a:pt x="5334000" y="1879600"/>
                </a:lnTo>
                <a:cubicBezTo>
                  <a:pt x="5334000" y="1991824"/>
                  <a:pt x="5243024" y="2082800"/>
                  <a:pt x="5130800" y="2082800"/>
                </a:cubicBezTo>
                <a:lnTo>
                  <a:pt x="203200" y="2082800"/>
                </a:lnTo>
                <a:cubicBezTo>
                  <a:pt x="90976" y="2082800"/>
                  <a:pt x="0" y="1991824"/>
                  <a:pt x="0" y="18796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vert="horz" wrap="square" lIns="0" tIns="0" rIns="0" bIns="0" rtlCol="0">
            <a:noAutofit/>
          </a:bodyPr>
          <a:lstStyle>
            <a:lvl1pPr marL="228600" indent="-228600" algn="l" defTabSz="914400" rtl="0" eaLnBrk="1" latinLnBrk="0" hangingPunct="1">
              <a:lnSpc>
                <a:spcPct val="130000"/>
              </a:lnSpc>
              <a:spcBef>
                <a:spcPts val="1000"/>
              </a:spcBef>
              <a:buFont typeface="Arial" panose="020B0604020202020204" pitchFamily="34" charset="0"/>
              <a:buNone/>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None/>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None/>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None/>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None/>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latin typeface="+mn-lt"/>
              </a:rPr>
              <a:t> </a:t>
            </a:r>
            <a:endParaRPr lang="zh-CN" altLang="en-US">
              <a:latin typeface="+mn-lt"/>
            </a:endParaRPr>
          </a:p>
        </p:txBody>
      </p:sp>
      <p:sp>
        <p:nvSpPr>
          <p:cNvPr id="21" name="装饰  1"/>
          <p:cNvSpPr>
            <a:spLocks noGrp="1"/>
          </p:cNvSpPr>
          <p:nvPr>
            <p:custDataLst>
              <p:tags r:id="rId3"/>
            </p:custDataLst>
          </p:nvPr>
        </p:nvSpPr>
        <p:spPr>
          <a:xfrm rot="10800000" flipH="1" flipV="1">
            <a:off x="6248364" y="3799437"/>
            <a:ext cx="5334000" cy="2082800"/>
          </a:xfrm>
          <a:custGeom>
            <a:avLst/>
            <a:gdLst>
              <a:gd name="connisteX0" fmla="*/ 0 w 5334000"/>
              <a:gd name="connsiteY0" fmla="*/ 0 h 2082800"/>
              <a:gd name="connisteX1" fmla="*/ 5334000 w 5334000"/>
              <a:gd name="connsiteY1" fmla="*/ 0 h 2082800"/>
              <a:gd name="connisteX2" fmla="*/ 5334000 w 5334000"/>
              <a:gd name="connsiteY2" fmla="*/ 1879600 h 2082800"/>
              <a:gd name="connisteX3" fmla="*/ 5130800 w 5334000"/>
              <a:gd name="connsiteY3" fmla="*/ 2082800 h 2082800"/>
              <a:gd name="connisteX4" fmla="*/ 203200 w 5334000"/>
              <a:gd name="connsiteY4" fmla="*/ 2082800 h 2082800"/>
              <a:gd name="connisteX5" fmla="*/ 0 w 5334000"/>
              <a:gd name="connsiteY5" fmla="*/ 1879600 h 2082800"/>
              <a:gd name="connisteX6" fmla="*/ 0 w 5334000"/>
              <a:gd name="connsiteY6" fmla="*/ 0 h 2082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5334000" h="2082800">
                <a:moveTo>
                  <a:pt x="0" y="0"/>
                </a:moveTo>
                <a:lnTo>
                  <a:pt x="5334000" y="0"/>
                </a:lnTo>
                <a:lnTo>
                  <a:pt x="5334000" y="1879600"/>
                </a:lnTo>
                <a:cubicBezTo>
                  <a:pt x="5334000" y="1991824"/>
                  <a:pt x="5243024" y="2082800"/>
                  <a:pt x="5130800" y="2082800"/>
                </a:cubicBezTo>
                <a:lnTo>
                  <a:pt x="203200" y="2082800"/>
                </a:lnTo>
                <a:cubicBezTo>
                  <a:pt x="90976" y="2082800"/>
                  <a:pt x="0" y="1991824"/>
                  <a:pt x="0" y="18796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vert="horz" wrap="square" lIns="0" tIns="0" rIns="0" bIns="0" rtlCol="0">
            <a:noAutofit/>
          </a:bodyPr>
          <a:lstStyle>
            <a:lvl1pPr marL="228600" indent="-228600" algn="l" defTabSz="914400" rtl="0" eaLnBrk="1" latinLnBrk="0" hangingPunct="1">
              <a:lnSpc>
                <a:spcPct val="130000"/>
              </a:lnSpc>
              <a:spcBef>
                <a:spcPts val="1000"/>
              </a:spcBef>
              <a:buFont typeface="Arial" panose="020B0604020202020204" pitchFamily="34" charset="0"/>
              <a:buNone/>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None/>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None/>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None/>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None/>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latin typeface="+mn-lt"/>
              </a:rPr>
              <a:t> </a:t>
            </a:r>
            <a:endParaRPr lang="zh-CN" altLang="en-US">
              <a:latin typeface="+mn-lt"/>
            </a:endParaRPr>
          </a:p>
        </p:txBody>
      </p:sp>
      <p:sp>
        <p:nvSpPr>
          <p:cNvPr id="2" name="标题 1"/>
          <p:cNvSpPr>
            <a:spLocks noGrp="1"/>
          </p:cNvSpPr>
          <p:nvPr>
            <p:ph type="ctrTitle" idx="16385"/>
            <p:custDataLst>
              <p:tags r:id="rId4"/>
            </p:custDataLst>
          </p:nvPr>
        </p:nvSpPr>
        <p:spPr/>
        <p:txBody>
          <a:bodyPr>
            <a:normAutofit/>
          </a:bodyPr>
          <a:p>
            <a:r>
              <a:rPr lang="zh-CN" altLang="en-US">
                <a:latin typeface="+mj-lt"/>
              </a:rPr>
              <a:t>阶段任务细化</a:t>
            </a:r>
            <a:endParaRPr lang="zh-CN" altLang="en-US">
              <a:latin typeface="+mj-lt"/>
            </a:endParaRPr>
          </a:p>
        </p:txBody>
      </p:sp>
      <p:sp>
        <p:nvSpPr>
          <p:cNvPr id="3" name="装饰  1"/>
          <p:cNvSpPr>
            <a:spLocks noGrp="1"/>
          </p:cNvSpPr>
          <p:nvPr>
            <p:ph type="body" idx="16390"/>
            <p:custDataLst>
              <p:tags r:id="rId5"/>
            </p:custDataLst>
          </p:nvPr>
        </p:nvSpPr>
        <p:spPr>
          <a:xfrm rot="10800000">
            <a:off x="609565" y="1523975"/>
            <a:ext cx="5334000" cy="2082800"/>
          </a:xfrm>
        </p:spPr>
        <p:txBody>
          <a:bodyPr/>
          <a:p>
            <a:r>
              <a:rPr lang="zh-CN" altLang="en-US">
                <a:latin typeface="+mn-lt"/>
              </a:rPr>
              <a:t> </a:t>
            </a:r>
            <a:endParaRPr lang="zh-CN" altLang="en-US">
              <a:latin typeface="+mn-lt"/>
            </a:endParaRPr>
          </a:p>
        </p:txBody>
      </p:sp>
      <p:sp>
        <p:nvSpPr>
          <p:cNvPr id="5" name="文本占位符 4"/>
          <p:cNvSpPr>
            <a:spLocks noGrp="1"/>
          </p:cNvSpPr>
          <p:nvPr>
            <p:ph type="body" idx="16386"/>
            <p:custDataLst>
              <p:tags r:id="rId6"/>
            </p:custDataLst>
          </p:nvPr>
        </p:nvSpPr>
        <p:spPr>
          <a:xfrm>
            <a:off x="914410" y="1622885"/>
            <a:ext cx="4724400" cy="406400"/>
          </a:xfrm>
        </p:spPr>
        <p:txBody>
          <a:bodyPr>
            <a:normAutofit/>
          </a:bodyPr>
          <a:p>
            <a:r>
              <a:rPr lang="zh-CN" altLang="en-US">
                <a:latin typeface="+mn-lt"/>
              </a:rPr>
              <a:t>前期调研与设计</a:t>
            </a:r>
            <a:endParaRPr lang="zh-CN" altLang="en-US">
              <a:latin typeface="+mn-lt"/>
            </a:endParaRPr>
          </a:p>
        </p:txBody>
      </p:sp>
      <p:sp>
        <p:nvSpPr>
          <p:cNvPr id="6" name="文本占位符 5"/>
          <p:cNvSpPr>
            <a:spLocks noGrp="1"/>
          </p:cNvSpPr>
          <p:nvPr>
            <p:ph type="body" idx="16387"/>
            <p:custDataLst>
              <p:tags r:id="rId7"/>
            </p:custDataLst>
          </p:nvPr>
        </p:nvSpPr>
        <p:spPr>
          <a:xfrm>
            <a:off x="914410" y="2149443"/>
            <a:ext cx="4724410" cy="1395149"/>
          </a:xfrm>
        </p:spPr>
        <p:txBody>
          <a:bodyPr>
            <a:noAutofit/>
          </a:bodyPr>
          <a:p>
            <a:r>
              <a:rPr lang="zh-CN" altLang="en-US" b="1">
                <a:latin typeface="+mn-lt"/>
              </a:rPr>
              <a:t>目标：明确问题边界，验证方案可行性</a:t>
            </a:r>
            <a:endParaRPr lang="en-US" altLang="zh-CN" b="1">
              <a:latin typeface="+mn-lt"/>
            </a:endParaRPr>
          </a:p>
          <a:p>
            <a:pPr lvl="1">
              <a:buNone/>
            </a:pPr>
            <a:r>
              <a:rPr lang="zh-CN" altLang="en-US" sz="1600">
                <a:solidFill>
                  <a:schemeClr val="tx1"/>
                </a:solidFill>
                <a:latin typeface="+mn-lt"/>
              </a:rPr>
              <a:t>梳理业务流程与调度目标，明确核心约束与指标</a:t>
            </a:r>
            <a:endParaRPr lang="en-US" altLang="zh-CN" sz="1600">
              <a:solidFill>
                <a:schemeClr val="tx1"/>
              </a:solidFill>
              <a:latin typeface="+mn-lt"/>
            </a:endParaRPr>
          </a:p>
          <a:p>
            <a:pPr lvl="1">
              <a:buNone/>
            </a:pPr>
            <a:r>
              <a:rPr lang="zh-CN" altLang="en-US" sz="1600">
                <a:solidFill>
                  <a:schemeClr val="tx1"/>
                </a:solidFill>
                <a:latin typeface="+mn-lt"/>
              </a:rPr>
              <a:t>开展现场调研与数据分析，定位关键瓶颈</a:t>
            </a:r>
            <a:endParaRPr lang="en-US" altLang="zh-CN" sz="1600">
              <a:solidFill>
                <a:schemeClr val="tx1"/>
              </a:solidFill>
              <a:latin typeface="+mn-lt"/>
            </a:endParaRPr>
          </a:p>
          <a:p>
            <a:pPr lvl="1">
              <a:buNone/>
            </a:pPr>
            <a:r>
              <a:rPr lang="zh-CN" altLang="en-US" sz="1600">
                <a:solidFill>
                  <a:schemeClr val="tx1"/>
                </a:solidFill>
                <a:latin typeface="+mn-lt"/>
              </a:rPr>
              <a:t>推进算法思路与原型验证，形成初步方案</a:t>
            </a:r>
            <a:endParaRPr lang="zh-CN" altLang="en-US" sz="1600">
              <a:solidFill>
                <a:schemeClr val="tx1"/>
              </a:solidFill>
              <a:latin typeface="+mn-lt"/>
            </a:endParaRPr>
          </a:p>
        </p:txBody>
      </p:sp>
      <p:sp>
        <p:nvSpPr>
          <p:cNvPr id="9" name="文本占位符 8"/>
          <p:cNvSpPr>
            <a:spLocks noGrp="1"/>
          </p:cNvSpPr>
          <p:nvPr>
            <p:ph type="body" idx="16388"/>
            <p:custDataLst>
              <p:tags r:id="rId8"/>
            </p:custDataLst>
          </p:nvPr>
        </p:nvSpPr>
        <p:spPr>
          <a:xfrm>
            <a:off x="6553272" y="3982762"/>
            <a:ext cx="4724400" cy="406400"/>
          </a:xfrm>
        </p:spPr>
        <p:txBody>
          <a:bodyPr>
            <a:normAutofit/>
          </a:bodyPr>
          <a:p>
            <a:r>
              <a:rPr lang="zh-CN" altLang="en-US">
                <a:latin typeface="+mn-lt"/>
              </a:rPr>
              <a:t>方案优化与落地</a:t>
            </a:r>
            <a:endParaRPr lang="zh-CN" altLang="en-US">
              <a:latin typeface="+mn-lt"/>
            </a:endParaRPr>
          </a:p>
        </p:txBody>
      </p:sp>
      <p:sp>
        <p:nvSpPr>
          <p:cNvPr id="10" name="文本占位符 9"/>
          <p:cNvSpPr>
            <a:spLocks noGrp="1"/>
          </p:cNvSpPr>
          <p:nvPr>
            <p:ph type="body" idx="16389"/>
            <p:custDataLst>
              <p:tags r:id="rId9"/>
            </p:custDataLst>
          </p:nvPr>
        </p:nvSpPr>
        <p:spPr>
          <a:xfrm>
            <a:off x="6553230" y="4557135"/>
            <a:ext cx="4724400" cy="1197919"/>
          </a:xfrm>
        </p:spPr>
        <p:txBody>
          <a:bodyPr>
            <a:noAutofit/>
          </a:bodyPr>
          <a:p>
            <a:r>
              <a:rPr lang="zh-CN" altLang="en-US" b="1">
                <a:latin typeface="+mn-lt"/>
              </a:rPr>
              <a:t>目标：实现工程可用与成果转化</a:t>
            </a:r>
            <a:endParaRPr lang="en-US" altLang="zh-CN" b="1">
              <a:latin typeface="+mn-lt"/>
            </a:endParaRPr>
          </a:p>
          <a:p>
            <a:pPr lvl="1">
              <a:buNone/>
            </a:pPr>
            <a:r>
              <a:rPr lang="zh-CN" altLang="en-US" sz="1600">
                <a:solidFill>
                  <a:schemeClr val="tx1"/>
                </a:solidFill>
                <a:latin typeface="+mn-lt"/>
              </a:rPr>
              <a:t>固化成熟算法，形成可复用模块</a:t>
            </a:r>
            <a:endParaRPr lang="en-US" altLang="zh-CN" sz="1600">
              <a:solidFill>
                <a:schemeClr val="tx1"/>
              </a:solidFill>
              <a:latin typeface="+mn-lt"/>
            </a:endParaRPr>
          </a:p>
          <a:p>
            <a:pPr lvl="1">
              <a:buNone/>
            </a:pPr>
            <a:r>
              <a:rPr lang="zh-CN" altLang="en-US" sz="1600">
                <a:solidFill>
                  <a:schemeClr val="tx1"/>
                </a:solidFill>
                <a:latin typeface="+mn-lt"/>
              </a:rPr>
              <a:t>完成 </a:t>
            </a:r>
            <a:r>
              <a:rPr lang="en-US" altLang="zh-CN" sz="1600">
                <a:solidFill>
                  <a:schemeClr val="tx1"/>
                </a:solidFill>
                <a:latin typeface="+mn-lt"/>
              </a:rPr>
              <a:t>API </a:t>
            </a:r>
            <a:r>
              <a:rPr lang="zh-CN" altLang="en-US" sz="1600">
                <a:solidFill>
                  <a:schemeClr val="tx1"/>
                </a:solidFill>
                <a:latin typeface="+mn-lt"/>
              </a:rPr>
              <a:t>接口与参数封装与系统集成</a:t>
            </a:r>
            <a:endParaRPr lang="zh-CN" altLang="en-US" sz="1600">
              <a:solidFill>
                <a:schemeClr val="tx1"/>
              </a:solidFill>
              <a:latin typeface="+mn-lt"/>
            </a:endParaRPr>
          </a:p>
        </p:txBody>
      </p:sp>
      <p:sp>
        <p:nvSpPr>
          <p:cNvPr id="23" name="文本占位符 8"/>
          <p:cNvSpPr>
            <a:spLocks noGrp="1"/>
          </p:cNvSpPr>
          <p:nvPr>
            <p:custDataLst>
              <p:tags r:id="rId10"/>
            </p:custDataLst>
          </p:nvPr>
        </p:nvSpPr>
        <p:spPr>
          <a:xfrm>
            <a:off x="6553230" y="1742996"/>
            <a:ext cx="4724400" cy="406400"/>
          </a:xfrm>
          <a:prstGeom prst="rect">
            <a:avLst/>
          </a:prstGeom>
          <a:noFill/>
        </p:spPr>
        <p:txBody>
          <a:bodyPr vert="horz" wrap="square" lIns="0" tIns="0" rIns="0" bIns="0" rtlCol="0" anchor="t">
            <a:normAutofit/>
          </a:bodyPr>
          <a:lstStyle>
            <a:lvl1pPr marL="0" indent="0" algn="l" defTabSz="914400" rtl="0" eaLnBrk="1" latinLnBrk="0" hangingPunct="1">
              <a:lnSpc>
                <a:spcPct val="111000"/>
              </a:lnSpc>
              <a:spcBef>
                <a:spcPct val="0"/>
              </a:spcBef>
              <a:spcAft>
                <a:spcPct val="0"/>
              </a:spcAft>
              <a:buFont typeface="Arial" panose="020B0604020202020204" pitchFamily="34" charset="0"/>
              <a:buNone/>
              <a:defRPr sz="2400" b="0" kern="1200" spc="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latin typeface="+mn-lt"/>
              </a:rPr>
              <a:t>仿真</a:t>
            </a:r>
            <a:r>
              <a:rPr lang="zh-CN" altLang="en-US">
                <a:latin typeface="+mn-lt"/>
                <a:cs typeface="Arial" panose="020B0604020202020204" pitchFamily="34" charset="0"/>
              </a:rPr>
              <a:t>环境开发</a:t>
            </a:r>
            <a:endParaRPr lang="zh-CN" altLang="en-US">
              <a:latin typeface="+mn-lt"/>
            </a:endParaRPr>
          </a:p>
        </p:txBody>
      </p:sp>
      <p:sp>
        <p:nvSpPr>
          <p:cNvPr id="24" name="文本占位符 8"/>
          <p:cNvSpPr>
            <a:spLocks noGrp="1"/>
          </p:cNvSpPr>
          <p:nvPr>
            <p:custDataLst>
              <p:tags r:id="rId11"/>
            </p:custDataLst>
          </p:nvPr>
        </p:nvSpPr>
        <p:spPr>
          <a:xfrm>
            <a:off x="914410" y="3982823"/>
            <a:ext cx="4724400" cy="406400"/>
          </a:xfrm>
          <a:prstGeom prst="rect">
            <a:avLst/>
          </a:prstGeom>
          <a:noFill/>
        </p:spPr>
        <p:txBody>
          <a:bodyPr vert="horz" wrap="square" lIns="0" tIns="0" rIns="0" bIns="0" rtlCol="0" anchor="t">
            <a:normAutofit/>
          </a:bodyPr>
          <a:lstStyle>
            <a:lvl1pPr marL="0" indent="0" algn="l" defTabSz="914400" rtl="0" eaLnBrk="1" latinLnBrk="0" hangingPunct="1">
              <a:lnSpc>
                <a:spcPct val="111000"/>
              </a:lnSpc>
              <a:spcBef>
                <a:spcPct val="0"/>
              </a:spcBef>
              <a:spcAft>
                <a:spcPct val="0"/>
              </a:spcAft>
              <a:buFont typeface="Arial" panose="020B0604020202020204" pitchFamily="34" charset="0"/>
              <a:buNone/>
              <a:defRPr sz="2400" b="0" kern="1200" spc="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latin typeface="+mn-lt"/>
              </a:rPr>
              <a:t>算法</a:t>
            </a:r>
            <a:r>
              <a:rPr lang="zh-CN" altLang="en-US">
                <a:latin typeface="+mn-lt"/>
                <a:cs typeface="Arial" panose="020B0604020202020204" pitchFamily="34" charset="0"/>
              </a:rPr>
              <a:t>设计与调优</a:t>
            </a:r>
            <a:endParaRPr lang="zh-CN" altLang="en-US">
              <a:latin typeface="+mn-lt"/>
            </a:endParaRPr>
          </a:p>
        </p:txBody>
      </p:sp>
      <p:sp>
        <p:nvSpPr>
          <p:cNvPr id="25" name="文本占位符 5"/>
          <p:cNvSpPr>
            <a:spLocks noGrp="1"/>
          </p:cNvSpPr>
          <p:nvPr>
            <p:custDataLst>
              <p:tags r:id="rId12"/>
            </p:custDataLst>
          </p:nvPr>
        </p:nvSpPr>
        <p:spPr>
          <a:xfrm>
            <a:off x="6553230" y="2211580"/>
            <a:ext cx="4724410" cy="1395149"/>
          </a:xfrm>
          <a:prstGeom prst="rect">
            <a:avLst/>
          </a:prstGeom>
          <a:noFill/>
        </p:spPr>
        <p:txBody>
          <a:bodyPr vert="horz" wrap="square" lIns="0" tIns="0" rIns="0" bIns="0" rtlCol="0" anchor="t">
            <a:noAutofit/>
          </a:bodyPr>
          <a:lstStyle>
            <a:lvl1pPr marL="0" indent="0" algn="l" defTabSz="914400" rtl="0" eaLnBrk="1" latinLnBrk="0" hangingPunct="1">
              <a:lnSpc>
                <a:spcPct val="125000"/>
              </a:lnSpc>
              <a:spcBef>
                <a:spcPct val="0"/>
              </a:spcBef>
              <a:spcAft>
                <a:spcPct val="0"/>
              </a:spcAft>
              <a:buFont typeface="Arial" panose="020B0604020202020204" pitchFamily="34" charset="0"/>
              <a:buNone/>
              <a:defRPr sz="1600" b="0" kern="1200" spc="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defTabSz="0" rtl="0" eaLnBrk="1" latinLnBrk="0" hangingPunct="1">
              <a:lnSpc>
                <a:spcPct val="125000"/>
              </a:lnSpc>
              <a:spcBef>
                <a:spcPct val="0"/>
              </a:spcBef>
              <a:spcAft>
                <a:spcPct val="0"/>
              </a:spcAft>
              <a:buNone/>
            </a:pPr>
            <a:r>
              <a:rPr lang="zh-CN" altLang="en-US" b="1">
                <a:solidFill>
                  <a:schemeClr val="tx1"/>
                </a:solidFill>
              </a:rPr>
              <a:t>目标：构建统一、可复现的验证平台</a:t>
            </a:r>
            <a:endParaRPr lang="en-US" altLang="zh-CN" b="1">
              <a:solidFill>
                <a:schemeClr val="tx1"/>
              </a:solidFill>
            </a:endParaRPr>
          </a:p>
          <a:p>
            <a:pPr marL="457200" lvl="1" indent="0" algn="l" defTabSz="0" rtl="0" eaLnBrk="1" latinLnBrk="0" hangingPunct="1">
              <a:lnSpc>
                <a:spcPct val="125000"/>
              </a:lnSpc>
              <a:spcBef>
                <a:spcPct val="0"/>
              </a:spcBef>
              <a:spcAft>
                <a:spcPct val="0"/>
              </a:spcAft>
              <a:buNone/>
            </a:pPr>
            <a:r>
              <a:rPr lang="zh-CN" altLang="en-US" sz="1600">
                <a:solidFill>
                  <a:schemeClr val="tx1"/>
                </a:solidFill>
              </a:rPr>
              <a:t>抽象入库、出库、移库及堆垛机作业行为</a:t>
            </a:r>
            <a:endParaRPr lang="en-US" altLang="zh-CN" sz="1600">
              <a:solidFill>
                <a:schemeClr val="tx1"/>
              </a:solidFill>
            </a:endParaRPr>
          </a:p>
          <a:p>
            <a:pPr marL="457200" lvl="1" indent="0" algn="l" defTabSz="0" rtl="0" eaLnBrk="1" latinLnBrk="0" hangingPunct="1">
              <a:lnSpc>
                <a:spcPct val="125000"/>
              </a:lnSpc>
              <a:spcBef>
                <a:spcPct val="0"/>
              </a:spcBef>
              <a:spcAft>
                <a:spcPct val="0"/>
              </a:spcAft>
              <a:buNone/>
            </a:pPr>
            <a:r>
              <a:rPr lang="zh-CN" altLang="en-US" sz="1600">
                <a:solidFill>
                  <a:schemeClr val="tx1"/>
                </a:solidFill>
              </a:rPr>
              <a:t>基于事件驱动模拟任务触发与状态变化</a:t>
            </a:r>
            <a:endParaRPr lang="en-US" altLang="zh-CN" sz="1600">
              <a:solidFill>
                <a:schemeClr val="tx1"/>
              </a:solidFill>
            </a:endParaRPr>
          </a:p>
          <a:p>
            <a:pPr marL="457200" lvl="1" indent="0" algn="l" defTabSz="0" rtl="0" eaLnBrk="1" latinLnBrk="0" hangingPunct="1">
              <a:lnSpc>
                <a:spcPct val="125000"/>
              </a:lnSpc>
              <a:spcBef>
                <a:spcPct val="0"/>
              </a:spcBef>
              <a:spcAft>
                <a:spcPct val="0"/>
              </a:spcAft>
              <a:buNone/>
            </a:pPr>
            <a:r>
              <a:rPr lang="zh-CN" altLang="en-US" sz="1600">
                <a:solidFill>
                  <a:schemeClr val="tx1"/>
                </a:solidFill>
              </a:rPr>
              <a:t>支持多策略对比与关键指标统计</a:t>
            </a:r>
            <a:endParaRPr lang="zh-CN" altLang="en-US" sz="1600">
              <a:solidFill>
                <a:schemeClr val="tx1"/>
              </a:solidFill>
            </a:endParaRPr>
          </a:p>
        </p:txBody>
      </p:sp>
      <p:sp>
        <p:nvSpPr>
          <p:cNvPr id="26" name="文本占位符 5"/>
          <p:cNvSpPr>
            <a:spLocks noGrp="1"/>
          </p:cNvSpPr>
          <p:nvPr>
            <p:custDataLst>
              <p:tags r:id="rId13"/>
            </p:custDataLst>
          </p:nvPr>
        </p:nvSpPr>
        <p:spPr>
          <a:xfrm>
            <a:off x="914410" y="4487004"/>
            <a:ext cx="4724410" cy="1395149"/>
          </a:xfrm>
          <a:prstGeom prst="rect">
            <a:avLst/>
          </a:prstGeom>
          <a:noFill/>
        </p:spPr>
        <p:txBody>
          <a:bodyPr vert="horz" wrap="square" lIns="0" tIns="0" rIns="0" bIns="0" rtlCol="0" anchor="t">
            <a:noAutofit/>
          </a:bodyPr>
          <a:lstStyle>
            <a:lvl1pPr marL="0" indent="0" algn="l" defTabSz="914400" rtl="0" eaLnBrk="1" latinLnBrk="0" hangingPunct="1">
              <a:lnSpc>
                <a:spcPct val="125000"/>
              </a:lnSpc>
              <a:spcBef>
                <a:spcPct val="0"/>
              </a:spcBef>
              <a:spcAft>
                <a:spcPct val="0"/>
              </a:spcAft>
              <a:buFont typeface="Arial" panose="020B0604020202020204" pitchFamily="34" charset="0"/>
              <a:buNone/>
              <a:defRPr sz="1600" b="0" kern="1200" spc="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defTabSz="0" rtl="0" eaLnBrk="1" latinLnBrk="0" hangingPunct="1">
              <a:lnSpc>
                <a:spcPct val="125000"/>
              </a:lnSpc>
              <a:spcBef>
                <a:spcPct val="0"/>
              </a:spcBef>
              <a:spcAft>
                <a:spcPct val="0"/>
              </a:spcAft>
              <a:buNone/>
            </a:pPr>
            <a:r>
              <a:rPr lang="zh-CN" altLang="en-US" sz="1600" b="1">
                <a:solidFill>
                  <a:schemeClr val="tx1"/>
                </a:solidFill>
              </a:rPr>
              <a:t>目标：提升调度效果与系统稳定性</a:t>
            </a:r>
            <a:endParaRPr lang="en-US" altLang="zh-CN" sz="1600" b="1">
              <a:solidFill>
                <a:schemeClr val="tx1"/>
              </a:solidFill>
            </a:endParaRPr>
          </a:p>
          <a:p>
            <a:pPr marL="457200" lvl="1" indent="0" algn="l" defTabSz="0" rtl="0" eaLnBrk="1" latinLnBrk="0" hangingPunct="1">
              <a:lnSpc>
                <a:spcPct val="125000"/>
              </a:lnSpc>
              <a:spcBef>
                <a:spcPct val="0"/>
              </a:spcBef>
              <a:spcAft>
                <a:spcPct val="0"/>
              </a:spcAft>
              <a:buNone/>
            </a:pPr>
            <a:r>
              <a:rPr lang="zh-CN" altLang="en-US" sz="1600">
                <a:solidFill>
                  <a:schemeClr val="tx1"/>
                </a:solidFill>
              </a:rPr>
              <a:t>设计分配与调度算法，覆盖配对与负载约束</a:t>
            </a:r>
            <a:endParaRPr lang="en-US" altLang="zh-CN" sz="1600">
              <a:solidFill>
                <a:schemeClr val="tx1"/>
              </a:solidFill>
            </a:endParaRPr>
          </a:p>
          <a:p>
            <a:pPr marL="457200" lvl="1" indent="0" algn="l" defTabSz="0" rtl="0" eaLnBrk="1" latinLnBrk="0" hangingPunct="1">
              <a:lnSpc>
                <a:spcPct val="125000"/>
              </a:lnSpc>
              <a:spcBef>
                <a:spcPct val="0"/>
              </a:spcBef>
              <a:spcAft>
                <a:spcPct val="0"/>
              </a:spcAft>
              <a:buNone/>
            </a:pPr>
            <a:r>
              <a:rPr lang="zh-CN" altLang="en-US" sz="1600">
                <a:solidFill>
                  <a:schemeClr val="tx1"/>
                </a:solidFill>
              </a:rPr>
              <a:t>引入时间建模与多维评分机制</a:t>
            </a:r>
            <a:endParaRPr lang="en-US" altLang="zh-CN" sz="1600">
              <a:solidFill>
                <a:schemeClr val="tx1"/>
              </a:solidFill>
            </a:endParaRPr>
          </a:p>
          <a:p>
            <a:pPr marL="457200" lvl="1" indent="0" algn="l" defTabSz="0" rtl="0" eaLnBrk="1" latinLnBrk="0" hangingPunct="1">
              <a:lnSpc>
                <a:spcPct val="125000"/>
              </a:lnSpc>
              <a:spcBef>
                <a:spcPct val="0"/>
              </a:spcBef>
              <a:spcAft>
                <a:spcPct val="0"/>
              </a:spcAft>
              <a:buNone/>
            </a:pPr>
            <a:r>
              <a:rPr lang="zh-CN" altLang="en-US" sz="1600">
                <a:solidFill>
                  <a:schemeClr val="tx1"/>
                </a:solidFill>
              </a:rPr>
              <a:t>基于仿真结果进行多轮策略调优</a:t>
            </a:r>
            <a:endParaRPr lang="zh-CN" altLang="en-US" sz="1600">
              <a:solidFill>
                <a:schemeClr val="tx1"/>
              </a:solidFill>
            </a:endParaRPr>
          </a:p>
        </p:txBody>
      </p:sp>
    </p:spTree>
    <p:custDataLst>
      <p:tags r:id="rId14"/>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标题 12"/>
          <p:cNvSpPr>
            <a:spLocks noGrp="1"/>
          </p:cNvSpPr>
          <p:nvPr>
            <p:ph type="ctrTitle" idx="16385"/>
            <p:custDataLst>
              <p:tags r:id="rId1"/>
            </p:custDataLst>
          </p:nvPr>
        </p:nvSpPr>
        <p:spPr/>
        <p:txBody>
          <a:bodyPr>
            <a:noAutofit/>
          </a:bodyPr>
          <a:p>
            <a:r>
              <a:rPr lang="zh-CN" altLang="en-US"/>
              <a:t>后期规划</a:t>
            </a:r>
            <a:endParaRPr lang="zh-CN" altLang="en-US"/>
          </a:p>
        </p:txBody>
      </p:sp>
      <p:sp>
        <p:nvSpPr>
          <p:cNvPr id="16" name="文本占位符 15"/>
          <p:cNvSpPr>
            <a:spLocks noGrp="1"/>
          </p:cNvSpPr>
          <p:nvPr>
            <p:ph type="body" idx="16386"/>
            <p:custDataLst>
              <p:tags r:id="rId2"/>
            </p:custDataLst>
          </p:nvPr>
        </p:nvSpPr>
        <p:spPr>
          <a:xfrm>
            <a:off x="1116355" y="1566047"/>
            <a:ext cx="3458848" cy="406400"/>
          </a:xfrm>
        </p:spPr>
        <p:txBody>
          <a:bodyPr>
            <a:noAutofit/>
          </a:bodyPr>
          <a:p>
            <a:pPr algn="r"/>
            <a:r>
              <a:rPr lang="zh-CN" altLang="en-US" sz="2000"/>
              <a:t>2026/1/15–2026/1/23</a:t>
            </a:r>
            <a:endParaRPr lang="zh-CN" altLang="en-US" sz="2000"/>
          </a:p>
        </p:txBody>
      </p:sp>
      <p:sp>
        <p:nvSpPr>
          <p:cNvPr id="17" name="文本占位符 16"/>
          <p:cNvSpPr>
            <a:spLocks noGrp="1"/>
          </p:cNvSpPr>
          <p:nvPr>
            <p:ph type="body" idx="16387"/>
            <p:custDataLst>
              <p:tags r:id="rId3"/>
            </p:custDataLst>
          </p:nvPr>
        </p:nvSpPr>
        <p:spPr>
          <a:xfrm>
            <a:off x="5588855" y="1437347"/>
            <a:ext cx="4445000" cy="727721"/>
          </a:xfrm>
        </p:spPr>
        <p:txBody>
          <a:bodyPr>
            <a:noAutofit/>
          </a:bodyPr>
          <a:p>
            <a:r>
              <a:rPr lang="zh-CN" altLang="en-US" sz="1800"/>
              <a:t>整理纵梁立体库代码包，完成可供调用的API接口编写。</a:t>
            </a:r>
            <a:endParaRPr lang="zh-CN" altLang="en-US" sz="1800"/>
          </a:p>
        </p:txBody>
      </p:sp>
      <p:sp>
        <p:nvSpPr>
          <p:cNvPr id="20" name="文本占位符 19"/>
          <p:cNvSpPr>
            <a:spLocks noGrp="1"/>
          </p:cNvSpPr>
          <p:nvPr>
            <p:ph type="body" idx="16388"/>
            <p:custDataLst>
              <p:tags r:id="rId4"/>
            </p:custDataLst>
          </p:nvPr>
        </p:nvSpPr>
        <p:spPr>
          <a:xfrm>
            <a:off x="1116356" y="2687362"/>
            <a:ext cx="3458806" cy="406400"/>
          </a:xfrm>
        </p:spPr>
        <p:txBody>
          <a:bodyPr>
            <a:noAutofit/>
          </a:bodyPr>
          <a:p>
            <a:pPr algn="r"/>
            <a:r>
              <a:rPr lang="zh-CN" altLang="en-US" sz="2000"/>
              <a:t>2026/1/23–2026/1/31</a:t>
            </a:r>
            <a:endParaRPr lang="zh-CN" altLang="en-US" sz="2000"/>
          </a:p>
        </p:txBody>
      </p:sp>
      <p:sp>
        <p:nvSpPr>
          <p:cNvPr id="21" name="文本占位符 20"/>
          <p:cNvSpPr>
            <a:spLocks noGrp="1"/>
          </p:cNvSpPr>
          <p:nvPr>
            <p:ph type="body" idx="16389"/>
            <p:custDataLst>
              <p:tags r:id="rId5"/>
            </p:custDataLst>
          </p:nvPr>
        </p:nvSpPr>
        <p:spPr>
          <a:xfrm>
            <a:off x="5588896" y="2571856"/>
            <a:ext cx="4445000" cy="636463"/>
          </a:xfrm>
        </p:spPr>
        <p:txBody>
          <a:bodyPr>
            <a:noAutofit/>
          </a:bodyPr>
          <a:p>
            <a:r>
              <a:rPr lang="zh-CN" altLang="en-US" sz="1800"/>
              <a:t>完成车身立体库的建模仿真任务，并给出初步的仿真结果。</a:t>
            </a:r>
            <a:endParaRPr lang="zh-CN" altLang="en-US" sz="1800"/>
          </a:p>
        </p:txBody>
      </p:sp>
      <p:sp>
        <p:nvSpPr>
          <p:cNvPr id="24" name="文本占位符 23"/>
          <p:cNvSpPr>
            <a:spLocks noGrp="1"/>
          </p:cNvSpPr>
          <p:nvPr>
            <p:ph type="body" idx="16390"/>
            <p:custDataLst>
              <p:tags r:id="rId6"/>
            </p:custDataLst>
          </p:nvPr>
        </p:nvSpPr>
        <p:spPr>
          <a:xfrm>
            <a:off x="1116356" y="3702089"/>
            <a:ext cx="3458806" cy="406400"/>
          </a:xfrm>
        </p:spPr>
        <p:txBody>
          <a:bodyPr>
            <a:noAutofit/>
          </a:bodyPr>
          <a:p>
            <a:pPr algn="r"/>
            <a:r>
              <a:rPr lang="zh-CN" altLang="en-US" sz="2000"/>
              <a:t>2026/2/1–2026/2/8</a:t>
            </a:r>
            <a:endParaRPr lang="zh-CN" altLang="en-US" sz="2000"/>
          </a:p>
        </p:txBody>
      </p:sp>
      <p:sp>
        <p:nvSpPr>
          <p:cNvPr id="25" name="文本占位符 24"/>
          <p:cNvSpPr>
            <a:spLocks noGrp="1"/>
          </p:cNvSpPr>
          <p:nvPr>
            <p:ph type="body" idx="16391"/>
            <p:custDataLst>
              <p:tags r:id="rId7"/>
            </p:custDataLst>
          </p:nvPr>
        </p:nvSpPr>
        <p:spPr>
          <a:xfrm>
            <a:off x="5588896" y="3505575"/>
            <a:ext cx="4445000" cy="710424"/>
          </a:xfrm>
        </p:spPr>
        <p:txBody>
          <a:bodyPr>
            <a:noAutofit/>
          </a:bodyPr>
          <a:p>
            <a:r>
              <a:rPr lang="zh-CN" altLang="en-US" sz="1800"/>
              <a:t>对车身立体库进行调优与代码包整理，并整理初步的API接口。</a:t>
            </a:r>
            <a:endParaRPr lang="zh-CN" altLang="en-US" sz="1800"/>
          </a:p>
        </p:txBody>
      </p:sp>
      <p:sp>
        <p:nvSpPr>
          <p:cNvPr id="28" name="文本占位符 27"/>
          <p:cNvSpPr>
            <a:spLocks noGrp="1"/>
          </p:cNvSpPr>
          <p:nvPr>
            <p:ph type="body" idx="16392"/>
            <p:custDataLst>
              <p:tags r:id="rId8"/>
            </p:custDataLst>
          </p:nvPr>
        </p:nvSpPr>
        <p:spPr>
          <a:xfrm>
            <a:off x="1116356" y="4805690"/>
            <a:ext cx="3458806" cy="406400"/>
          </a:xfrm>
        </p:spPr>
        <p:txBody>
          <a:bodyPr>
            <a:noAutofit/>
          </a:bodyPr>
          <a:p>
            <a:pPr algn="r"/>
            <a:r>
              <a:rPr lang="zh-CN" altLang="en-US" sz="2000"/>
              <a:t>2026/2/8–2026/2/13</a:t>
            </a:r>
            <a:endParaRPr lang="zh-CN" altLang="en-US" sz="2000"/>
          </a:p>
        </p:txBody>
      </p:sp>
      <p:sp>
        <p:nvSpPr>
          <p:cNvPr id="29" name="文本占位符 28"/>
          <p:cNvSpPr>
            <a:spLocks noGrp="1"/>
          </p:cNvSpPr>
          <p:nvPr>
            <p:ph type="body" idx="16393"/>
            <p:custDataLst>
              <p:tags r:id="rId9"/>
            </p:custDataLst>
          </p:nvPr>
        </p:nvSpPr>
        <p:spPr>
          <a:xfrm>
            <a:off x="5588896" y="4638240"/>
            <a:ext cx="4445000" cy="644530"/>
          </a:xfrm>
        </p:spPr>
        <p:txBody>
          <a:bodyPr>
            <a:noAutofit/>
          </a:bodyPr>
          <a:p>
            <a:r>
              <a:rPr lang="zh-CN" altLang="en-US" sz="1800"/>
              <a:t>完成车身立体库API接口的编写，并基于阶段文档编写一份完整的项目总结性文档。</a:t>
            </a:r>
            <a:endParaRPr lang="zh-CN" altLang="en-US" sz="1800"/>
          </a:p>
        </p:txBody>
      </p:sp>
      <p:sp>
        <p:nvSpPr>
          <p:cNvPr id="35" name="椭圆 34"/>
          <p:cNvSpPr/>
          <p:nvPr userDrawn="1"/>
        </p:nvSpPr>
        <p:spPr>
          <a:xfrm>
            <a:off x="4930392" y="1694687"/>
            <a:ext cx="147955" cy="14795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
        <p:nvSpPr>
          <p:cNvPr id="45" name="椭圆 44"/>
          <p:cNvSpPr/>
          <p:nvPr userDrawn="1"/>
        </p:nvSpPr>
        <p:spPr>
          <a:xfrm>
            <a:off x="4930392" y="2816066"/>
            <a:ext cx="147955" cy="14795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
        <p:nvSpPr>
          <p:cNvPr id="46" name="椭圆 45"/>
          <p:cNvSpPr/>
          <p:nvPr userDrawn="1"/>
        </p:nvSpPr>
        <p:spPr>
          <a:xfrm>
            <a:off x="4930376" y="4886493"/>
            <a:ext cx="147955" cy="14795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
        <p:nvSpPr>
          <p:cNvPr id="47" name="椭圆 46"/>
          <p:cNvSpPr/>
          <p:nvPr userDrawn="1"/>
        </p:nvSpPr>
        <p:spPr>
          <a:xfrm>
            <a:off x="4930338" y="3786616"/>
            <a:ext cx="147955" cy="14795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cxnSp>
        <p:nvCxnSpPr>
          <p:cNvPr id="34" name="直接箭头连接符 33"/>
          <p:cNvCxnSpPr/>
          <p:nvPr userDrawn="1"/>
        </p:nvCxnSpPr>
        <p:spPr>
          <a:xfrm>
            <a:off x="5004373" y="1275218"/>
            <a:ext cx="0" cy="485655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custDataLst>
      <p:tags r:id="rId10"/>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idx="17826049"/>
            <p:custDataLst>
              <p:tags r:id="rId1"/>
            </p:custDataLst>
          </p:nvPr>
        </p:nvSpPr>
        <p:spPr>
          <a:xfrm>
            <a:off x="2592686" y="3775621"/>
            <a:ext cx="6364445" cy="1524000"/>
          </a:xfrm>
        </p:spPr>
        <p:txBody>
          <a:bodyPr>
            <a:normAutofit/>
          </a:bodyPr>
          <a:p>
            <a:pPr algn="ctr"/>
            <a:r>
              <a:rPr lang="zh-CN" altLang="en-US"/>
              <a:t>前期调研与数据分析</a:t>
            </a:r>
            <a:endParaRPr lang="zh-CN" altLang="en-US"/>
          </a:p>
        </p:txBody>
      </p:sp>
      <p:sp>
        <p:nvSpPr>
          <p:cNvPr id="3" name="文本占位符 2"/>
          <p:cNvSpPr>
            <a:spLocks noGrp="1"/>
          </p:cNvSpPr>
          <p:nvPr>
            <p:ph type="body" sz="quarter" idx="17826561"/>
            <p:custDataLst>
              <p:tags r:id="rId2"/>
            </p:custDataLst>
          </p:nvPr>
        </p:nvSpPr>
        <p:spPr>
          <a:xfrm>
            <a:off x="4503388" y="1854175"/>
            <a:ext cx="2543099" cy="1524000"/>
          </a:xfrm>
        </p:spPr>
        <p:txBody>
          <a:bodyPr>
            <a:normAutofit lnSpcReduction="10000"/>
          </a:bodyPr>
          <a:p>
            <a:pPr marL="0" indent="0" algn="ctr">
              <a:buNone/>
            </a:pPr>
            <a:r>
              <a:rPr lang="en-US" altLang="en-US" sz="8000"/>
              <a:t>0</a:t>
            </a:r>
            <a:r>
              <a:rPr lang="en-US" altLang="zh-CN" sz="8000">
                <a:cs typeface="Arial" panose="020B0604020202020204" pitchFamily="34" charset="0"/>
              </a:rPr>
              <a:t>3</a:t>
            </a:r>
            <a:endParaRPr lang="en-US" altLang="en-US" sz="8000"/>
          </a:p>
        </p:txBody>
      </p:sp>
      <p:cxnSp>
        <p:nvCxnSpPr>
          <p:cNvPr id="4" name="直接连接符 3"/>
          <p:cNvCxnSpPr/>
          <p:nvPr userDrawn="1"/>
        </p:nvCxnSpPr>
        <p:spPr>
          <a:xfrm>
            <a:off x="3531235" y="3428975"/>
            <a:ext cx="4487347" cy="0"/>
          </a:xfrm>
          <a:prstGeom prst="line">
            <a:avLst/>
          </a:prstGeom>
          <a:ln w="1905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a:xfrm>
            <a:off x="609565" y="464573"/>
            <a:ext cx="10972800" cy="609600"/>
          </a:xfrm>
        </p:spPr>
        <p:txBody>
          <a:bodyPr>
            <a:normAutofit/>
          </a:bodyPr>
          <a:p>
            <a:r>
              <a:rPr lang="zh-CN" altLang="en-US">
                <a:latin typeface="+mj-lt"/>
              </a:rPr>
              <a:t>前期调研与数据分析</a:t>
            </a:r>
            <a:endParaRPr lang="zh-CN" altLang="en-US">
              <a:latin typeface="+mj-lt"/>
            </a:endParaRPr>
          </a:p>
        </p:txBody>
      </p:sp>
      <p:sp>
        <p:nvSpPr>
          <p:cNvPr id="4" name="装饰  2"/>
          <p:cNvSpPr>
            <a:spLocks noGrp="1"/>
          </p:cNvSpPr>
          <p:nvPr>
            <p:ph type="body" idx="16393"/>
            <p:custDataLst>
              <p:tags r:id="rId2"/>
            </p:custDataLst>
          </p:nvPr>
        </p:nvSpPr>
        <p:spPr>
          <a:xfrm>
            <a:off x="1446864" y="1526150"/>
            <a:ext cx="50800" cy="2032000"/>
          </a:xfrm>
        </p:spPr>
        <p:txBody>
          <a:bodyPr/>
          <a:p>
            <a:r>
              <a:rPr lang="zh-CN" altLang="en-US">
                <a:latin typeface="+mn-lt"/>
              </a:rPr>
              <a:t> </a:t>
            </a:r>
            <a:endParaRPr lang="zh-CN" altLang="en-US">
              <a:latin typeface="+mn-lt"/>
            </a:endParaRPr>
          </a:p>
        </p:txBody>
      </p:sp>
      <p:sp>
        <p:nvSpPr>
          <p:cNvPr id="5" name="文本占位符 4"/>
          <p:cNvSpPr>
            <a:spLocks noGrp="1"/>
          </p:cNvSpPr>
          <p:nvPr>
            <p:ph type="body" idx="16386"/>
            <p:custDataLst>
              <p:tags r:id="rId3"/>
            </p:custDataLst>
          </p:nvPr>
        </p:nvSpPr>
        <p:spPr>
          <a:xfrm>
            <a:off x="1599565" y="1525905"/>
            <a:ext cx="7061835" cy="406400"/>
          </a:xfrm>
        </p:spPr>
        <p:txBody>
          <a:bodyPr>
            <a:normAutofit/>
          </a:bodyPr>
          <a:p>
            <a:r>
              <a:rPr lang="zh-CN" altLang="en-US">
                <a:latin typeface="+mn-lt"/>
              </a:rPr>
              <a:t>调研目的</a:t>
            </a:r>
            <a:r>
              <a:rPr lang="zh-CN" altLang="en-US">
                <a:latin typeface="+mn-lt"/>
              </a:rPr>
              <a:t>与内容</a:t>
            </a:r>
            <a:endParaRPr lang="zh-CN" altLang="en-US">
              <a:latin typeface="+mn-lt"/>
            </a:endParaRPr>
          </a:p>
        </p:txBody>
      </p:sp>
      <p:sp>
        <p:nvSpPr>
          <p:cNvPr id="6" name="文本占位符 5"/>
          <p:cNvSpPr>
            <a:spLocks noGrp="1"/>
          </p:cNvSpPr>
          <p:nvPr>
            <p:ph type="body" idx="16387"/>
            <p:custDataLst>
              <p:tags r:id="rId4"/>
            </p:custDataLst>
          </p:nvPr>
        </p:nvSpPr>
        <p:spPr>
          <a:xfrm>
            <a:off x="1599565" y="2033905"/>
            <a:ext cx="8995410" cy="1524000"/>
          </a:xfrm>
        </p:spPr>
        <p:txBody>
          <a:bodyPr>
            <a:noAutofit/>
          </a:bodyPr>
          <a:p>
            <a:r>
              <a:rPr lang="zh-CN" altLang="en-US" sz="1800" b="1">
                <a:latin typeface="+mn-lt"/>
              </a:rPr>
              <a:t>系统理解立体库运行机制，为调度与仿真建模提供真实依据</a:t>
            </a:r>
            <a:endParaRPr lang="en-US" altLang="zh-CN" sz="1800" b="1">
              <a:latin typeface="+mn-lt"/>
            </a:endParaRPr>
          </a:p>
          <a:p>
            <a:pPr marL="332105" lvl="1" indent="0">
              <a:buNone/>
            </a:pPr>
            <a:r>
              <a:rPr lang="zh-CN" altLang="en-US" sz="1600">
                <a:solidFill>
                  <a:schemeClr val="tx1"/>
                </a:solidFill>
                <a:latin typeface="+mn-lt"/>
              </a:rPr>
              <a:t>通过现场调研与业务访谈，全面了解立体库库内结构、巷道布局及堆垛机配置方式</a:t>
            </a:r>
            <a:endParaRPr lang="en-US" altLang="zh-CN" sz="1600">
              <a:solidFill>
                <a:schemeClr val="tx1"/>
              </a:solidFill>
              <a:latin typeface="+mn-lt"/>
            </a:endParaRPr>
          </a:p>
          <a:p>
            <a:pPr marL="332105" lvl="1" indent="0">
              <a:buNone/>
            </a:pPr>
            <a:r>
              <a:rPr lang="zh-CN" altLang="en-US" sz="1600">
                <a:solidFill>
                  <a:schemeClr val="tx1"/>
                </a:solidFill>
                <a:latin typeface="+mn-lt"/>
              </a:rPr>
              <a:t>系统梳理入库、出库与移库的实际运行流程，明确纵梁配对规则、货位使用约束等</a:t>
            </a:r>
            <a:endParaRPr lang="en-US" altLang="zh-CN" sz="1600">
              <a:solidFill>
                <a:schemeClr val="tx1"/>
              </a:solidFill>
              <a:latin typeface="+mn-lt"/>
            </a:endParaRPr>
          </a:p>
          <a:p>
            <a:pPr marL="332105" lvl="1" indent="0">
              <a:buNone/>
            </a:pPr>
            <a:r>
              <a:rPr lang="zh-CN" altLang="en-US" sz="1600">
                <a:solidFill>
                  <a:schemeClr val="tx1"/>
                </a:solidFill>
                <a:latin typeface="+mn-lt"/>
              </a:rPr>
              <a:t>分析现有调度与分配策略在不同业务场景下的执行效果，识别影响效率与稳定性的关键因素</a:t>
            </a:r>
            <a:endParaRPr lang="zh-CN" altLang="en-US" sz="1600">
              <a:solidFill>
                <a:schemeClr val="tx1"/>
              </a:solidFill>
              <a:latin typeface="+mn-lt"/>
            </a:endParaRPr>
          </a:p>
        </p:txBody>
      </p:sp>
      <p:sp>
        <p:nvSpPr>
          <p:cNvPr id="7" name="装饰  5"/>
          <p:cNvSpPr>
            <a:spLocks noGrp="1"/>
          </p:cNvSpPr>
          <p:nvPr>
            <p:ph type="body" idx="16394"/>
            <p:custDataLst>
              <p:tags r:id="rId5"/>
            </p:custDataLst>
          </p:nvPr>
        </p:nvSpPr>
        <p:spPr>
          <a:xfrm>
            <a:off x="1446864" y="4111235"/>
            <a:ext cx="50800" cy="2032000"/>
          </a:xfrm>
        </p:spPr>
        <p:txBody>
          <a:bodyPr/>
          <a:p>
            <a:r>
              <a:rPr lang="zh-CN" altLang="en-US">
                <a:latin typeface="+mn-lt"/>
              </a:rPr>
              <a:t> </a:t>
            </a:r>
            <a:endParaRPr lang="zh-CN" altLang="en-US">
              <a:latin typeface="+mn-lt"/>
            </a:endParaRPr>
          </a:p>
        </p:txBody>
      </p:sp>
      <p:sp>
        <p:nvSpPr>
          <p:cNvPr id="8" name="文本占位符 7"/>
          <p:cNvSpPr>
            <a:spLocks noGrp="1"/>
          </p:cNvSpPr>
          <p:nvPr>
            <p:ph type="body" idx="16388"/>
            <p:custDataLst>
              <p:tags r:id="rId6"/>
            </p:custDataLst>
          </p:nvPr>
        </p:nvSpPr>
        <p:spPr>
          <a:xfrm>
            <a:off x="1599264" y="4111235"/>
            <a:ext cx="3098800" cy="406400"/>
          </a:xfrm>
        </p:spPr>
        <p:txBody>
          <a:bodyPr>
            <a:normAutofit/>
          </a:bodyPr>
          <a:p>
            <a:r>
              <a:rPr lang="zh-CN" altLang="en-US">
                <a:latin typeface="+mn-lt"/>
              </a:rPr>
              <a:t>数据结构</a:t>
            </a:r>
            <a:endParaRPr lang="zh-CN" altLang="en-US">
              <a:latin typeface="+mn-lt"/>
            </a:endParaRPr>
          </a:p>
        </p:txBody>
      </p:sp>
      <p:sp>
        <p:nvSpPr>
          <p:cNvPr id="9" name="文本占位符 8"/>
          <p:cNvSpPr>
            <a:spLocks noGrp="1"/>
          </p:cNvSpPr>
          <p:nvPr>
            <p:ph type="body" idx="16389"/>
            <p:custDataLst>
              <p:tags r:id="rId7"/>
            </p:custDataLst>
          </p:nvPr>
        </p:nvSpPr>
        <p:spPr>
          <a:xfrm>
            <a:off x="1599565" y="4517390"/>
            <a:ext cx="4749165" cy="1597660"/>
          </a:xfrm>
        </p:spPr>
        <p:txBody>
          <a:bodyPr>
            <a:noAutofit/>
          </a:bodyPr>
          <a:p>
            <a:r>
              <a:rPr lang="zh-CN" altLang="en-US">
                <a:latin typeface="+mn-lt"/>
              </a:rPr>
              <a:t>生产计划数据：计划编号、</a:t>
            </a:r>
            <a:r>
              <a:rPr lang="en-US" altLang="zh-CN">
                <a:latin typeface="+mn-lt"/>
              </a:rPr>
              <a:t>MES </a:t>
            </a:r>
            <a:r>
              <a:rPr lang="zh-CN" altLang="en-US">
                <a:latin typeface="+mn-lt"/>
              </a:rPr>
              <a:t>计划</a:t>
            </a:r>
            <a:r>
              <a:rPr lang="en-US" altLang="zh-CN">
                <a:latin typeface="+mn-lt"/>
              </a:rPr>
              <a:t> ID</a:t>
            </a:r>
            <a:r>
              <a:rPr lang="zh-CN" altLang="en-US">
                <a:latin typeface="+mn-lt"/>
              </a:rPr>
              <a:t>、车型及纵梁配置</a:t>
            </a:r>
            <a:endParaRPr lang="en-US" altLang="zh-CN">
              <a:latin typeface="+mn-lt"/>
            </a:endParaRPr>
          </a:p>
          <a:p>
            <a:r>
              <a:rPr lang="zh-CN" altLang="en-US">
                <a:latin typeface="+mn-lt"/>
              </a:rPr>
              <a:t>出入库任务数据：任务标识、货位信息、巷道位置及执行时间</a:t>
            </a:r>
            <a:endParaRPr lang="en-US" altLang="zh-CN">
              <a:latin typeface="+mn-lt"/>
            </a:endParaRPr>
          </a:p>
          <a:p>
            <a:r>
              <a:rPr lang="en-US" altLang="zh-CN">
                <a:latin typeface="+mn-lt"/>
              </a:rPr>
              <a:t>BOM </a:t>
            </a:r>
            <a:r>
              <a:rPr lang="zh-CN" altLang="en-US">
                <a:latin typeface="+mn-lt"/>
              </a:rPr>
              <a:t>与配对数据：纵梁型号、配对关系及存储约束</a:t>
            </a:r>
            <a:endParaRPr lang="zh-CN" altLang="en-US">
              <a:latin typeface="+mn-lt"/>
            </a:endParaRPr>
          </a:p>
        </p:txBody>
      </p:sp>
      <p:sp>
        <p:nvSpPr>
          <p:cNvPr id="10" name="装饰  8"/>
          <p:cNvSpPr>
            <a:spLocks noGrp="1"/>
          </p:cNvSpPr>
          <p:nvPr>
            <p:ph type="body" idx="16395"/>
            <p:custDataLst>
              <p:tags r:id="rId8"/>
            </p:custDataLst>
          </p:nvPr>
        </p:nvSpPr>
        <p:spPr>
          <a:xfrm>
            <a:off x="6846269" y="4111235"/>
            <a:ext cx="50800" cy="2032000"/>
          </a:xfrm>
        </p:spPr>
        <p:txBody>
          <a:bodyPr/>
          <a:p>
            <a:r>
              <a:rPr lang="zh-CN" altLang="en-US">
                <a:latin typeface="+mn-lt"/>
              </a:rPr>
              <a:t> </a:t>
            </a:r>
            <a:endParaRPr lang="zh-CN" altLang="en-US">
              <a:latin typeface="+mn-lt"/>
            </a:endParaRPr>
          </a:p>
        </p:txBody>
      </p:sp>
      <p:sp>
        <p:nvSpPr>
          <p:cNvPr id="11" name="文本占位符 10"/>
          <p:cNvSpPr>
            <a:spLocks noGrp="1"/>
          </p:cNvSpPr>
          <p:nvPr>
            <p:ph type="body" idx="16390"/>
            <p:custDataLst>
              <p:tags r:id="rId9"/>
            </p:custDataLst>
          </p:nvPr>
        </p:nvSpPr>
        <p:spPr>
          <a:xfrm>
            <a:off x="6998669" y="4111235"/>
            <a:ext cx="3098800" cy="406400"/>
          </a:xfrm>
        </p:spPr>
        <p:txBody>
          <a:bodyPr>
            <a:normAutofit/>
          </a:bodyPr>
          <a:p>
            <a:r>
              <a:rPr lang="zh-CN" altLang="en-US">
                <a:latin typeface="+mn-lt"/>
              </a:rPr>
              <a:t>分析成果</a:t>
            </a:r>
            <a:endParaRPr lang="zh-CN" altLang="en-US">
              <a:latin typeface="+mn-lt"/>
            </a:endParaRPr>
          </a:p>
        </p:txBody>
      </p:sp>
      <p:sp>
        <p:nvSpPr>
          <p:cNvPr id="12" name="文本占位符 11"/>
          <p:cNvSpPr>
            <a:spLocks noGrp="1"/>
          </p:cNvSpPr>
          <p:nvPr>
            <p:ph type="body" idx="16391"/>
            <p:custDataLst>
              <p:tags r:id="rId10"/>
            </p:custDataLst>
          </p:nvPr>
        </p:nvSpPr>
        <p:spPr>
          <a:xfrm>
            <a:off x="6998970" y="4618990"/>
            <a:ext cx="4186555" cy="1524000"/>
          </a:xfrm>
        </p:spPr>
        <p:txBody>
          <a:bodyPr>
            <a:normAutofit/>
          </a:bodyPr>
          <a:p>
            <a:r>
              <a:rPr lang="zh-CN" altLang="en-US">
                <a:latin typeface="+mn-lt"/>
              </a:rPr>
              <a:t>操作时间实测：对堆垛机的运行速度进行</a:t>
            </a:r>
            <a:r>
              <a:rPr lang="zh-CN" altLang="en-US">
                <a:latin typeface="+mn-lt"/>
              </a:rPr>
              <a:t>测算</a:t>
            </a:r>
            <a:endParaRPr lang="zh-CN" altLang="en-US">
              <a:latin typeface="+mn-lt"/>
            </a:endParaRPr>
          </a:p>
          <a:p>
            <a:r>
              <a:rPr lang="zh-CN" altLang="en-US">
                <a:latin typeface="+mn-lt"/>
              </a:rPr>
              <a:t>预测模型：基于过往数据，考虑任务序列与路径拆分，通过真实路径时间</a:t>
            </a:r>
            <a:r>
              <a:rPr lang="en-US" altLang="zh-CN">
                <a:latin typeface="+mn-lt"/>
              </a:rPr>
              <a:t>+</a:t>
            </a:r>
            <a:r>
              <a:rPr lang="zh-CN" altLang="en-US">
                <a:latin typeface="+mn-lt"/>
              </a:rPr>
              <a:t>残差预测的方式，构建了精细的堆垛机作业时间</a:t>
            </a:r>
            <a:r>
              <a:rPr lang="zh-CN" altLang="en-US">
                <a:latin typeface="+mn-lt"/>
              </a:rPr>
              <a:t>预测模型</a:t>
            </a:r>
            <a:endParaRPr lang="zh-CN" altLang="en-US">
              <a:latin typeface="+mn-lt"/>
            </a:endParaRPr>
          </a:p>
        </p:txBody>
      </p:sp>
    </p:spTree>
    <p:custDataLst>
      <p:tags r:id="rId1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a:xfrm>
            <a:off x="657860" y="422910"/>
            <a:ext cx="6324600" cy="609600"/>
          </a:xfrm>
        </p:spPr>
        <p:txBody>
          <a:bodyPr>
            <a:normAutofit/>
          </a:bodyPr>
          <a:p>
            <a:r>
              <a:rPr lang="zh-CN" altLang="en-US">
                <a:latin typeface="+mn-lt"/>
                <a:sym typeface="+mn-ea"/>
              </a:rPr>
              <a:t>堆垛机作业时间预测模型</a:t>
            </a:r>
            <a:endParaRPr lang="zh-CN" altLang="en-US">
              <a:latin typeface="+mj-lt"/>
            </a:endParaRPr>
          </a:p>
        </p:txBody>
      </p:sp>
      <p:pic>
        <p:nvPicPr>
          <p:cNvPr id="655512359" name="图片 1"/>
          <p:cNvPicPr>
            <a:picLocks noChangeAspect="1"/>
          </p:cNvPicPr>
          <p:nvPr/>
        </p:nvPicPr>
        <p:blipFill>
          <a:blip r:embed="rId2"/>
          <a:stretch>
            <a:fillRect/>
          </a:stretch>
        </p:blipFill>
        <p:spPr>
          <a:xfrm>
            <a:off x="2268855" y="1038860"/>
            <a:ext cx="8149590" cy="5559425"/>
          </a:xfrm>
          <a:prstGeom prst="rect">
            <a:avLst/>
          </a:prstGeom>
        </p:spPr>
      </p:pic>
    </p:spTree>
    <p:custDataLst>
      <p:tags r:id="rId3"/>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idx="17826049"/>
            <p:custDataLst>
              <p:tags r:id="rId1"/>
            </p:custDataLst>
          </p:nvPr>
        </p:nvSpPr>
        <p:spPr>
          <a:xfrm>
            <a:off x="2592686" y="3775621"/>
            <a:ext cx="6364445" cy="1524000"/>
          </a:xfrm>
        </p:spPr>
        <p:txBody>
          <a:bodyPr>
            <a:normAutofit/>
          </a:bodyPr>
          <a:p>
            <a:pPr algn="ctr"/>
            <a:r>
              <a:rPr lang="zh-CN" altLang="en-US"/>
              <a:t>策略思路与改进点</a:t>
            </a:r>
            <a:endParaRPr lang="zh-CN" altLang="en-US"/>
          </a:p>
        </p:txBody>
      </p:sp>
      <p:sp>
        <p:nvSpPr>
          <p:cNvPr id="3" name="文本占位符 2"/>
          <p:cNvSpPr>
            <a:spLocks noGrp="1"/>
          </p:cNvSpPr>
          <p:nvPr>
            <p:ph type="body" sz="quarter" idx="17826561"/>
            <p:custDataLst>
              <p:tags r:id="rId2"/>
            </p:custDataLst>
          </p:nvPr>
        </p:nvSpPr>
        <p:spPr>
          <a:xfrm>
            <a:off x="4503388" y="1854175"/>
            <a:ext cx="2543099" cy="1524000"/>
          </a:xfrm>
        </p:spPr>
        <p:txBody>
          <a:bodyPr>
            <a:normAutofit lnSpcReduction="10000"/>
          </a:bodyPr>
          <a:p>
            <a:pPr marL="0" indent="0" algn="ctr">
              <a:buNone/>
            </a:pPr>
            <a:r>
              <a:rPr lang="en-US" altLang="en-US" sz="8000"/>
              <a:t>0</a:t>
            </a:r>
            <a:r>
              <a:rPr lang="en-US" altLang="zh-CN" sz="8000">
                <a:cs typeface="Arial" panose="020B0604020202020204" pitchFamily="34" charset="0"/>
              </a:rPr>
              <a:t>4</a:t>
            </a:r>
            <a:endParaRPr lang="en-US" altLang="en-US" sz="8000"/>
          </a:p>
        </p:txBody>
      </p:sp>
      <p:cxnSp>
        <p:nvCxnSpPr>
          <p:cNvPr id="4" name="直接连接符 3"/>
          <p:cNvCxnSpPr/>
          <p:nvPr userDrawn="1"/>
        </p:nvCxnSpPr>
        <p:spPr>
          <a:xfrm>
            <a:off x="3531235" y="3428975"/>
            <a:ext cx="4487347" cy="0"/>
          </a:xfrm>
          <a:prstGeom prst="line">
            <a:avLst/>
          </a:prstGeom>
          <a:ln w="1905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normAutofit/>
          </a:bodyPr>
          <a:p>
            <a:r>
              <a:rPr lang="zh-CN" altLang="en-US">
                <a:latin typeface="+mj-lt"/>
              </a:rPr>
              <a:t>策略优化</a:t>
            </a:r>
            <a:endParaRPr lang="zh-CN" altLang="en-US">
              <a:latin typeface="+mj-lt"/>
            </a:endParaRPr>
          </a:p>
        </p:txBody>
      </p:sp>
      <p:sp>
        <p:nvSpPr>
          <p:cNvPr id="3" name="装饰  1"/>
          <p:cNvSpPr>
            <a:spLocks noGrp="1"/>
          </p:cNvSpPr>
          <p:nvPr>
            <p:ph type="body" idx="16395"/>
            <p:custDataLst>
              <p:tags r:id="rId2"/>
            </p:custDataLst>
          </p:nvPr>
        </p:nvSpPr>
        <p:spPr/>
        <p:txBody>
          <a:bodyPr/>
          <a:p>
            <a:r>
              <a:rPr lang="zh-CN" altLang="en-US">
                <a:latin typeface="+mn-lt"/>
              </a:rPr>
              <a:t> </a:t>
            </a:r>
            <a:endParaRPr lang="zh-CN" altLang="en-US">
              <a:latin typeface="+mn-lt"/>
            </a:endParaRPr>
          </a:p>
        </p:txBody>
      </p:sp>
      <p:sp>
        <p:nvSpPr>
          <p:cNvPr id="4" name="文本占位符 3"/>
          <p:cNvSpPr>
            <a:spLocks noGrp="1"/>
          </p:cNvSpPr>
          <p:nvPr>
            <p:ph type="body" idx="16388"/>
            <p:custDataLst>
              <p:tags r:id="rId3"/>
            </p:custDataLst>
          </p:nvPr>
        </p:nvSpPr>
        <p:spPr/>
        <p:txBody>
          <a:bodyPr/>
          <a:p>
            <a:r>
              <a:rPr lang="zh-CN" altLang="en-US">
                <a:latin typeface="+mn-lt"/>
              </a:rPr>
              <a:t>01</a:t>
            </a:r>
            <a:endParaRPr lang="zh-CN" altLang="en-US">
              <a:latin typeface="+mn-lt"/>
            </a:endParaRPr>
          </a:p>
        </p:txBody>
      </p:sp>
      <p:sp>
        <p:nvSpPr>
          <p:cNvPr id="5" name="文本占位符 4"/>
          <p:cNvSpPr>
            <a:spLocks noGrp="1"/>
          </p:cNvSpPr>
          <p:nvPr>
            <p:ph type="body" idx="16386"/>
            <p:custDataLst>
              <p:tags r:id="rId4"/>
            </p:custDataLst>
          </p:nvPr>
        </p:nvSpPr>
        <p:spPr/>
        <p:txBody>
          <a:bodyPr>
            <a:normAutofit/>
          </a:bodyPr>
          <a:p>
            <a:r>
              <a:rPr lang="zh-CN" altLang="en-US">
                <a:latin typeface="+mn-lt"/>
              </a:rPr>
              <a:t>分配策略</a:t>
            </a:r>
            <a:endParaRPr lang="zh-CN" altLang="en-US">
              <a:latin typeface="+mn-lt"/>
            </a:endParaRPr>
          </a:p>
        </p:txBody>
      </p:sp>
      <p:sp>
        <p:nvSpPr>
          <p:cNvPr id="6" name="文本占位符 5"/>
          <p:cNvSpPr>
            <a:spLocks noGrp="1"/>
          </p:cNvSpPr>
          <p:nvPr>
            <p:ph type="body" idx="16387"/>
            <p:custDataLst>
              <p:tags r:id="rId5"/>
            </p:custDataLst>
          </p:nvPr>
        </p:nvSpPr>
        <p:spPr/>
        <p:txBody>
          <a:bodyPr>
            <a:normAutofit/>
          </a:bodyPr>
          <a:p>
            <a:r>
              <a:rPr lang="zh-CN" altLang="en-US">
                <a:latin typeface="+mn-lt"/>
              </a:rPr>
              <a:t>Baseline策略：规则驱动，按固定顺序分配，稳定可控但缺乏全局优化。
Proposed策略：分场景决策，优先在库配对，综合评估巷道与货位，提升配对成功率与空间利用率。</a:t>
            </a:r>
            <a:endParaRPr lang="zh-CN" altLang="en-US">
              <a:latin typeface="+mn-lt"/>
            </a:endParaRPr>
          </a:p>
        </p:txBody>
      </p:sp>
      <p:sp>
        <p:nvSpPr>
          <p:cNvPr id="7" name="装饰  5"/>
          <p:cNvSpPr>
            <a:spLocks noGrp="1"/>
          </p:cNvSpPr>
          <p:nvPr>
            <p:ph type="body" idx="16396"/>
            <p:custDataLst>
              <p:tags r:id="rId6"/>
            </p:custDataLst>
          </p:nvPr>
        </p:nvSpPr>
        <p:spPr/>
        <p:txBody>
          <a:bodyPr/>
          <a:p>
            <a:r>
              <a:rPr lang="zh-CN" altLang="en-US">
                <a:latin typeface="+mn-lt"/>
              </a:rPr>
              <a:t> </a:t>
            </a:r>
            <a:endParaRPr lang="zh-CN" altLang="en-US">
              <a:latin typeface="+mn-lt"/>
            </a:endParaRPr>
          </a:p>
        </p:txBody>
      </p:sp>
      <p:sp>
        <p:nvSpPr>
          <p:cNvPr id="8" name="文本占位符 7"/>
          <p:cNvSpPr>
            <a:spLocks noGrp="1"/>
          </p:cNvSpPr>
          <p:nvPr>
            <p:ph type="body" idx="16391"/>
            <p:custDataLst>
              <p:tags r:id="rId7"/>
            </p:custDataLst>
          </p:nvPr>
        </p:nvSpPr>
        <p:spPr/>
        <p:txBody>
          <a:bodyPr/>
          <a:p>
            <a:r>
              <a:rPr lang="zh-CN" altLang="en-US">
                <a:latin typeface="+mn-lt"/>
              </a:rPr>
              <a:t>02</a:t>
            </a:r>
            <a:endParaRPr lang="zh-CN" altLang="en-US">
              <a:latin typeface="+mn-lt"/>
            </a:endParaRPr>
          </a:p>
        </p:txBody>
      </p:sp>
      <p:sp>
        <p:nvSpPr>
          <p:cNvPr id="9" name="文本占位符 8"/>
          <p:cNvSpPr>
            <a:spLocks noGrp="1"/>
          </p:cNvSpPr>
          <p:nvPr>
            <p:ph type="body" idx="16389"/>
            <p:custDataLst>
              <p:tags r:id="rId8"/>
            </p:custDataLst>
          </p:nvPr>
        </p:nvSpPr>
        <p:spPr/>
        <p:txBody>
          <a:bodyPr>
            <a:normAutofit/>
          </a:bodyPr>
          <a:p>
            <a:r>
              <a:rPr lang="zh-CN" altLang="en-US">
                <a:latin typeface="+mn-lt"/>
              </a:rPr>
              <a:t>调度策略</a:t>
            </a:r>
            <a:endParaRPr lang="zh-CN" altLang="en-US">
              <a:latin typeface="+mn-lt"/>
            </a:endParaRPr>
          </a:p>
        </p:txBody>
      </p:sp>
      <p:sp>
        <p:nvSpPr>
          <p:cNvPr id="10" name="文本占位符 9"/>
          <p:cNvSpPr>
            <a:spLocks noGrp="1"/>
          </p:cNvSpPr>
          <p:nvPr>
            <p:ph type="body" idx="16390"/>
            <p:custDataLst>
              <p:tags r:id="rId9"/>
            </p:custDataLst>
          </p:nvPr>
        </p:nvSpPr>
        <p:spPr>
          <a:xfrm>
            <a:off x="4403725" y="3810000"/>
            <a:ext cx="3380105" cy="1828800"/>
          </a:xfrm>
        </p:spPr>
        <p:txBody>
          <a:bodyPr>
            <a:normAutofit/>
          </a:bodyPr>
          <a:p>
            <a:r>
              <a:rPr lang="zh-CN" altLang="en-US">
                <a:latin typeface="+mn-lt"/>
              </a:rPr>
              <a:t>Heuristic策略：出库任务优先，按紧急度与创建时间排序，实现负载均衡。
Optimization策略：采样生成候选方案，通过多维评分函数选优，减少冲突与阻塞，提升作业连贯性。</a:t>
            </a:r>
            <a:endParaRPr lang="zh-CN" altLang="en-US">
              <a:latin typeface="+mn-lt"/>
            </a:endParaRPr>
          </a:p>
        </p:txBody>
      </p:sp>
      <p:sp>
        <p:nvSpPr>
          <p:cNvPr id="11" name="装饰  9"/>
          <p:cNvSpPr>
            <a:spLocks noGrp="1"/>
          </p:cNvSpPr>
          <p:nvPr>
            <p:ph type="body" idx="16397"/>
            <p:custDataLst>
              <p:tags r:id="rId10"/>
            </p:custDataLst>
          </p:nvPr>
        </p:nvSpPr>
        <p:spPr/>
        <p:txBody>
          <a:bodyPr/>
          <a:p>
            <a:r>
              <a:rPr lang="zh-CN" altLang="en-US">
                <a:latin typeface="+mn-lt"/>
              </a:rPr>
              <a:t> </a:t>
            </a:r>
            <a:endParaRPr lang="zh-CN" altLang="en-US">
              <a:latin typeface="+mn-lt"/>
            </a:endParaRPr>
          </a:p>
        </p:txBody>
      </p:sp>
      <p:sp>
        <p:nvSpPr>
          <p:cNvPr id="12" name="文本占位符 11"/>
          <p:cNvSpPr>
            <a:spLocks noGrp="1"/>
          </p:cNvSpPr>
          <p:nvPr>
            <p:ph type="body" idx="16394"/>
            <p:custDataLst>
              <p:tags r:id="rId11"/>
            </p:custDataLst>
          </p:nvPr>
        </p:nvSpPr>
        <p:spPr/>
        <p:txBody>
          <a:bodyPr/>
          <a:p>
            <a:r>
              <a:rPr lang="zh-CN" altLang="en-US">
                <a:latin typeface="+mn-lt"/>
              </a:rPr>
              <a:t>03</a:t>
            </a:r>
            <a:endParaRPr lang="zh-CN" altLang="en-US">
              <a:latin typeface="+mn-lt"/>
            </a:endParaRPr>
          </a:p>
        </p:txBody>
      </p:sp>
      <p:sp>
        <p:nvSpPr>
          <p:cNvPr id="13" name="文本占位符 12"/>
          <p:cNvSpPr>
            <a:spLocks noGrp="1"/>
          </p:cNvSpPr>
          <p:nvPr>
            <p:ph type="body" idx="16392"/>
            <p:custDataLst>
              <p:tags r:id="rId12"/>
            </p:custDataLst>
          </p:nvPr>
        </p:nvSpPr>
        <p:spPr/>
        <p:txBody>
          <a:bodyPr>
            <a:normAutofit/>
          </a:bodyPr>
          <a:p>
            <a:r>
              <a:rPr lang="zh-CN" altLang="en-US">
                <a:latin typeface="+mn-lt"/>
              </a:rPr>
              <a:t>改进点</a:t>
            </a:r>
            <a:endParaRPr lang="zh-CN" altLang="en-US">
              <a:latin typeface="+mn-lt"/>
            </a:endParaRPr>
          </a:p>
        </p:txBody>
      </p:sp>
      <p:sp>
        <p:nvSpPr>
          <p:cNvPr id="14" name="文本占位符 13"/>
          <p:cNvSpPr>
            <a:spLocks noGrp="1"/>
          </p:cNvSpPr>
          <p:nvPr>
            <p:ph type="body" idx="16393"/>
            <p:custDataLst>
              <p:tags r:id="rId13"/>
            </p:custDataLst>
          </p:nvPr>
        </p:nvSpPr>
        <p:spPr/>
        <p:txBody>
          <a:bodyPr>
            <a:normAutofit/>
          </a:bodyPr>
          <a:p>
            <a:r>
              <a:rPr lang="zh-CN" altLang="en-US">
                <a:latin typeface="+mn-lt"/>
              </a:rPr>
              <a:t>分配策略引入SKU-产线映射与负载均衡机制；</a:t>
            </a:r>
            <a:endParaRPr lang="zh-CN" altLang="en-US">
              <a:latin typeface="+mn-lt"/>
            </a:endParaRPr>
          </a:p>
          <a:p>
            <a:r>
              <a:rPr lang="zh-CN" altLang="en-US">
                <a:latin typeface="+mn-lt"/>
              </a:rPr>
              <a:t>调度策略实现阶段序列优化，减少冲突与</a:t>
            </a:r>
            <a:r>
              <a:rPr lang="zh-CN" altLang="en-US">
                <a:latin typeface="+mn-lt"/>
              </a:rPr>
              <a:t>等待。</a:t>
            </a:r>
            <a:endParaRPr lang="zh-CN" altLang="en-US">
              <a:latin typeface="+mn-lt"/>
            </a:endParaRPr>
          </a:p>
        </p:txBody>
      </p:sp>
    </p:spTree>
    <p:custDataLst>
      <p:tags r:id="rId14"/>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38557620" name="图片 1"/>
          <p:cNvPicPr>
            <a:picLocks noChangeAspect="1"/>
          </p:cNvPicPr>
          <p:nvPr/>
        </p:nvPicPr>
        <p:blipFill>
          <a:blip r:embed="rId1"/>
          <a:stretch>
            <a:fillRect/>
          </a:stretch>
        </p:blipFill>
        <p:spPr>
          <a:xfrm>
            <a:off x="1530985" y="1190625"/>
            <a:ext cx="10146665" cy="5222875"/>
          </a:xfrm>
          <a:prstGeom prst="rect">
            <a:avLst/>
          </a:prstGeom>
        </p:spPr>
      </p:pic>
      <p:sp>
        <p:nvSpPr>
          <p:cNvPr id="2" name="标题 1"/>
          <p:cNvSpPr>
            <a:spLocks noGrp="1"/>
          </p:cNvSpPr>
          <p:nvPr>
            <p:ph type="ctrTitle" idx="16385"/>
            <p:custDataLst>
              <p:tags r:id="rId2"/>
            </p:custDataLst>
          </p:nvPr>
        </p:nvSpPr>
        <p:spPr/>
        <p:txBody>
          <a:bodyPr>
            <a:normAutofit/>
          </a:bodyPr>
          <a:p>
            <a:r>
              <a:rPr lang="zh-CN" altLang="en-US">
                <a:latin typeface="+mj-lt"/>
              </a:rPr>
              <a:t>巷道分配策略</a:t>
            </a:r>
            <a:endParaRPr lang="zh-CN" altLang="en-US">
              <a:latin typeface="+mj-lt"/>
            </a:endParaRPr>
          </a:p>
        </p:txBody>
      </p:sp>
    </p:spTree>
    <p:custDataLst>
      <p:tags r:id="rId3"/>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p>
            <a:r>
              <a:rPr lang="zh-CN" altLang="en-US"/>
              <a:t>货位分配</a:t>
            </a:r>
            <a:r>
              <a:rPr lang="zh-CN" altLang="en-US"/>
              <a:t>策略</a:t>
            </a:r>
            <a:endParaRPr lang="zh-CN" altLang="en-US"/>
          </a:p>
        </p:txBody>
      </p:sp>
      <p:sp>
        <p:nvSpPr>
          <p:cNvPr id="13" name="矩形: 圆角 3"/>
          <p:cNvSpPr/>
          <p:nvPr/>
        </p:nvSpPr>
        <p:spPr>
          <a:xfrm>
            <a:off x="4761230" y="1063625"/>
            <a:ext cx="1635125" cy="582295"/>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Times New Roman" panose="02020603050405020304" pitchFamily="18" charset="0"/>
                <a:ea typeface="黑体" panose="02010609060101010101" charset="-122"/>
              </a:rPr>
              <a:t>已选定目标巷道</a:t>
            </a:r>
            <a:r>
              <a:rPr lang="zh-CN" altLang="en-US" sz="1400" dirty="0">
                <a:solidFill>
                  <a:schemeClr val="tx1"/>
                </a:solidFill>
                <a:latin typeface="Times New Roman" panose="02020603050405020304" pitchFamily="18" charset="0"/>
                <a:ea typeface="黑体" panose="02010609060101010101" charset="-122"/>
              </a:rPr>
              <a:t>的入库任务</a:t>
            </a:r>
            <a:endParaRPr lang="zh-CN" altLang="en-US" sz="1400" dirty="0">
              <a:solidFill>
                <a:schemeClr val="tx1"/>
              </a:solidFill>
              <a:latin typeface="Times New Roman" panose="02020603050405020304" pitchFamily="18" charset="0"/>
              <a:ea typeface="黑体" panose="02010609060101010101" charset="-122"/>
            </a:endParaRPr>
          </a:p>
        </p:txBody>
      </p:sp>
      <p:sp>
        <p:nvSpPr>
          <p:cNvPr id="14" name="矩形: 圆角 4"/>
          <p:cNvSpPr/>
          <p:nvPr/>
        </p:nvSpPr>
        <p:spPr>
          <a:xfrm>
            <a:off x="4711700" y="1873885"/>
            <a:ext cx="1733550" cy="694055"/>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Times New Roman" panose="02020603050405020304" pitchFamily="18" charset="0"/>
                <a:ea typeface="黑体" panose="02010609060101010101" charset="-122"/>
              </a:rPr>
              <a:t>查询</a:t>
            </a:r>
            <a:r>
              <a:rPr lang="en-US" altLang="zh-CN" sz="1400" dirty="0">
                <a:solidFill>
                  <a:schemeClr val="tx1"/>
                </a:solidFill>
                <a:latin typeface="Times New Roman" panose="02020603050405020304" pitchFamily="18" charset="0"/>
                <a:ea typeface="黑体" panose="02010609060101010101" charset="-122"/>
              </a:rPr>
              <a:t>SKU</a:t>
            </a:r>
            <a:r>
              <a:rPr lang="zh-CN" altLang="en-US" sz="1400" dirty="0">
                <a:solidFill>
                  <a:schemeClr val="tx1"/>
                </a:solidFill>
                <a:latin typeface="Times New Roman" panose="02020603050405020304" pitchFamily="18" charset="0"/>
                <a:ea typeface="黑体" panose="02010609060101010101" charset="-122"/>
              </a:rPr>
              <a:t>偏好层</a:t>
            </a:r>
            <a:r>
              <a:rPr lang="en-US" altLang="zh-CN" sz="1400" dirty="0" err="1">
                <a:solidFill>
                  <a:schemeClr val="tx1"/>
                </a:solidFill>
                <a:latin typeface="Times New Roman" panose="02020603050405020304" pitchFamily="18" charset="0"/>
                <a:ea typeface="黑体" panose="02010609060101010101" charset="-122"/>
              </a:rPr>
              <a:t>l</a:t>
            </a:r>
            <a:r>
              <a:rPr lang="en-US" altLang="zh-CN" sz="1400" baseline="-25000" dirty="0" err="1">
                <a:solidFill>
                  <a:schemeClr val="tx1"/>
                </a:solidFill>
                <a:latin typeface="Times New Roman" panose="02020603050405020304" pitchFamily="18" charset="0"/>
                <a:ea typeface="黑体" panose="02010609060101010101" charset="-122"/>
              </a:rPr>
              <a:t>pref</a:t>
            </a:r>
            <a:r>
              <a:rPr lang="zh-CN" altLang="en-US" sz="1400" dirty="0">
                <a:solidFill>
                  <a:schemeClr val="tx1"/>
                </a:solidFill>
                <a:latin typeface="Times New Roman" panose="02020603050405020304" pitchFamily="18" charset="0"/>
                <a:ea typeface="黑体" panose="02010609060101010101" charset="-122"/>
              </a:rPr>
              <a:t>（基于生产计划）</a:t>
            </a:r>
            <a:endParaRPr lang="zh-CN" altLang="en-US" sz="1400" dirty="0">
              <a:solidFill>
                <a:schemeClr val="tx1"/>
              </a:solidFill>
              <a:latin typeface="Times New Roman" panose="02020603050405020304" pitchFamily="18" charset="0"/>
              <a:ea typeface="黑体" panose="02010609060101010101" charset="-122"/>
            </a:endParaRPr>
          </a:p>
        </p:txBody>
      </p:sp>
      <p:sp>
        <p:nvSpPr>
          <p:cNvPr id="15" name="流程图: 决策 14"/>
          <p:cNvSpPr/>
          <p:nvPr/>
        </p:nvSpPr>
        <p:spPr>
          <a:xfrm>
            <a:off x="4835697" y="2816283"/>
            <a:ext cx="1485901" cy="644236"/>
          </a:xfrm>
          <a:prstGeom prst="flowChartDecis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latin typeface="Times New Roman" panose="02020603050405020304" pitchFamily="18" charset="0"/>
                <a:ea typeface="黑体" panose="02010609060101010101" charset="-122"/>
              </a:rPr>
              <a:t>是否单梁入库</a:t>
            </a:r>
            <a:endParaRPr lang="zh-CN" altLang="en-US" sz="1400" dirty="0">
              <a:solidFill>
                <a:schemeClr val="tx1"/>
              </a:solidFill>
              <a:latin typeface="Times New Roman" panose="02020603050405020304" pitchFamily="18" charset="0"/>
              <a:ea typeface="黑体" panose="02010609060101010101" charset="-122"/>
            </a:endParaRPr>
          </a:p>
        </p:txBody>
      </p:sp>
      <p:sp>
        <p:nvSpPr>
          <p:cNvPr id="16" name="矩形: 圆角 7"/>
          <p:cNvSpPr/>
          <p:nvPr/>
        </p:nvSpPr>
        <p:spPr>
          <a:xfrm>
            <a:off x="1272192" y="5540664"/>
            <a:ext cx="1634837" cy="699654"/>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Times New Roman" panose="02020603050405020304" pitchFamily="18" charset="0"/>
                <a:ea typeface="黑体" panose="02010609060101010101" charset="-122"/>
              </a:rPr>
              <a:t>有配对放配对位，否则</a:t>
            </a:r>
            <a:r>
              <a:rPr lang="zh-CN" altLang="en-US" sz="1200" dirty="0" err="1">
                <a:solidFill>
                  <a:schemeClr val="tx1"/>
                </a:solidFill>
                <a:latin typeface="Times New Roman" panose="02020603050405020304" pitchFamily="18" charset="0"/>
                <a:ea typeface="黑体" panose="02010609060101010101" charset="-122"/>
                <a:sym typeface="+mn-ea"/>
              </a:rPr>
              <a:t>选择靠近出库口及</a:t>
            </a:r>
            <a:r>
              <a:rPr lang="en-US" altLang="zh-CN" sz="1200" dirty="0" err="1">
                <a:solidFill>
                  <a:schemeClr val="tx1"/>
                </a:solidFill>
                <a:latin typeface="Times New Roman" panose="02020603050405020304" pitchFamily="18" charset="0"/>
                <a:ea typeface="黑体" panose="02010609060101010101" charset="-122"/>
                <a:sym typeface="+mn-ea"/>
              </a:rPr>
              <a:t> l</a:t>
            </a:r>
            <a:r>
              <a:rPr lang="en-US" altLang="zh-CN" sz="1200" baseline="-25000" dirty="0" err="1">
                <a:solidFill>
                  <a:schemeClr val="tx1"/>
                </a:solidFill>
                <a:latin typeface="Times New Roman" panose="02020603050405020304" pitchFamily="18" charset="0"/>
                <a:ea typeface="黑体" panose="02010609060101010101" charset="-122"/>
                <a:sym typeface="+mn-ea"/>
              </a:rPr>
              <a:t>pref  </a:t>
            </a:r>
            <a:r>
              <a:rPr lang="zh-CN" altLang="en-US" sz="1200" dirty="0" err="1">
                <a:solidFill>
                  <a:schemeClr val="tx1"/>
                </a:solidFill>
                <a:latin typeface="Times New Roman" panose="02020603050405020304" pitchFamily="18" charset="0"/>
                <a:ea typeface="黑体" panose="02010609060101010101" charset="-122"/>
                <a:sym typeface="+mn-ea"/>
              </a:rPr>
              <a:t>的空货位</a:t>
            </a:r>
            <a:endParaRPr lang="zh-CN" altLang="en-US" sz="1200" dirty="0" err="1">
              <a:solidFill>
                <a:schemeClr val="tx1"/>
              </a:solidFill>
              <a:latin typeface="Times New Roman" panose="02020603050405020304" pitchFamily="18" charset="0"/>
              <a:ea typeface="黑体" panose="02010609060101010101" charset="-122"/>
              <a:sym typeface="+mn-ea"/>
            </a:endParaRPr>
          </a:p>
        </p:txBody>
      </p:sp>
      <p:sp>
        <p:nvSpPr>
          <p:cNvPr id="17" name="流程图: 决策 16"/>
          <p:cNvSpPr/>
          <p:nvPr/>
        </p:nvSpPr>
        <p:spPr>
          <a:xfrm>
            <a:off x="7667625" y="2826385"/>
            <a:ext cx="1541780" cy="644525"/>
          </a:xfrm>
          <a:prstGeom prst="flowChartDecis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latin typeface="Times New Roman" panose="02020603050405020304" pitchFamily="18" charset="0"/>
                <a:ea typeface="黑体" panose="02010609060101010101" charset="-122"/>
              </a:rPr>
              <a:t>是否本身配对</a:t>
            </a:r>
            <a:endParaRPr lang="zh-CN" altLang="en-US" sz="1400" dirty="0">
              <a:solidFill>
                <a:schemeClr val="tx1"/>
              </a:solidFill>
              <a:latin typeface="Times New Roman" panose="02020603050405020304" pitchFamily="18" charset="0"/>
              <a:ea typeface="黑体" panose="02010609060101010101" charset="-122"/>
            </a:endParaRPr>
          </a:p>
        </p:txBody>
      </p:sp>
      <p:sp>
        <p:nvSpPr>
          <p:cNvPr id="18" name="矩形: 圆角 10"/>
          <p:cNvSpPr/>
          <p:nvPr/>
        </p:nvSpPr>
        <p:spPr>
          <a:xfrm>
            <a:off x="9880253" y="5522653"/>
            <a:ext cx="1634837" cy="699654"/>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Times New Roman" panose="02020603050405020304" pitchFamily="18" charset="0"/>
                <a:ea typeface="黑体" panose="02010609060101010101" charset="-122"/>
              </a:rPr>
              <a:t>同货位双梁入库</a:t>
            </a:r>
            <a:endParaRPr lang="zh-CN" altLang="en-US" sz="1400" dirty="0">
              <a:solidFill>
                <a:schemeClr val="tx1"/>
              </a:solidFill>
              <a:latin typeface="Times New Roman" panose="02020603050405020304" pitchFamily="18" charset="0"/>
              <a:ea typeface="黑体" panose="02010609060101010101" charset="-122"/>
            </a:endParaRPr>
          </a:p>
          <a:p>
            <a:pPr algn="ctr"/>
            <a:r>
              <a:rPr lang="zh-CN" altLang="en-US" sz="1400" dirty="0" err="1">
                <a:solidFill>
                  <a:schemeClr val="tx1"/>
                </a:solidFill>
                <a:latin typeface="Times New Roman" panose="02020603050405020304" pitchFamily="18" charset="0"/>
                <a:ea typeface="黑体" panose="02010609060101010101" charset="-122"/>
                <a:sym typeface="+mn-ea"/>
              </a:rPr>
              <a:t>选择靠近出库口及</a:t>
            </a:r>
            <a:r>
              <a:rPr lang="en-US" altLang="zh-CN" sz="1400" dirty="0" err="1">
                <a:solidFill>
                  <a:schemeClr val="tx1"/>
                </a:solidFill>
                <a:latin typeface="Times New Roman" panose="02020603050405020304" pitchFamily="18" charset="0"/>
                <a:ea typeface="黑体" panose="02010609060101010101" charset="-122"/>
                <a:sym typeface="+mn-ea"/>
              </a:rPr>
              <a:t> l</a:t>
            </a:r>
            <a:r>
              <a:rPr lang="en-US" altLang="zh-CN" sz="1400" baseline="-25000" dirty="0" err="1">
                <a:solidFill>
                  <a:schemeClr val="tx1"/>
                </a:solidFill>
                <a:latin typeface="Times New Roman" panose="02020603050405020304" pitchFamily="18" charset="0"/>
                <a:ea typeface="黑体" panose="02010609060101010101" charset="-122"/>
                <a:sym typeface="+mn-ea"/>
              </a:rPr>
              <a:t>pref  </a:t>
            </a:r>
            <a:r>
              <a:rPr lang="zh-CN" altLang="en-US" sz="1400" dirty="0" err="1">
                <a:solidFill>
                  <a:schemeClr val="tx1"/>
                </a:solidFill>
                <a:latin typeface="Times New Roman" panose="02020603050405020304" pitchFamily="18" charset="0"/>
                <a:ea typeface="黑体" panose="02010609060101010101" charset="-122"/>
                <a:sym typeface="+mn-ea"/>
              </a:rPr>
              <a:t>的</a:t>
            </a:r>
            <a:r>
              <a:rPr lang="zh-CN" altLang="en-US" sz="1400" dirty="0" err="1">
                <a:solidFill>
                  <a:schemeClr val="tx1"/>
                </a:solidFill>
                <a:latin typeface="Times New Roman" panose="02020603050405020304" pitchFamily="18" charset="0"/>
                <a:ea typeface="黑体" panose="02010609060101010101" charset="-122"/>
                <a:sym typeface="+mn-ea"/>
              </a:rPr>
              <a:t>空货位</a:t>
            </a:r>
            <a:endParaRPr lang="zh-CN" altLang="en-US" sz="1400" dirty="0" err="1">
              <a:solidFill>
                <a:schemeClr val="tx1"/>
              </a:solidFill>
              <a:latin typeface="Times New Roman" panose="02020603050405020304" pitchFamily="18" charset="0"/>
              <a:ea typeface="黑体" panose="02010609060101010101" charset="-122"/>
              <a:sym typeface="+mn-ea"/>
            </a:endParaRPr>
          </a:p>
        </p:txBody>
      </p:sp>
      <p:sp>
        <p:nvSpPr>
          <p:cNvPr id="19" name="矩形: 圆角 11"/>
          <p:cNvSpPr/>
          <p:nvPr/>
        </p:nvSpPr>
        <p:spPr>
          <a:xfrm>
            <a:off x="7535545" y="3639820"/>
            <a:ext cx="1803400" cy="69977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Times New Roman" panose="02020603050405020304" pitchFamily="18" charset="0"/>
                <a:ea typeface="黑体" panose="02010609060101010101" charset="-122"/>
              </a:rPr>
              <a:t>非配对双梁</a:t>
            </a:r>
            <a:endParaRPr lang="en-US" altLang="zh-CN" sz="1200" dirty="0">
              <a:solidFill>
                <a:schemeClr val="tx1"/>
              </a:solidFill>
              <a:latin typeface="Times New Roman" panose="02020603050405020304" pitchFamily="18" charset="0"/>
              <a:ea typeface="黑体" panose="02010609060101010101" charset="-122"/>
            </a:endParaRPr>
          </a:p>
          <a:p>
            <a:pPr algn="ctr"/>
            <a:r>
              <a:rPr lang="en-US" altLang="zh-CN" sz="1200" dirty="0">
                <a:solidFill>
                  <a:schemeClr val="tx1"/>
                </a:solidFill>
                <a:latin typeface="Times New Roman" panose="02020603050405020304" pitchFamily="18" charset="0"/>
                <a:ea typeface="黑体" panose="02010609060101010101" charset="-122"/>
              </a:rPr>
              <a:t>SKU1-&gt;Row1</a:t>
            </a:r>
            <a:r>
              <a:rPr lang="zh-CN" altLang="en-US" sz="1200" dirty="0">
                <a:solidFill>
                  <a:schemeClr val="tx1"/>
                </a:solidFill>
                <a:latin typeface="Times New Roman" panose="02020603050405020304" pitchFamily="18" charset="0"/>
                <a:ea typeface="黑体" panose="02010609060101010101" charset="-122"/>
              </a:rPr>
              <a:t>寻找配对</a:t>
            </a:r>
            <a:endParaRPr lang="en-US" altLang="zh-CN" sz="1200" dirty="0">
              <a:solidFill>
                <a:schemeClr val="tx1"/>
              </a:solidFill>
              <a:latin typeface="Times New Roman" panose="02020603050405020304" pitchFamily="18" charset="0"/>
              <a:ea typeface="黑体" panose="02010609060101010101" charset="-122"/>
            </a:endParaRPr>
          </a:p>
          <a:p>
            <a:pPr algn="ctr"/>
            <a:r>
              <a:rPr lang="en-US" altLang="zh-CN" sz="1200" dirty="0">
                <a:solidFill>
                  <a:schemeClr val="tx1"/>
                </a:solidFill>
                <a:latin typeface="Times New Roman" panose="02020603050405020304" pitchFamily="18" charset="0"/>
                <a:ea typeface="黑体" panose="02010609060101010101" charset="-122"/>
              </a:rPr>
              <a:t>SKU2-&gt;Row2</a:t>
            </a:r>
            <a:r>
              <a:rPr lang="zh-CN" altLang="en-US" sz="1200" dirty="0">
                <a:solidFill>
                  <a:schemeClr val="tx1"/>
                </a:solidFill>
                <a:latin typeface="Times New Roman" panose="02020603050405020304" pitchFamily="18" charset="0"/>
                <a:ea typeface="黑体" panose="02010609060101010101" charset="-122"/>
              </a:rPr>
              <a:t>寻找配对</a:t>
            </a:r>
            <a:endParaRPr lang="zh-CN" altLang="en-US" sz="1200" dirty="0">
              <a:solidFill>
                <a:schemeClr val="tx1"/>
              </a:solidFill>
              <a:latin typeface="Times New Roman" panose="02020603050405020304" pitchFamily="18" charset="0"/>
              <a:ea typeface="黑体" panose="02010609060101010101" charset="-122"/>
            </a:endParaRPr>
          </a:p>
        </p:txBody>
      </p:sp>
      <p:sp>
        <p:nvSpPr>
          <p:cNvPr id="20" name="流程图: 决策 19"/>
          <p:cNvSpPr/>
          <p:nvPr/>
        </p:nvSpPr>
        <p:spPr>
          <a:xfrm>
            <a:off x="7526020" y="4569460"/>
            <a:ext cx="1824990" cy="760730"/>
          </a:xfrm>
          <a:prstGeom prst="flowChartDecis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latin typeface="Times New Roman" panose="02020603050405020304" pitchFamily="18" charset="0"/>
                <a:ea typeface="黑体" panose="02010609060101010101" charset="-122"/>
              </a:rPr>
              <a:t>均找到可配对位</a:t>
            </a:r>
            <a:endParaRPr lang="zh-CN" altLang="en-US" sz="1400" dirty="0">
              <a:solidFill>
                <a:schemeClr val="tx1"/>
              </a:solidFill>
              <a:latin typeface="Times New Roman" panose="02020603050405020304" pitchFamily="18" charset="0"/>
              <a:ea typeface="黑体" panose="02010609060101010101" charset="-122"/>
            </a:endParaRPr>
          </a:p>
        </p:txBody>
      </p:sp>
      <p:sp>
        <p:nvSpPr>
          <p:cNvPr id="21" name="矩形: 圆角 13"/>
          <p:cNvSpPr/>
          <p:nvPr/>
        </p:nvSpPr>
        <p:spPr>
          <a:xfrm>
            <a:off x="7620519" y="5515785"/>
            <a:ext cx="1634837" cy="699654"/>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Times New Roman" panose="02020603050405020304" pitchFamily="18" charset="0"/>
                <a:ea typeface="黑体" panose="02010609060101010101" charset="-122"/>
              </a:rPr>
              <a:t>各自落在对应配对货位</a:t>
            </a:r>
            <a:endParaRPr lang="zh-CN" altLang="en-US" sz="1400" dirty="0">
              <a:solidFill>
                <a:schemeClr val="tx1"/>
              </a:solidFill>
              <a:latin typeface="Times New Roman" panose="02020603050405020304" pitchFamily="18" charset="0"/>
              <a:ea typeface="黑体" panose="02010609060101010101" charset="-122"/>
            </a:endParaRPr>
          </a:p>
        </p:txBody>
      </p:sp>
      <p:sp>
        <p:nvSpPr>
          <p:cNvPr id="22" name="流程图: 决策 21"/>
          <p:cNvSpPr/>
          <p:nvPr/>
        </p:nvSpPr>
        <p:spPr>
          <a:xfrm>
            <a:off x="4570730" y="4555490"/>
            <a:ext cx="1825625" cy="761365"/>
          </a:xfrm>
          <a:prstGeom prst="flowChartDecis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latin typeface="Times New Roman" panose="02020603050405020304" pitchFamily="18" charset="0"/>
                <a:ea typeface="黑体" panose="02010609060101010101" charset="-122"/>
              </a:rPr>
              <a:t>有一侧找到配对位</a:t>
            </a:r>
            <a:endParaRPr lang="zh-CN" altLang="en-US" sz="1400" dirty="0">
              <a:solidFill>
                <a:schemeClr val="tx1"/>
              </a:solidFill>
              <a:latin typeface="Times New Roman" panose="02020603050405020304" pitchFamily="18" charset="0"/>
              <a:ea typeface="黑体" panose="02010609060101010101" charset="-122"/>
            </a:endParaRPr>
          </a:p>
        </p:txBody>
      </p:sp>
      <p:sp>
        <p:nvSpPr>
          <p:cNvPr id="23" name="矩形: 圆角 16"/>
          <p:cNvSpPr/>
          <p:nvPr/>
        </p:nvSpPr>
        <p:spPr>
          <a:xfrm>
            <a:off x="3343096" y="5543898"/>
            <a:ext cx="1634837" cy="699654"/>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Times New Roman" panose="02020603050405020304" pitchFamily="18" charset="0"/>
                <a:ea typeface="黑体" panose="02010609060101010101" charset="-122"/>
              </a:rPr>
              <a:t>对侧同列同层优先，否则基于</a:t>
            </a:r>
            <a:r>
              <a:rPr lang="en-US" altLang="zh-CN" sz="1200" dirty="0">
                <a:solidFill>
                  <a:schemeClr val="tx1"/>
                </a:solidFill>
                <a:latin typeface="Times New Roman" panose="02020603050405020304" pitchFamily="18" charset="0"/>
                <a:ea typeface="黑体" panose="02010609060101010101" charset="-122"/>
              </a:rPr>
              <a:t>Manhattan</a:t>
            </a:r>
            <a:r>
              <a:rPr lang="zh-CN" altLang="en-US" sz="1200" dirty="0">
                <a:solidFill>
                  <a:schemeClr val="tx1"/>
                </a:solidFill>
                <a:latin typeface="Times New Roman" panose="02020603050405020304" pitchFamily="18" charset="0"/>
                <a:ea typeface="黑体" panose="02010609060101010101" charset="-122"/>
              </a:rPr>
              <a:t>距离寻找最优空位</a:t>
            </a:r>
            <a:endParaRPr lang="zh-CN" altLang="en-US" sz="1200" dirty="0">
              <a:solidFill>
                <a:schemeClr val="tx1"/>
              </a:solidFill>
              <a:latin typeface="Times New Roman" panose="02020603050405020304" pitchFamily="18" charset="0"/>
              <a:ea typeface="黑体" panose="02010609060101010101" charset="-122"/>
            </a:endParaRPr>
          </a:p>
        </p:txBody>
      </p:sp>
      <p:sp>
        <p:nvSpPr>
          <p:cNvPr id="24" name="矩形: 圆角 17"/>
          <p:cNvSpPr/>
          <p:nvPr/>
        </p:nvSpPr>
        <p:spPr>
          <a:xfrm>
            <a:off x="5530389" y="5515669"/>
            <a:ext cx="1634837" cy="699654"/>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dirty="0">
                <a:solidFill>
                  <a:schemeClr val="tx1"/>
                </a:solidFill>
                <a:latin typeface="Times New Roman" panose="02020603050405020304" pitchFamily="18" charset="0"/>
                <a:ea typeface="黑体" panose="02010609060101010101" charset="-122"/>
              </a:rPr>
              <a:t>SKU1</a:t>
            </a:r>
            <a:r>
              <a:rPr lang="zh-CN" altLang="en-US" sz="1200" dirty="0">
                <a:solidFill>
                  <a:schemeClr val="tx1"/>
                </a:solidFill>
                <a:latin typeface="Times New Roman" panose="02020603050405020304" pitchFamily="18" charset="0"/>
                <a:ea typeface="黑体" panose="02010609060101010101" charset="-122"/>
              </a:rPr>
              <a:t>先选空位，</a:t>
            </a:r>
            <a:r>
              <a:rPr lang="en-US" altLang="zh-CN" sz="1200" dirty="0">
                <a:solidFill>
                  <a:schemeClr val="tx1"/>
                </a:solidFill>
                <a:latin typeface="Times New Roman" panose="02020603050405020304" pitchFamily="18" charset="0"/>
                <a:ea typeface="黑体" panose="02010609060101010101" charset="-122"/>
              </a:rPr>
              <a:t>SKU2</a:t>
            </a:r>
            <a:r>
              <a:rPr lang="zh-CN" altLang="en-US" sz="1200" dirty="0">
                <a:solidFill>
                  <a:schemeClr val="tx1"/>
                </a:solidFill>
                <a:latin typeface="Times New Roman" panose="02020603050405020304" pitchFamily="18" charset="0"/>
                <a:ea typeface="黑体" panose="02010609060101010101" charset="-122"/>
                <a:sym typeface="+mn-ea"/>
              </a:rPr>
              <a:t>基于</a:t>
            </a:r>
            <a:r>
              <a:rPr lang="en-US" altLang="zh-CN" sz="1200" dirty="0">
                <a:solidFill>
                  <a:schemeClr val="tx1"/>
                </a:solidFill>
                <a:latin typeface="Times New Roman" panose="02020603050405020304" pitchFamily="18" charset="0"/>
                <a:ea typeface="黑体" panose="02010609060101010101" charset="-122"/>
                <a:sym typeface="+mn-ea"/>
              </a:rPr>
              <a:t>Manhattan</a:t>
            </a:r>
            <a:r>
              <a:rPr lang="zh-CN" altLang="en-US" sz="1200" dirty="0">
                <a:solidFill>
                  <a:schemeClr val="tx1"/>
                </a:solidFill>
                <a:latin typeface="Times New Roman" panose="02020603050405020304" pitchFamily="18" charset="0"/>
                <a:ea typeface="黑体" panose="02010609060101010101" charset="-122"/>
                <a:sym typeface="+mn-ea"/>
              </a:rPr>
              <a:t>距离寻找最优空位</a:t>
            </a:r>
            <a:endParaRPr lang="zh-CN" altLang="en-US" sz="1200" dirty="0">
              <a:solidFill>
                <a:schemeClr val="tx1"/>
              </a:solidFill>
              <a:latin typeface="Times New Roman" panose="02020603050405020304" pitchFamily="18" charset="0"/>
              <a:ea typeface="黑体" panose="02010609060101010101" charset="-122"/>
              <a:sym typeface="+mn-ea"/>
            </a:endParaRPr>
          </a:p>
        </p:txBody>
      </p:sp>
      <p:cxnSp>
        <p:nvCxnSpPr>
          <p:cNvPr id="25" name="直接箭头连接符 24"/>
          <p:cNvCxnSpPr>
            <a:stCxn id="13" idx="2"/>
            <a:endCxn id="14" idx="0"/>
          </p:cNvCxnSpPr>
          <p:nvPr/>
        </p:nvCxnSpPr>
        <p:spPr>
          <a:xfrm flipH="1">
            <a:off x="5578648" y="1646208"/>
            <a:ext cx="635" cy="2279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直接箭头连接符 25"/>
          <p:cNvCxnSpPr>
            <a:stCxn id="14" idx="2"/>
            <a:endCxn id="15" idx="0"/>
          </p:cNvCxnSpPr>
          <p:nvPr/>
        </p:nvCxnSpPr>
        <p:spPr>
          <a:xfrm>
            <a:off x="5578647" y="2568055"/>
            <a:ext cx="0" cy="2482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直接箭头连接符 29"/>
          <p:cNvCxnSpPr>
            <a:stCxn id="15" idx="3"/>
            <a:endCxn id="17" idx="1"/>
          </p:cNvCxnSpPr>
          <p:nvPr/>
        </p:nvCxnSpPr>
        <p:spPr>
          <a:xfrm>
            <a:off x="6321598" y="3139036"/>
            <a:ext cx="1346200" cy="101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直接箭头连接符 31"/>
          <p:cNvCxnSpPr>
            <a:stCxn id="17" idx="2"/>
            <a:endCxn id="19" idx="0"/>
          </p:cNvCxnSpPr>
          <p:nvPr/>
        </p:nvCxnSpPr>
        <p:spPr>
          <a:xfrm flipH="1">
            <a:off x="8437304" y="3471083"/>
            <a:ext cx="1270" cy="1689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连接符: 肘形 35"/>
          <p:cNvCxnSpPr>
            <a:stCxn id="17" idx="3"/>
            <a:endCxn id="18" idx="0"/>
          </p:cNvCxnSpPr>
          <p:nvPr/>
        </p:nvCxnSpPr>
        <p:spPr>
          <a:xfrm>
            <a:off x="9209405" y="3148965"/>
            <a:ext cx="1488440" cy="2373630"/>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38" name="直接箭头连接符 37"/>
          <p:cNvCxnSpPr>
            <a:stCxn id="19" idx="2"/>
            <a:endCxn id="20" idx="0"/>
          </p:cNvCxnSpPr>
          <p:nvPr/>
        </p:nvCxnSpPr>
        <p:spPr>
          <a:xfrm>
            <a:off x="8437304" y="4339533"/>
            <a:ext cx="1270" cy="2298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 name="直接箭头连接符 39"/>
          <p:cNvCxnSpPr>
            <a:stCxn id="20" idx="1"/>
            <a:endCxn id="22" idx="3"/>
          </p:cNvCxnSpPr>
          <p:nvPr/>
        </p:nvCxnSpPr>
        <p:spPr>
          <a:xfrm flipH="1" flipV="1">
            <a:off x="6396239" y="4936549"/>
            <a:ext cx="1129665" cy="1333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直接箭头连接符 41"/>
          <p:cNvCxnSpPr>
            <a:stCxn id="20" idx="2"/>
            <a:endCxn id="21" idx="0"/>
          </p:cNvCxnSpPr>
          <p:nvPr/>
        </p:nvCxnSpPr>
        <p:spPr>
          <a:xfrm>
            <a:off x="8438573" y="5330422"/>
            <a:ext cx="0" cy="1854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0" name="连接符: 肘形 49"/>
          <p:cNvCxnSpPr>
            <a:stCxn id="22" idx="2"/>
            <a:endCxn id="24" idx="0"/>
          </p:cNvCxnSpPr>
          <p:nvPr/>
        </p:nvCxnSpPr>
        <p:spPr>
          <a:xfrm rot="5400000" flipV="1">
            <a:off x="5816600" y="4984115"/>
            <a:ext cx="198755" cy="864235"/>
          </a:xfrm>
          <a:prstGeom prst="bentConnector3">
            <a:avLst>
              <a:gd name="adj1" fmla="val 50160"/>
            </a:avLst>
          </a:prstGeom>
          <a:ln>
            <a:tailEnd type="triangle"/>
          </a:ln>
        </p:spPr>
        <p:style>
          <a:lnRef idx="1">
            <a:schemeClr val="dk1"/>
          </a:lnRef>
          <a:fillRef idx="0">
            <a:schemeClr val="dk1"/>
          </a:fillRef>
          <a:effectRef idx="0">
            <a:schemeClr val="dk1"/>
          </a:effectRef>
          <a:fontRef idx="minor">
            <a:schemeClr val="tx1"/>
          </a:fontRef>
        </p:style>
      </p:cxnSp>
      <p:sp>
        <p:nvSpPr>
          <p:cNvPr id="62" name="文本框 61"/>
          <p:cNvSpPr txBox="1"/>
          <p:nvPr/>
        </p:nvSpPr>
        <p:spPr>
          <a:xfrm>
            <a:off x="4168831" y="2802082"/>
            <a:ext cx="666747" cy="338554"/>
          </a:xfrm>
          <a:prstGeom prst="rect">
            <a:avLst/>
          </a:prstGeom>
          <a:noFill/>
        </p:spPr>
        <p:txBody>
          <a:bodyPr wrap="square" rtlCol="0">
            <a:spAutoFit/>
          </a:bodyPr>
          <a:lstStyle/>
          <a:p>
            <a:r>
              <a:rPr lang="en-US" altLang="zh-CN" sz="1600" dirty="0">
                <a:latin typeface="黑体" panose="02010609060101010101" charset="-122"/>
                <a:ea typeface="黑体" panose="02010609060101010101" charset="-122"/>
              </a:rPr>
              <a:t>Yes</a:t>
            </a:r>
            <a:endParaRPr lang="en-US" altLang="zh-CN" sz="1600" dirty="0">
              <a:latin typeface="黑体" panose="02010609060101010101" charset="-122"/>
              <a:ea typeface="黑体" panose="02010609060101010101" charset="-122"/>
            </a:endParaRPr>
          </a:p>
        </p:txBody>
      </p:sp>
      <p:sp>
        <p:nvSpPr>
          <p:cNvPr id="63" name="文本框 62"/>
          <p:cNvSpPr txBox="1"/>
          <p:nvPr/>
        </p:nvSpPr>
        <p:spPr>
          <a:xfrm>
            <a:off x="6396470" y="2802350"/>
            <a:ext cx="666747" cy="338554"/>
          </a:xfrm>
          <a:prstGeom prst="rect">
            <a:avLst/>
          </a:prstGeom>
          <a:noFill/>
        </p:spPr>
        <p:txBody>
          <a:bodyPr wrap="square" rtlCol="0">
            <a:spAutoFit/>
          </a:bodyPr>
          <a:lstStyle/>
          <a:p>
            <a:r>
              <a:rPr lang="en-US" altLang="zh-CN" sz="1600" dirty="0">
                <a:latin typeface="黑体" panose="02010609060101010101" charset="-122"/>
                <a:ea typeface="黑体" panose="02010609060101010101" charset="-122"/>
              </a:rPr>
              <a:t>No</a:t>
            </a:r>
            <a:endParaRPr lang="en-US" altLang="zh-CN" sz="1600" dirty="0">
              <a:latin typeface="黑体" panose="02010609060101010101" charset="-122"/>
              <a:ea typeface="黑体" panose="02010609060101010101" charset="-122"/>
            </a:endParaRPr>
          </a:p>
        </p:txBody>
      </p:sp>
      <p:sp>
        <p:nvSpPr>
          <p:cNvPr id="64" name="文本框 63"/>
          <p:cNvSpPr txBox="1"/>
          <p:nvPr/>
        </p:nvSpPr>
        <p:spPr>
          <a:xfrm>
            <a:off x="9228055" y="2826443"/>
            <a:ext cx="666747" cy="338554"/>
          </a:xfrm>
          <a:prstGeom prst="rect">
            <a:avLst/>
          </a:prstGeom>
          <a:noFill/>
        </p:spPr>
        <p:txBody>
          <a:bodyPr wrap="square" rtlCol="0">
            <a:spAutoFit/>
          </a:bodyPr>
          <a:lstStyle/>
          <a:p>
            <a:r>
              <a:rPr lang="en-US" altLang="zh-CN" sz="1600" dirty="0">
                <a:latin typeface="黑体" panose="02010609060101010101" charset="-122"/>
                <a:ea typeface="黑体" panose="02010609060101010101" charset="-122"/>
              </a:rPr>
              <a:t>Yes</a:t>
            </a:r>
            <a:endParaRPr lang="en-US" altLang="zh-CN" sz="1600" dirty="0">
              <a:latin typeface="黑体" panose="02010609060101010101" charset="-122"/>
              <a:ea typeface="黑体" panose="02010609060101010101" charset="-122"/>
            </a:endParaRPr>
          </a:p>
        </p:txBody>
      </p:sp>
      <p:sp>
        <p:nvSpPr>
          <p:cNvPr id="65" name="文本框 64"/>
          <p:cNvSpPr txBox="1"/>
          <p:nvPr/>
        </p:nvSpPr>
        <p:spPr>
          <a:xfrm>
            <a:off x="8542597" y="3375852"/>
            <a:ext cx="666747" cy="338554"/>
          </a:xfrm>
          <a:prstGeom prst="rect">
            <a:avLst/>
          </a:prstGeom>
          <a:noFill/>
        </p:spPr>
        <p:txBody>
          <a:bodyPr wrap="square" rtlCol="0">
            <a:spAutoFit/>
          </a:bodyPr>
          <a:lstStyle/>
          <a:p>
            <a:r>
              <a:rPr lang="en-US" altLang="zh-CN" sz="1600" dirty="0">
                <a:latin typeface="黑体" panose="02010609060101010101" charset="-122"/>
                <a:ea typeface="黑体" panose="02010609060101010101" charset="-122"/>
              </a:rPr>
              <a:t>No</a:t>
            </a:r>
            <a:endParaRPr lang="en-US" altLang="zh-CN" sz="1600" dirty="0">
              <a:latin typeface="黑体" panose="02010609060101010101" charset="-122"/>
              <a:ea typeface="黑体" panose="02010609060101010101" charset="-122"/>
            </a:endParaRPr>
          </a:p>
        </p:txBody>
      </p:sp>
      <p:sp>
        <p:nvSpPr>
          <p:cNvPr id="66" name="文本框 65"/>
          <p:cNvSpPr txBox="1"/>
          <p:nvPr/>
        </p:nvSpPr>
        <p:spPr>
          <a:xfrm>
            <a:off x="8437478" y="5238269"/>
            <a:ext cx="666747" cy="338554"/>
          </a:xfrm>
          <a:prstGeom prst="rect">
            <a:avLst/>
          </a:prstGeom>
          <a:noFill/>
        </p:spPr>
        <p:txBody>
          <a:bodyPr wrap="square" rtlCol="0">
            <a:spAutoFit/>
          </a:bodyPr>
          <a:lstStyle/>
          <a:p>
            <a:r>
              <a:rPr lang="en-US" altLang="zh-CN" sz="1600" dirty="0">
                <a:latin typeface="黑体" panose="02010609060101010101" charset="-122"/>
                <a:ea typeface="黑体" panose="02010609060101010101" charset="-122"/>
              </a:rPr>
              <a:t>Yes</a:t>
            </a:r>
            <a:endParaRPr lang="en-US" altLang="zh-CN" sz="1600" dirty="0">
              <a:latin typeface="黑体" panose="02010609060101010101" charset="-122"/>
              <a:ea typeface="黑体" panose="02010609060101010101" charset="-122"/>
            </a:endParaRPr>
          </a:p>
        </p:txBody>
      </p:sp>
      <p:sp>
        <p:nvSpPr>
          <p:cNvPr id="68" name="文本框 67"/>
          <p:cNvSpPr txBox="1"/>
          <p:nvPr/>
        </p:nvSpPr>
        <p:spPr>
          <a:xfrm>
            <a:off x="7096125" y="4642485"/>
            <a:ext cx="524510" cy="337185"/>
          </a:xfrm>
          <a:prstGeom prst="rect">
            <a:avLst/>
          </a:prstGeom>
          <a:noFill/>
        </p:spPr>
        <p:txBody>
          <a:bodyPr wrap="square" rtlCol="0">
            <a:spAutoFit/>
          </a:bodyPr>
          <a:lstStyle/>
          <a:p>
            <a:r>
              <a:rPr lang="en-US" altLang="zh-CN" sz="1600" dirty="0">
                <a:latin typeface="黑体" panose="02010609060101010101" charset="-122"/>
                <a:ea typeface="黑体" panose="02010609060101010101" charset="-122"/>
              </a:rPr>
              <a:t>No</a:t>
            </a:r>
            <a:endParaRPr lang="en-US" altLang="zh-CN" sz="1600" dirty="0">
              <a:latin typeface="黑体" panose="02010609060101010101" charset="-122"/>
              <a:ea typeface="黑体" panose="02010609060101010101" charset="-122"/>
            </a:endParaRPr>
          </a:p>
        </p:txBody>
      </p:sp>
      <p:sp>
        <p:nvSpPr>
          <p:cNvPr id="71" name="文本框 70"/>
          <p:cNvSpPr txBox="1"/>
          <p:nvPr/>
        </p:nvSpPr>
        <p:spPr>
          <a:xfrm>
            <a:off x="4160520" y="4599940"/>
            <a:ext cx="512445" cy="335280"/>
          </a:xfrm>
          <a:prstGeom prst="rect">
            <a:avLst/>
          </a:prstGeom>
          <a:noFill/>
        </p:spPr>
        <p:txBody>
          <a:bodyPr wrap="square" rtlCol="0">
            <a:noAutofit/>
          </a:bodyPr>
          <a:lstStyle/>
          <a:p>
            <a:r>
              <a:rPr lang="en-US" altLang="zh-CN" sz="1600" dirty="0">
                <a:latin typeface="黑体" panose="02010609060101010101" charset="-122"/>
                <a:ea typeface="黑体" panose="02010609060101010101" charset="-122"/>
              </a:rPr>
              <a:t>Yes</a:t>
            </a:r>
            <a:endParaRPr lang="en-US" altLang="zh-CN" sz="1600" dirty="0">
              <a:latin typeface="黑体" panose="02010609060101010101" charset="-122"/>
              <a:ea typeface="黑体" panose="02010609060101010101" charset="-122"/>
            </a:endParaRPr>
          </a:p>
        </p:txBody>
      </p:sp>
      <p:sp>
        <p:nvSpPr>
          <p:cNvPr id="72" name="文本框 71"/>
          <p:cNvSpPr txBox="1"/>
          <p:nvPr/>
        </p:nvSpPr>
        <p:spPr>
          <a:xfrm>
            <a:off x="5847515" y="5092971"/>
            <a:ext cx="666747" cy="338554"/>
          </a:xfrm>
          <a:prstGeom prst="rect">
            <a:avLst/>
          </a:prstGeom>
          <a:noFill/>
        </p:spPr>
        <p:txBody>
          <a:bodyPr wrap="square" rtlCol="0">
            <a:spAutoFit/>
          </a:bodyPr>
          <a:lstStyle/>
          <a:p>
            <a:r>
              <a:rPr lang="en-US" altLang="zh-CN" sz="1600" dirty="0">
                <a:latin typeface="黑体" panose="02010609060101010101" charset="-122"/>
                <a:ea typeface="黑体" panose="02010609060101010101" charset="-122"/>
              </a:rPr>
              <a:t>No</a:t>
            </a:r>
            <a:endParaRPr lang="en-US" altLang="zh-CN" sz="1600" dirty="0">
              <a:latin typeface="黑体" panose="02010609060101010101" charset="-122"/>
              <a:ea typeface="黑体" panose="02010609060101010101" charset="-122"/>
            </a:endParaRPr>
          </a:p>
        </p:txBody>
      </p:sp>
      <p:cxnSp>
        <p:nvCxnSpPr>
          <p:cNvPr id="27" name="肘形连接符 26"/>
          <p:cNvCxnSpPr>
            <a:stCxn id="15" idx="1"/>
            <a:endCxn id="16" idx="0"/>
          </p:cNvCxnSpPr>
          <p:nvPr/>
        </p:nvCxnSpPr>
        <p:spPr>
          <a:xfrm rot="10800000" flipV="1">
            <a:off x="2089785" y="3138805"/>
            <a:ext cx="2745740" cy="2401570"/>
          </a:xfrm>
          <a:prstGeom prst="bentConnector2">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28" name="肘形连接符 27"/>
          <p:cNvCxnSpPr>
            <a:stCxn id="22" idx="1"/>
            <a:endCxn id="23" idx="0"/>
          </p:cNvCxnSpPr>
          <p:nvPr/>
        </p:nvCxnSpPr>
        <p:spPr>
          <a:xfrm rot="10800000" flipV="1">
            <a:off x="4160520" y="4935855"/>
            <a:ext cx="410210" cy="607695"/>
          </a:xfrm>
          <a:prstGeom prst="bentConnector2">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a:xfrm>
            <a:off x="609600" y="446405"/>
            <a:ext cx="10972800" cy="609600"/>
          </a:xfrm>
        </p:spPr>
        <p:txBody>
          <a:bodyPr>
            <a:normAutofit/>
          </a:bodyPr>
          <a:p>
            <a:r>
              <a:rPr lang="zh-CN" altLang="en-US">
                <a:latin typeface="+mj-lt"/>
              </a:rPr>
              <a:t>调度策略</a:t>
            </a:r>
            <a:endParaRPr lang="zh-CN" altLang="en-US">
              <a:latin typeface="+mj-lt"/>
            </a:endParaRPr>
          </a:p>
        </p:txBody>
      </p:sp>
      <p:pic>
        <p:nvPicPr>
          <p:cNvPr id="17" name="图片 16"/>
          <p:cNvPicPr>
            <a:picLocks noChangeAspect="1"/>
          </p:cNvPicPr>
          <p:nvPr/>
        </p:nvPicPr>
        <p:blipFill>
          <a:blip r:embed="rId2"/>
          <a:stretch>
            <a:fillRect/>
          </a:stretch>
        </p:blipFill>
        <p:spPr>
          <a:xfrm>
            <a:off x="609600" y="1143000"/>
            <a:ext cx="10857230" cy="4937760"/>
          </a:xfrm>
          <a:prstGeom prst="rect">
            <a:avLst/>
          </a:prstGeom>
        </p:spPr>
      </p:pic>
    </p:spTree>
    <p:custDataLst>
      <p:tags r:id="rId3"/>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 1"/>
          <p:cNvSpPr/>
          <p:nvPr/>
        </p:nvSpPr>
        <p:spPr>
          <a:xfrm>
            <a:off x="332207" y="434577"/>
            <a:ext cx="11677079" cy="332207"/>
          </a:xfrm>
          <a:prstGeom prst="rect">
            <a:avLst/>
          </a:prstGeom>
          <a:noFill/>
        </p:spPr>
        <p:txBody>
          <a:bodyPr wrap="square" lIns="0" tIns="0" rIns="0" bIns="0" rtlCol="0" anchor="ctr"/>
          <a:lstStyle/>
          <a:p>
            <a:pPr>
              <a:lnSpc>
                <a:spcPct val="90000"/>
              </a:lnSpc>
            </a:pPr>
            <a:r>
              <a:rPr lang="en-US" sz="2355" b="1" dirty="0">
                <a:solidFill>
                  <a:schemeClr val="tx1"/>
                </a:solidFill>
                <a:latin typeface="微软雅黑" panose="020B0503020204020204" charset="-122"/>
                <a:ea typeface="微软雅黑" panose="020B0503020204020204" charset="-122"/>
                <a:cs typeface="微软雅黑" panose="020B0503020204020204" charset="-122"/>
              </a:rPr>
              <a:t> 优化逻辑与改进机理</a:t>
            </a:r>
            <a:endParaRPr lang="en-US" sz="2355" b="1" dirty="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48" name="Shape 2"/>
          <p:cNvSpPr/>
          <p:nvPr/>
        </p:nvSpPr>
        <p:spPr>
          <a:xfrm>
            <a:off x="332207" y="996621"/>
            <a:ext cx="797297" cy="33221"/>
          </a:xfrm>
          <a:custGeom>
            <a:avLst/>
            <a:gdLst/>
            <a:ahLst/>
            <a:cxnLst/>
            <a:rect l="l" t="t" r="r" b="b"/>
            <a:pathLst>
              <a:path w="797297" h="33221">
                <a:moveTo>
                  <a:pt x="0" y="0"/>
                </a:moveTo>
                <a:lnTo>
                  <a:pt x="797297" y="0"/>
                </a:lnTo>
                <a:lnTo>
                  <a:pt x="797297" y="33221"/>
                </a:lnTo>
                <a:lnTo>
                  <a:pt x="0" y="33221"/>
                </a:lnTo>
                <a:lnTo>
                  <a:pt x="0" y="0"/>
                </a:lnTo>
                <a:close/>
              </a:path>
            </a:pathLst>
          </a:custGeom>
          <a:solidFill>
            <a:srgbClr val="B88A53"/>
          </a:solidFill>
        </p:spPr>
      </p:sp>
      <p:sp>
        <p:nvSpPr>
          <p:cNvPr id="49" name="Shape 3"/>
          <p:cNvSpPr/>
          <p:nvPr/>
        </p:nvSpPr>
        <p:spPr>
          <a:xfrm>
            <a:off x="382472" y="1113195"/>
            <a:ext cx="5680741" cy="3039695"/>
          </a:xfrm>
          <a:custGeom>
            <a:avLst/>
            <a:gdLst/>
            <a:ahLst/>
            <a:cxnLst/>
            <a:rect l="l" t="t" r="r" b="b"/>
            <a:pathLst>
              <a:path w="5680741" h="3039695">
                <a:moveTo>
                  <a:pt x="33221" y="0"/>
                </a:moveTo>
                <a:lnTo>
                  <a:pt x="5647517" y="0"/>
                </a:lnTo>
                <a:cubicBezTo>
                  <a:pt x="5665866" y="0"/>
                  <a:pt x="5680741" y="14875"/>
                  <a:pt x="5680741" y="33224"/>
                </a:cubicBezTo>
                <a:lnTo>
                  <a:pt x="5680741" y="3006471"/>
                </a:lnTo>
                <a:cubicBezTo>
                  <a:pt x="5680741" y="3024820"/>
                  <a:pt x="5665866" y="3039695"/>
                  <a:pt x="5647517" y="3039695"/>
                </a:cubicBezTo>
                <a:lnTo>
                  <a:pt x="33221" y="3039695"/>
                </a:lnTo>
                <a:cubicBezTo>
                  <a:pt x="14873" y="3039695"/>
                  <a:pt x="0" y="3024821"/>
                  <a:pt x="0" y="3006474"/>
                </a:cubicBezTo>
                <a:lnTo>
                  <a:pt x="0" y="33221"/>
                </a:lnTo>
                <a:cubicBezTo>
                  <a:pt x="0" y="14873"/>
                  <a:pt x="14873" y="0"/>
                  <a:pt x="33221" y="0"/>
                </a:cubicBezTo>
                <a:close/>
              </a:path>
            </a:pathLst>
          </a:custGeom>
          <a:solidFill>
            <a:schemeClr val="bg1"/>
          </a:solidFill>
          <a:ln>
            <a:solidFill>
              <a:srgbClr val="B88A53"/>
            </a:solidFill>
          </a:ln>
        </p:spPr>
      </p:sp>
      <p:sp>
        <p:nvSpPr>
          <p:cNvPr id="50" name="Shape 4"/>
          <p:cNvSpPr/>
          <p:nvPr/>
        </p:nvSpPr>
        <p:spPr>
          <a:xfrm>
            <a:off x="348817" y="1162725"/>
            <a:ext cx="33221" cy="3039695"/>
          </a:xfrm>
          <a:custGeom>
            <a:avLst/>
            <a:gdLst/>
            <a:ahLst/>
            <a:cxnLst/>
            <a:rect l="l" t="t" r="r" b="b"/>
            <a:pathLst>
              <a:path w="33221" h="3039695">
                <a:moveTo>
                  <a:pt x="33221" y="0"/>
                </a:moveTo>
                <a:lnTo>
                  <a:pt x="33221" y="0"/>
                </a:lnTo>
                <a:lnTo>
                  <a:pt x="33221" y="3039695"/>
                </a:lnTo>
                <a:lnTo>
                  <a:pt x="33221" y="3039695"/>
                </a:lnTo>
                <a:cubicBezTo>
                  <a:pt x="14873" y="3039695"/>
                  <a:pt x="0" y="3024821"/>
                  <a:pt x="0" y="3006474"/>
                </a:cubicBezTo>
                <a:lnTo>
                  <a:pt x="0" y="33221"/>
                </a:lnTo>
                <a:cubicBezTo>
                  <a:pt x="0" y="14886"/>
                  <a:pt x="14886" y="0"/>
                  <a:pt x="33221" y="0"/>
                </a:cubicBezTo>
                <a:close/>
              </a:path>
            </a:pathLst>
          </a:custGeom>
          <a:solidFill>
            <a:srgbClr val="B88A53"/>
          </a:solidFill>
        </p:spPr>
      </p:sp>
      <p:sp>
        <p:nvSpPr>
          <p:cNvPr id="51" name="Shape 5"/>
          <p:cNvSpPr/>
          <p:nvPr/>
        </p:nvSpPr>
        <p:spPr>
          <a:xfrm>
            <a:off x="519074" y="1328828"/>
            <a:ext cx="166104" cy="166104"/>
          </a:xfrm>
          <a:custGeom>
            <a:avLst/>
            <a:gdLst/>
            <a:ahLst/>
            <a:cxnLst/>
            <a:rect l="l" t="t" r="r" b="b"/>
            <a:pathLst>
              <a:path w="166104" h="166104">
                <a:moveTo>
                  <a:pt x="62289" y="20763"/>
                </a:moveTo>
                <a:cubicBezTo>
                  <a:pt x="62289" y="15021"/>
                  <a:pt x="66928" y="10381"/>
                  <a:pt x="72670" y="10381"/>
                </a:cubicBezTo>
                <a:lnTo>
                  <a:pt x="93433" y="10381"/>
                </a:lnTo>
                <a:cubicBezTo>
                  <a:pt x="99175" y="10381"/>
                  <a:pt x="103815" y="15021"/>
                  <a:pt x="103815" y="20763"/>
                </a:cubicBezTo>
                <a:lnTo>
                  <a:pt x="103815" y="41526"/>
                </a:lnTo>
                <a:cubicBezTo>
                  <a:pt x="103815" y="47268"/>
                  <a:pt x="99175" y="51907"/>
                  <a:pt x="93433" y="51907"/>
                </a:cubicBezTo>
                <a:lnTo>
                  <a:pt x="90838" y="51907"/>
                </a:lnTo>
                <a:lnTo>
                  <a:pt x="90838" y="72670"/>
                </a:lnTo>
                <a:lnTo>
                  <a:pt x="129768" y="72670"/>
                </a:lnTo>
                <a:cubicBezTo>
                  <a:pt x="142680" y="72670"/>
                  <a:pt x="153127" y="83117"/>
                  <a:pt x="153127" y="96029"/>
                </a:cubicBezTo>
                <a:lnTo>
                  <a:pt x="153127" y="114196"/>
                </a:lnTo>
                <a:lnTo>
                  <a:pt x="155722" y="114196"/>
                </a:lnTo>
                <a:cubicBezTo>
                  <a:pt x="161464" y="114196"/>
                  <a:pt x="166104" y="118835"/>
                  <a:pt x="166104" y="124578"/>
                </a:cubicBezTo>
                <a:lnTo>
                  <a:pt x="166104" y="145341"/>
                </a:lnTo>
                <a:cubicBezTo>
                  <a:pt x="166104" y="151083"/>
                  <a:pt x="161464" y="155722"/>
                  <a:pt x="155722" y="155722"/>
                </a:cubicBezTo>
                <a:lnTo>
                  <a:pt x="134959" y="155722"/>
                </a:lnTo>
                <a:cubicBezTo>
                  <a:pt x="129217" y="155722"/>
                  <a:pt x="124578" y="151083"/>
                  <a:pt x="124578" y="145341"/>
                </a:cubicBezTo>
                <a:lnTo>
                  <a:pt x="124578" y="124578"/>
                </a:lnTo>
                <a:cubicBezTo>
                  <a:pt x="124578" y="118835"/>
                  <a:pt x="129217" y="114196"/>
                  <a:pt x="134959" y="114196"/>
                </a:cubicBezTo>
                <a:lnTo>
                  <a:pt x="137554" y="114196"/>
                </a:lnTo>
                <a:lnTo>
                  <a:pt x="137554" y="96029"/>
                </a:lnTo>
                <a:cubicBezTo>
                  <a:pt x="137554" y="91714"/>
                  <a:pt x="134083" y="88243"/>
                  <a:pt x="129768" y="88243"/>
                </a:cubicBezTo>
                <a:lnTo>
                  <a:pt x="90838" y="88243"/>
                </a:lnTo>
                <a:lnTo>
                  <a:pt x="90838" y="114196"/>
                </a:lnTo>
                <a:lnTo>
                  <a:pt x="93433" y="114196"/>
                </a:lnTo>
                <a:cubicBezTo>
                  <a:pt x="99175" y="114196"/>
                  <a:pt x="103815" y="118835"/>
                  <a:pt x="103815" y="124578"/>
                </a:cubicBezTo>
                <a:lnTo>
                  <a:pt x="103815" y="145341"/>
                </a:lnTo>
                <a:cubicBezTo>
                  <a:pt x="103815" y="151083"/>
                  <a:pt x="99175" y="155722"/>
                  <a:pt x="93433" y="155722"/>
                </a:cubicBezTo>
                <a:lnTo>
                  <a:pt x="72670" y="155722"/>
                </a:lnTo>
                <a:cubicBezTo>
                  <a:pt x="66928" y="155722"/>
                  <a:pt x="62289" y="151083"/>
                  <a:pt x="62289" y="145341"/>
                </a:cubicBezTo>
                <a:lnTo>
                  <a:pt x="62289" y="124578"/>
                </a:lnTo>
                <a:cubicBezTo>
                  <a:pt x="62289" y="118835"/>
                  <a:pt x="66928" y="114196"/>
                  <a:pt x="72670" y="114196"/>
                </a:cubicBezTo>
                <a:lnTo>
                  <a:pt x="75266" y="114196"/>
                </a:lnTo>
                <a:lnTo>
                  <a:pt x="75266" y="88243"/>
                </a:lnTo>
                <a:lnTo>
                  <a:pt x="36335" y="88243"/>
                </a:lnTo>
                <a:cubicBezTo>
                  <a:pt x="32020" y="88243"/>
                  <a:pt x="28549" y="91714"/>
                  <a:pt x="28549" y="96029"/>
                </a:cubicBezTo>
                <a:lnTo>
                  <a:pt x="28549" y="114196"/>
                </a:lnTo>
                <a:lnTo>
                  <a:pt x="31144" y="114196"/>
                </a:lnTo>
                <a:cubicBezTo>
                  <a:pt x="36887" y="114196"/>
                  <a:pt x="41526" y="118835"/>
                  <a:pt x="41526" y="124578"/>
                </a:cubicBezTo>
                <a:lnTo>
                  <a:pt x="41526" y="145341"/>
                </a:lnTo>
                <a:cubicBezTo>
                  <a:pt x="41526" y="151083"/>
                  <a:pt x="36887" y="155722"/>
                  <a:pt x="31144" y="155722"/>
                </a:cubicBezTo>
                <a:lnTo>
                  <a:pt x="10381" y="155722"/>
                </a:lnTo>
                <a:cubicBezTo>
                  <a:pt x="4639" y="155722"/>
                  <a:pt x="0" y="151083"/>
                  <a:pt x="0" y="145341"/>
                </a:cubicBezTo>
                <a:lnTo>
                  <a:pt x="0" y="124578"/>
                </a:lnTo>
                <a:cubicBezTo>
                  <a:pt x="0" y="118835"/>
                  <a:pt x="4639" y="114196"/>
                  <a:pt x="10381" y="114196"/>
                </a:cubicBezTo>
                <a:lnTo>
                  <a:pt x="12977" y="114196"/>
                </a:lnTo>
                <a:lnTo>
                  <a:pt x="12977" y="96029"/>
                </a:lnTo>
                <a:cubicBezTo>
                  <a:pt x="12977" y="83117"/>
                  <a:pt x="23423" y="72670"/>
                  <a:pt x="36335" y="72670"/>
                </a:cubicBezTo>
                <a:lnTo>
                  <a:pt x="75266" y="72670"/>
                </a:lnTo>
                <a:lnTo>
                  <a:pt x="75266" y="51907"/>
                </a:lnTo>
                <a:lnTo>
                  <a:pt x="72670" y="51907"/>
                </a:lnTo>
                <a:cubicBezTo>
                  <a:pt x="66928" y="51907"/>
                  <a:pt x="62289" y="47268"/>
                  <a:pt x="62289" y="41526"/>
                </a:cubicBezTo>
                <a:lnTo>
                  <a:pt x="62289" y="20763"/>
                </a:lnTo>
                <a:close/>
              </a:path>
            </a:pathLst>
          </a:custGeom>
          <a:solidFill>
            <a:srgbClr val="B88A53"/>
          </a:solidFill>
        </p:spPr>
      </p:sp>
      <p:sp>
        <p:nvSpPr>
          <p:cNvPr id="52" name="Text 6"/>
          <p:cNvSpPr/>
          <p:nvPr/>
        </p:nvSpPr>
        <p:spPr>
          <a:xfrm>
            <a:off x="747215" y="1271478"/>
            <a:ext cx="5273787" cy="232545"/>
          </a:xfrm>
          <a:prstGeom prst="rect">
            <a:avLst/>
          </a:prstGeom>
          <a:noFill/>
        </p:spPr>
        <p:txBody>
          <a:bodyPr wrap="square" lIns="0" tIns="0" rIns="0" bIns="0" rtlCol="0" anchor="ctr"/>
          <a:lstStyle/>
          <a:p>
            <a:pPr>
              <a:lnSpc>
                <a:spcPct val="120000"/>
              </a:lnSpc>
            </a:pPr>
            <a:r>
              <a:rPr lang="en-US" sz="1310" b="1" dirty="0">
                <a:solidFill>
                  <a:schemeClr val="tx1"/>
                </a:solidFill>
                <a:latin typeface="微软雅黑" panose="020B0503020204020204" charset="-122"/>
                <a:ea typeface="微软雅黑" panose="020B0503020204020204" charset="-122"/>
                <a:cs typeface="微软雅黑" panose="020B0503020204020204" charset="-122"/>
              </a:rPr>
              <a:t>Proposed分配策略</a:t>
            </a:r>
            <a:endParaRPr lang="en-US" sz="1310" b="1" dirty="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53" name="Shape 7"/>
          <p:cNvSpPr/>
          <p:nvPr/>
        </p:nvSpPr>
        <p:spPr>
          <a:xfrm>
            <a:off x="498311" y="1627815"/>
            <a:ext cx="5398365" cy="747466"/>
          </a:xfrm>
          <a:custGeom>
            <a:avLst/>
            <a:gdLst/>
            <a:ahLst/>
            <a:cxnLst/>
            <a:rect l="l" t="t" r="r" b="b"/>
            <a:pathLst>
              <a:path w="5398365" h="747466">
                <a:moveTo>
                  <a:pt x="33217" y="0"/>
                </a:moveTo>
                <a:lnTo>
                  <a:pt x="5365148" y="0"/>
                </a:lnTo>
                <a:cubicBezTo>
                  <a:pt x="5383493" y="0"/>
                  <a:pt x="5398365" y="14872"/>
                  <a:pt x="5398365" y="33217"/>
                </a:cubicBezTo>
                <a:lnTo>
                  <a:pt x="5398365" y="714249"/>
                </a:lnTo>
                <a:cubicBezTo>
                  <a:pt x="5398365" y="732594"/>
                  <a:pt x="5383493" y="747466"/>
                  <a:pt x="5365148" y="747466"/>
                </a:cubicBezTo>
                <a:lnTo>
                  <a:pt x="33217" y="747466"/>
                </a:lnTo>
                <a:cubicBezTo>
                  <a:pt x="14872" y="747466"/>
                  <a:pt x="0" y="732594"/>
                  <a:pt x="0" y="714249"/>
                </a:cubicBezTo>
                <a:lnTo>
                  <a:pt x="0" y="33217"/>
                </a:lnTo>
                <a:cubicBezTo>
                  <a:pt x="0" y="14872"/>
                  <a:pt x="14872" y="0"/>
                  <a:pt x="33217" y="0"/>
                </a:cubicBezTo>
                <a:close/>
              </a:path>
            </a:pathLst>
          </a:custGeom>
          <a:solidFill>
            <a:srgbClr val="F8EEEE"/>
          </a:solidFill>
        </p:spPr>
      </p:sp>
      <p:sp>
        <p:nvSpPr>
          <p:cNvPr id="54" name="Shape 8"/>
          <p:cNvSpPr/>
          <p:nvPr/>
        </p:nvSpPr>
        <p:spPr>
          <a:xfrm>
            <a:off x="597973" y="1727477"/>
            <a:ext cx="265766" cy="265766"/>
          </a:xfrm>
          <a:custGeom>
            <a:avLst/>
            <a:gdLst/>
            <a:ahLst/>
            <a:cxnLst/>
            <a:rect l="l" t="t" r="r" b="b"/>
            <a:pathLst>
              <a:path w="265766" h="265766">
                <a:moveTo>
                  <a:pt x="132883" y="0"/>
                </a:moveTo>
                <a:lnTo>
                  <a:pt x="132883" y="0"/>
                </a:lnTo>
                <a:cubicBezTo>
                  <a:pt x="206223" y="0"/>
                  <a:pt x="265766" y="59543"/>
                  <a:pt x="265766" y="132883"/>
                </a:cubicBezTo>
                <a:lnTo>
                  <a:pt x="265766" y="132883"/>
                </a:lnTo>
                <a:cubicBezTo>
                  <a:pt x="265766" y="206223"/>
                  <a:pt x="206223" y="265766"/>
                  <a:pt x="132883" y="265766"/>
                </a:cubicBezTo>
                <a:lnTo>
                  <a:pt x="132883" y="265766"/>
                </a:lnTo>
                <a:cubicBezTo>
                  <a:pt x="59543" y="265766"/>
                  <a:pt x="0" y="206223"/>
                  <a:pt x="0" y="132883"/>
                </a:cubicBezTo>
                <a:lnTo>
                  <a:pt x="0" y="132883"/>
                </a:lnTo>
                <a:cubicBezTo>
                  <a:pt x="0" y="59543"/>
                  <a:pt x="59543" y="0"/>
                  <a:pt x="132883" y="0"/>
                </a:cubicBezTo>
                <a:close/>
              </a:path>
            </a:pathLst>
          </a:custGeom>
          <a:solidFill>
            <a:srgbClr val="B88A53"/>
          </a:solidFill>
        </p:spPr>
      </p:sp>
      <p:sp>
        <p:nvSpPr>
          <p:cNvPr id="55" name="Text 9"/>
          <p:cNvSpPr/>
          <p:nvPr/>
        </p:nvSpPr>
        <p:spPr>
          <a:xfrm>
            <a:off x="560599" y="1727477"/>
            <a:ext cx="340512" cy="265766"/>
          </a:xfrm>
          <a:prstGeom prst="rect">
            <a:avLst/>
          </a:prstGeom>
          <a:noFill/>
        </p:spPr>
        <p:txBody>
          <a:bodyPr wrap="square" lIns="0" tIns="0" rIns="0" bIns="0" rtlCol="0" anchor="ctr"/>
          <a:lstStyle/>
          <a:p>
            <a:pPr algn="ctr">
              <a:lnSpc>
                <a:spcPct val="130000"/>
              </a:lnSpc>
            </a:pPr>
            <a:r>
              <a:rPr lang="en-US" sz="1175" b="1" dirty="0">
                <a:solidFill>
                  <a:schemeClr val="tx1"/>
                </a:solidFill>
                <a:latin typeface="微软雅黑" panose="020B0503020204020204" charset="-122"/>
                <a:ea typeface="微软雅黑" panose="020B0503020204020204" charset="-122"/>
                <a:cs typeface="MiSans" panose="00000500000000000000" pitchFamily="34" charset="-120"/>
              </a:rPr>
              <a:t>1</a:t>
            </a:r>
            <a:endParaRPr lang="en-US" sz="1175" b="1" dirty="0">
              <a:solidFill>
                <a:schemeClr val="tx1"/>
              </a:solidFill>
              <a:latin typeface="微软雅黑" panose="020B0503020204020204" charset="-122"/>
              <a:ea typeface="微软雅黑" panose="020B0503020204020204" charset="-122"/>
              <a:cs typeface="MiSans" panose="00000500000000000000" pitchFamily="34" charset="-120"/>
            </a:endParaRPr>
          </a:p>
        </p:txBody>
      </p:sp>
      <p:sp>
        <p:nvSpPr>
          <p:cNvPr id="56" name="Text 10"/>
          <p:cNvSpPr/>
          <p:nvPr/>
        </p:nvSpPr>
        <p:spPr>
          <a:xfrm>
            <a:off x="964036" y="1726942"/>
            <a:ext cx="672719" cy="232545"/>
          </a:xfrm>
          <a:prstGeom prst="rect">
            <a:avLst/>
          </a:prstGeom>
          <a:noFill/>
        </p:spPr>
        <p:txBody>
          <a:bodyPr wrap="square" lIns="0" tIns="0" rIns="0" bIns="0" rtlCol="0" anchor="ctr"/>
          <a:lstStyle/>
          <a:p>
            <a:pPr>
              <a:lnSpc>
                <a:spcPct val="130000"/>
              </a:lnSpc>
            </a:pPr>
            <a:r>
              <a:rPr lang="en-US" sz="1175" b="1" dirty="0">
                <a:solidFill>
                  <a:schemeClr val="tx1"/>
                </a:solidFill>
                <a:latin typeface="微软雅黑" panose="020B0503020204020204" charset="-122"/>
                <a:ea typeface="微软雅黑" panose="020B0503020204020204" charset="-122"/>
                <a:cs typeface="MiSans" panose="00000500000000000000" pitchFamily="34" charset="-120"/>
              </a:rPr>
              <a:t>全局混存</a:t>
            </a:r>
            <a:endParaRPr lang="en-US" sz="1175" b="1" dirty="0">
              <a:solidFill>
                <a:schemeClr val="tx1"/>
              </a:solidFill>
              <a:latin typeface="微软雅黑" panose="020B0503020204020204" charset="-122"/>
              <a:ea typeface="微软雅黑" panose="020B0503020204020204" charset="-122"/>
              <a:cs typeface="MiSans" panose="00000500000000000000" pitchFamily="34" charset="-120"/>
            </a:endParaRPr>
          </a:p>
        </p:txBody>
      </p:sp>
      <p:sp>
        <p:nvSpPr>
          <p:cNvPr id="57" name="Text 11"/>
          <p:cNvSpPr/>
          <p:nvPr/>
        </p:nvSpPr>
        <p:spPr>
          <a:xfrm>
            <a:off x="283210" y="2001520"/>
            <a:ext cx="5673725" cy="274320"/>
          </a:xfrm>
          <a:prstGeom prst="rect">
            <a:avLst/>
          </a:prstGeom>
          <a:noFill/>
        </p:spPr>
        <p:txBody>
          <a:bodyPr wrap="square" lIns="365428" tIns="0" rIns="0" bIns="0" rtlCol="0" anchor="ctr"/>
          <a:lstStyle/>
          <a:p>
            <a:pPr>
              <a:lnSpc>
                <a:spcPct val="140000"/>
              </a:lnSpc>
            </a:pPr>
            <a:r>
              <a:rPr lang="en-US" sz="1200" dirty="0">
                <a:solidFill>
                  <a:schemeClr val="tx1">
                    <a:alpha val="80000"/>
                  </a:schemeClr>
                </a:solidFill>
                <a:latin typeface="微软雅黑" panose="020B0503020204020204" charset="-122"/>
                <a:ea typeface="微软雅黑" panose="020B0503020204020204" charset="-122"/>
                <a:cs typeface="MiSans" panose="00000500000000000000" pitchFamily="34" charset="-120"/>
              </a:rPr>
              <a:t>打破传统产线间的库位壁垒，显著提升系统填充空位的自由度，实现资源池化</a:t>
            </a:r>
            <a:endParaRPr lang="en-US" sz="1200" dirty="0">
              <a:solidFill>
                <a:schemeClr val="tx1">
                  <a:alpha val="80000"/>
                </a:schemeClr>
              </a:solidFill>
              <a:latin typeface="微软雅黑" panose="020B0503020204020204" charset="-122"/>
              <a:ea typeface="微软雅黑" panose="020B0503020204020204" charset="-122"/>
              <a:cs typeface="MiSans" panose="00000500000000000000" pitchFamily="34" charset="-120"/>
            </a:endParaRPr>
          </a:p>
        </p:txBody>
      </p:sp>
      <p:sp>
        <p:nvSpPr>
          <p:cNvPr id="58" name="Shape 12"/>
          <p:cNvSpPr/>
          <p:nvPr/>
        </p:nvSpPr>
        <p:spPr>
          <a:xfrm>
            <a:off x="498311" y="2474943"/>
            <a:ext cx="5398365" cy="747466"/>
          </a:xfrm>
          <a:custGeom>
            <a:avLst/>
            <a:gdLst/>
            <a:ahLst/>
            <a:cxnLst/>
            <a:rect l="l" t="t" r="r" b="b"/>
            <a:pathLst>
              <a:path w="5398365" h="747466">
                <a:moveTo>
                  <a:pt x="33217" y="0"/>
                </a:moveTo>
                <a:lnTo>
                  <a:pt x="5365148" y="0"/>
                </a:lnTo>
                <a:cubicBezTo>
                  <a:pt x="5383493" y="0"/>
                  <a:pt x="5398365" y="14872"/>
                  <a:pt x="5398365" y="33217"/>
                </a:cubicBezTo>
                <a:lnTo>
                  <a:pt x="5398365" y="714249"/>
                </a:lnTo>
                <a:cubicBezTo>
                  <a:pt x="5398365" y="732594"/>
                  <a:pt x="5383493" y="747466"/>
                  <a:pt x="5365148" y="747466"/>
                </a:cubicBezTo>
                <a:lnTo>
                  <a:pt x="33217" y="747466"/>
                </a:lnTo>
                <a:cubicBezTo>
                  <a:pt x="14872" y="747466"/>
                  <a:pt x="0" y="732594"/>
                  <a:pt x="0" y="714249"/>
                </a:cubicBezTo>
                <a:lnTo>
                  <a:pt x="0" y="33217"/>
                </a:lnTo>
                <a:cubicBezTo>
                  <a:pt x="0" y="14872"/>
                  <a:pt x="14872" y="0"/>
                  <a:pt x="33217" y="0"/>
                </a:cubicBezTo>
                <a:close/>
              </a:path>
            </a:pathLst>
          </a:custGeom>
          <a:solidFill>
            <a:srgbClr val="F8EEEE"/>
          </a:solidFill>
        </p:spPr>
      </p:sp>
      <p:sp>
        <p:nvSpPr>
          <p:cNvPr id="59" name="Shape 13"/>
          <p:cNvSpPr/>
          <p:nvPr/>
        </p:nvSpPr>
        <p:spPr>
          <a:xfrm>
            <a:off x="597973" y="2574605"/>
            <a:ext cx="265766" cy="265766"/>
          </a:xfrm>
          <a:custGeom>
            <a:avLst/>
            <a:gdLst/>
            <a:ahLst/>
            <a:cxnLst/>
            <a:rect l="l" t="t" r="r" b="b"/>
            <a:pathLst>
              <a:path w="265766" h="265766">
                <a:moveTo>
                  <a:pt x="132883" y="0"/>
                </a:moveTo>
                <a:lnTo>
                  <a:pt x="132883" y="0"/>
                </a:lnTo>
                <a:cubicBezTo>
                  <a:pt x="206223" y="0"/>
                  <a:pt x="265766" y="59543"/>
                  <a:pt x="265766" y="132883"/>
                </a:cubicBezTo>
                <a:lnTo>
                  <a:pt x="265766" y="132883"/>
                </a:lnTo>
                <a:cubicBezTo>
                  <a:pt x="265766" y="206223"/>
                  <a:pt x="206223" y="265766"/>
                  <a:pt x="132883" y="265766"/>
                </a:cubicBezTo>
                <a:lnTo>
                  <a:pt x="132883" y="265766"/>
                </a:lnTo>
                <a:cubicBezTo>
                  <a:pt x="59543" y="265766"/>
                  <a:pt x="0" y="206223"/>
                  <a:pt x="0" y="132883"/>
                </a:cubicBezTo>
                <a:lnTo>
                  <a:pt x="0" y="132883"/>
                </a:lnTo>
                <a:cubicBezTo>
                  <a:pt x="0" y="59543"/>
                  <a:pt x="59543" y="0"/>
                  <a:pt x="132883" y="0"/>
                </a:cubicBezTo>
                <a:close/>
              </a:path>
            </a:pathLst>
          </a:custGeom>
          <a:solidFill>
            <a:srgbClr val="B88A53"/>
          </a:solidFill>
        </p:spPr>
      </p:sp>
      <p:sp>
        <p:nvSpPr>
          <p:cNvPr id="60" name="Text 14"/>
          <p:cNvSpPr/>
          <p:nvPr/>
        </p:nvSpPr>
        <p:spPr>
          <a:xfrm>
            <a:off x="560599" y="2574605"/>
            <a:ext cx="340512" cy="265766"/>
          </a:xfrm>
          <a:prstGeom prst="rect">
            <a:avLst/>
          </a:prstGeom>
          <a:noFill/>
        </p:spPr>
        <p:txBody>
          <a:bodyPr wrap="square" lIns="0" tIns="0" rIns="0" bIns="0" rtlCol="0" anchor="ctr"/>
          <a:lstStyle/>
          <a:p>
            <a:pPr algn="ctr">
              <a:lnSpc>
                <a:spcPct val="130000"/>
              </a:lnSpc>
            </a:pPr>
            <a:r>
              <a:rPr lang="en-US" sz="1175" b="1" dirty="0">
                <a:solidFill>
                  <a:schemeClr val="tx1"/>
                </a:solidFill>
                <a:latin typeface="微软雅黑" panose="020B0503020204020204" charset="-122"/>
                <a:ea typeface="微软雅黑" panose="020B0503020204020204" charset="-122"/>
                <a:cs typeface="MiSans" panose="00000500000000000000" pitchFamily="34" charset="-120"/>
              </a:rPr>
              <a:t>2</a:t>
            </a:r>
            <a:endParaRPr lang="en-US" sz="1175" b="1" dirty="0">
              <a:solidFill>
                <a:schemeClr val="tx1"/>
              </a:solidFill>
              <a:latin typeface="微软雅黑" panose="020B0503020204020204" charset="-122"/>
              <a:ea typeface="微软雅黑" panose="020B0503020204020204" charset="-122"/>
              <a:cs typeface="MiSans" panose="00000500000000000000" pitchFamily="34" charset="-120"/>
            </a:endParaRPr>
          </a:p>
        </p:txBody>
      </p:sp>
      <p:sp>
        <p:nvSpPr>
          <p:cNvPr id="61" name="Text 15"/>
          <p:cNvSpPr/>
          <p:nvPr/>
        </p:nvSpPr>
        <p:spPr>
          <a:xfrm>
            <a:off x="963401" y="2574070"/>
            <a:ext cx="672719" cy="232545"/>
          </a:xfrm>
          <a:prstGeom prst="rect">
            <a:avLst/>
          </a:prstGeom>
          <a:noFill/>
        </p:spPr>
        <p:txBody>
          <a:bodyPr wrap="square" lIns="0" tIns="0" rIns="0" bIns="0" rtlCol="0" anchor="ctr"/>
          <a:lstStyle/>
          <a:p>
            <a:pPr>
              <a:lnSpc>
                <a:spcPct val="130000"/>
              </a:lnSpc>
            </a:pPr>
            <a:r>
              <a:rPr lang="en-US" sz="1175" b="1" dirty="0">
                <a:solidFill>
                  <a:schemeClr val="tx1"/>
                </a:solidFill>
                <a:latin typeface="微软雅黑" panose="020B0503020204020204" charset="-122"/>
                <a:ea typeface="微软雅黑" panose="020B0503020204020204" charset="-122"/>
                <a:cs typeface="MiSans" panose="00000500000000000000" pitchFamily="34" charset="-120"/>
              </a:rPr>
              <a:t>局部均衡</a:t>
            </a:r>
            <a:endParaRPr lang="en-US" sz="1175" b="1" dirty="0">
              <a:solidFill>
                <a:schemeClr val="tx1"/>
              </a:solidFill>
              <a:latin typeface="微软雅黑" panose="020B0503020204020204" charset="-122"/>
              <a:ea typeface="微软雅黑" panose="020B0503020204020204" charset="-122"/>
              <a:cs typeface="MiSans" panose="00000500000000000000" pitchFamily="34" charset="-120"/>
            </a:endParaRPr>
          </a:p>
        </p:txBody>
      </p:sp>
      <p:sp>
        <p:nvSpPr>
          <p:cNvPr id="62" name="Text 16"/>
          <p:cNvSpPr/>
          <p:nvPr/>
        </p:nvSpPr>
        <p:spPr>
          <a:xfrm>
            <a:off x="283210" y="2839720"/>
            <a:ext cx="5580380" cy="332740"/>
          </a:xfrm>
          <a:prstGeom prst="rect">
            <a:avLst/>
          </a:prstGeom>
          <a:noFill/>
        </p:spPr>
        <p:txBody>
          <a:bodyPr wrap="square" lIns="365428" tIns="0" rIns="0" bIns="0" rtlCol="0" anchor="ctr"/>
          <a:lstStyle/>
          <a:p>
            <a:pPr>
              <a:lnSpc>
                <a:spcPct val="140000"/>
              </a:lnSpc>
            </a:pPr>
            <a:r>
              <a:rPr lang="en-US" sz="1200" dirty="0">
                <a:solidFill>
                  <a:schemeClr val="tx1">
                    <a:alpha val="80000"/>
                  </a:schemeClr>
                </a:solidFill>
                <a:latin typeface="微软雅黑" panose="020B0503020204020204" charset="-122"/>
                <a:ea typeface="微软雅黑" panose="020B0503020204020204" charset="-122"/>
                <a:cs typeface="MiSans" panose="00000500000000000000" pitchFamily="34" charset="-120"/>
              </a:rPr>
              <a:t>动态评估产线负载与空位状态，确保货物在巷道间的均匀分布，避免热点集中</a:t>
            </a:r>
            <a:endParaRPr lang="en-US" sz="1200" dirty="0">
              <a:solidFill>
                <a:schemeClr val="tx1">
                  <a:alpha val="80000"/>
                </a:schemeClr>
              </a:solidFill>
              <a:latin typeface="微软雅黑" panose="020B0503020204020204" charset="-122"/>
              <a:ea typeface="微软雅黑" panose="020B0503020204020204" charset="-122"/>
              <a:cs typeface="MiSans" panose="00000500000000000000" pitchFamily="34" charset="-120"/>
            </a:endParaRPr>
          </a:p>
        </p:txBody>
      </p:sp>
      <p:sp>
        <p:nvSpPr>
          <p:cNvPr id="63" name="Shape 17"/>
          <p:cNvSpPr/>
          <p:nvPr/>
        </p:nvSpPr>
        <p:spPr>
          <a:xfrm>
            <a:off x="498311" y="3322071"/>
            <a:ext cx="5398365" cy="747466"/>
          </a:xfrm>
          <a:custGeom>
            <a:avLst/>
            <a:gdLst/>
            <a:ahLst/>
            <a:cxnLst/>
            <a:rect l="l" t="t" r="r" b="b"/>
            <a:pathLst>
              <a:path w="5398365" h="747466">
                <a:moveTo>
                  <a:pt x="33217" y="0"/>
                </a:moveTo>
                <a:lnTo>
                  <a:pt x="5365148" y="0"/>
                </a:lnTo>
                <a:cubicBezTo>
                  <a:pt x="5383493" y="0"/>
                  <a:pt x="5398365" y="14872"/>
                  <a:pt x="5398365" y="33217"/>
                </a:cubicBezTo>
                <a:lnTo>
                  <a:pt x="5398365" y="714249"/>
                </a:lnTo>
                <a:cubicBezTo>
                  <a:pt x="5398365" y="732594"/>
                  <a:pt x="5383493" y="747466"/>
                  <a:pt x="5365148" y="747466"/>
                </a:cubicBezTo>
                <a:lnTo>
                  <a:pt x="33217" y="747466"/>
                </a:lnTo>
                <a:cubicBezTo>
                  <a:pt x="14872" y="747466"/>
                  <a:pt x="0" y="732594"/>
                  <a:pt x="0" y="714249"/>
                </a:cubicBezTo>
                <a:lnTo>
                  <a:pt x="0" y="33217"/>
                </a:lnTo>
                <a:cubicBezTo>
                  <a:pt x="0" y="14872"/>
                  <a:pt x="14872" y="0"/>
                  <a:pt x="33217" y="0"/>
                </a:cubicBezTo>
                <a:close/>
              </a:path>
            </a:pathLst>
          </a:custGeom>
          <a:solidFill>
            <a:srgbClr val="F8EEEE"/>
          </a:solidFill>
        </p:spPr>
      </p:sp>
      <p:sp>
        <p:nvSpPr>
          <p:cNvPr id="64" name="Shape 18"/>
          <p:cNvSpPr/>
          <p:nvPr/>
        </p:nvSpPr>
        <p:spPr>
          <a:xfrm>
            <a:off x="597973" y="3421733"/>
            <a:ext cx="265766" cy="265766"/>
          </a:xfrm>
          <a:custGeom>
            <a:avLst/>
            <a:gdLst/>
            <a:ahLst/>
            <a:cxnLst/>
            <a:rect l="l" t="t" r="r" b="b"/>
            <a:pathLst>
              <a:path w="265766" h="265766">
                <a:moveTo>
                  <a:pt x="132883" y="0"/>
                </a:moveTo>
                <a:lnTo>
                  <a:pt x="132883" y="0"/>
                </a:lnTo>
                <a:cubicBezTo>
                  <a:pt x="206223" y="0"/>
                  <a:pt x="265766" y="59543"/>
                  <a:pt x="265766" y="132883"/>
                </a:cubicBezTo>
                <a:lnTo>
                  <a:pt x="265766" y="132883"/>
                </a:lnTo>
                <a:cubicBezTo>
                  <a:pt x="265766" y="206223"/>
                  <a:pt x="206223" y="265766"/>
                  <a:pt x="132883" y="265766"/>
                </a:cubicBezTo>
                <a:lnTo>
                  <a:pt x="132883" y="265766"/>
                </a:lnTo>
                <a:cubicBezTo>
                  <a:pt x="59543" y="265766"/>
                  <a:pt x="0" y="206223"/>
                  <a:pt x="0" y="132883"/>
                </a:cubicBezTo>
                <a:lnTo>
                  <a:pt x="0" y="132883"/>
                </a:lnTo>
                <a:cubicBezTo>
                  <a:pt x="0" y="59543"/>
                  <a:pt x="59543" y="0"/>
                  <a:pt x="132883" y="0"/>
                </a:cubicBezTo>
                <a:close/>
              </a:path>
            </a:pathLst>
          </a:custGeom>
          <a:solidFill>
            <a:srgbClr val="B88A53"/>
          </a:solidFill>
        </p:spPr>
      </p:sp>
      <p:sp>
        <p:nvSpPr>
          <p:cNvPr id="65" name="Text 19"/>
          <p:cNvSpPr/>
          <p:nvPr/>
        </p:nvSpPr>
        <p:spPr>
          <a:xfrm>
            <a:off x="560599" y="3421733"/>
            <a:ext cx="340512" cy="265766"/>
          </a:xfrm>
          <a:prstGeom prst="rect">
            <a:avLst/>
          </a:prstGeom>
          <a:noFill/>
        </p:spPr>
        <p:txBody>
          <a:bodyPr wrap="square" lIns="0" tIns="0" rIns="0" bIns="0" rtlCol="0" anchor="ctr"/>
          <a:lstStyle/>
          <a:p>
            <a:pPr algn="ctr">
              <a:lnSpc>
                <a:spcPct val="130000"/>
              </a:lnSpc>
            </a:pPr>
            <a:r>
              <a:rPr lang="en-US" sz="1175" b="1" dirty="0">
                <a:solidFill>
                  <a:schemeClr val="tx1"/>
                </a:solidFill>
                <a:latin typeface="微软雅黑" panose="020B0503020204020204" charset="-122"/>
                <a:ea typeface="微软雅黑" panose="020B0503020204020204" charset="-122"/>
                <a:cs typeface="MiSans" panose="00000500000000000000" pitchFamily="34" charset="-120"/>
              </a:rPr>
              <a:t>3</a:t>
            </a:r>
            <a:endParaRPr lang="en-US" sz="1175" b="1" dirty="0">
              <a:solidFill>
                <a:schemeClr val="tx1"/>
              </a:solidFill>
              <a:latin typeface="微软雅黑" panose="020B0503020204020204" charset="-122"/>
              <a:ea typeface="微软雅黑" panose="020B0503020204020204" charset="-122"/>
              <a:cs typeface="MiSans" panose="00000500000000000000" pitchFamily="34" charset="-120"/>
            </a:endParaRPr>
          </a:p>
        </p:txBody>
      </p:sp>
      <p:sp>
        <p:nvSpPr>
          <p:cNvPr id="66" name="Text 20"/>
          <p:cNvSpPr/>
          <p:nvPr/>
        </p:nvSpPr>
        <p:spPr>
          <a:xfrm>
            <a:off x="963401" y="3421833"/>
            <a:ext cx="672719" cy="232545"/>
          </a:xfrm>
          <a:prstGeom prst="rect">
            <a:avLst/>
          </a:prstGeom>
          <a:noFill/>
        </p:spPr>
        <p:txBody>
          <a:bodyPr wrap="square" lIns="0" tIns="0" rIns="0" bIns="0" rtlCol="0" anchor="ctr"/>
          <a:lstStyle/>
          <a:p>
            <a:pPr>
              <a:lnSpc>
                <a:spcPct val="130000"/>
              </a:lnSpc>
            </a:pPr>
            <a:r>
              <a:rPr lang="en-US" sz="1175" b="1" dirty="0">
                <a:solidFill>
                  <a:schemeClr val="tx1"/>
                </a:solidFill>
                <a:latin typeface="微软雅黑" panose="020B0503020204020204" charset="-122"/>
                <a:ea typeface="微软雅黑" panose="020B0503020204020204" charset="-122"/>
                <a:cs typeface="MiSans" panose="00000500000000000000" pitchFamily="34" charset="-120"/>
              </a:rPr>
              <a:t>计划驱动</a:t>
            </a:r>
            <a:endParaRPr lang="en-US" sz="1175" b="1" dirty="0">
              <a:solidFill>
                <a:schemeClr val="tx1"/>
              </a:solidFill>
              <a:latin typeface="微软雅黑" panose="020B0503020204020204" charset="-122"/>
              <a:ea typeface="微软雅黑" panose="020B0503020204020204" charset="-122"/>
              <a:cs typeface="MiSans" panose="00000500000000000000" pitchFamily="34" charset="-120"/>
            </a:endParaRPr>
          </a:p>
        </p:txBody>
      </p:sp>
      <p:sp>
        <p:nvSpPr>
          <p:cNvPr id="67" name="Text 21"/>
          <p:cNvSpPr/>
          <p:nvPr/>
        </p:nvSpPr>
        <p:spPr>
          <a:xfrm>
            <a:off x="382270" y="3754120"/>
            <a:ext cx="5426710" cy="215900"/>
          </a:xfrm>
          <a:prstGeom prst="rect">
            <a:avLst/>
          </a:prstGeom>
          <a:noFill/>
        </p:spPr>
        <p:txBody>
          <a:bodyPr wrap="square" lIns="365428" tIns="0" rIns="0" bIns="0" rtlCol="0" anchor="ctr"/>
          <a:lstStyle/>
          <a:p>
            <a:pPr>
              <a:lnSpc>
                <a:spcPct val="140000"/>
              </a:lnSpc>
            </a:pPr>
            <a:r>
              <a:rPr lang="en-US" sz="1200" dirty="0">
                <a:solidFill>
                  <a:schemeClr val="tx1">
                    <a:alpha val="80000"/>
                  </a:schemeClr>
                </a:solidFill>
                <a:latin typeface="微软雅黑" panose="020B0503020204020204" charset="-122"/>
                <a:ea typeface="微软雅黑" panose="020B0503020204020204" charset="-122"/>
                <a:cs typeface="MiSans" panose="00000500000000000000" pitchFamily="34" charset="-120"/>
              </a:rPr>
              <a:t>基于配对优先级与紧急度评价，优化双梁入库的预前配置，提升执行连贯性</a:t>
            </a:r>
            <a:endParaRPr lang="en-US" sz="1200" dirty="0">
              <a:solidFill>
                <a:schemeClr val="tx1">
                  <a:alpha val="80000"/>
                </a:schemeClr>
              </a:solidFill>
              <a:latin typeface="微软雅黑" panose="020B0503020204020204" charset="-122"/>
              <a:ea typeface="微软雅黑" panose="020B0503020204020204" charset="-122"/>
              <a:cs typeface="MiSans" panose="00000500000000000000" pitchFamily="34" charset="-120"/>
            </a:endParaRPr>
          </a:p>
        </p:txBody>
      </p:sp>
      <p:sp>
        <p:nvSpPr>
          <p:cNvPr id="68" name="Shape 22"/>
          <p:cNvSpPr/>
          <p:nvPr/>
        </p:nvSpPr>
        <p:spPr>
          <a:xfrm>
            <a:off x="348817" y="4335302"/>
            <a:ext cx="5680741" cy="1544763"/>
          </a:xfrm>
          <a:custGeom>
            <a:avLst/>
            <a:gdLst/>
            <a:ahLst/>
            <a:cxnLst/>
            <a:rect l="l" t="t" r="r" b="b"/>
            <a:pathLst>
              <a:path w="5680741" h="1544763">
                <a:moveTo>
                  <a:pt x="33221" y="0"/>
                </a:moveTo>
                <a:lnTo>
                  <a:pt x="5647513" y="0"/>
                </a:lnTo>
                <a:cubicBezTo>
                  <a:pt x="5665865" y="0"/>
                  <a:pt x="5680741" y="14877"/>
                  <a:pt x="5680741" y="33228"/>
                </a:cubicBezTo>
                <a:lnTo>
                  <a:pt x="5680741" y="1511535"/>
                </a:lnTo>
                <a:cubicBezTo>
                  <a:pt x="5680741" y="1529886"/>
                  <a:pt x="5665865" y="1544763"/>
                  <a:pt x="5647513" y="1544763"/>
                </a:cubicBezTo>
                <a:lnTo>
                  <a:pt x="33221" y="1544763"/>
                </a:lnTo>
                <a:cubicBezTo>
                  <a:pt x="14873" y="1544763"/>
                  <a:pt x="0" y="1529890"/>
                  <a:pt x="0" y="1511542"/>
                </a:cubicBezTo>
                <a:lnTo>
                  <a:pt x="0" y="33221"/>
                </a:lnTo>
                <a:cubicBezTo>
                  <a:pt x="0" y="14886"/>
                  <a:pt x="14886" y="0"/>
                  <a:pt x="33221" y="0"/>
                </a:cubicBezTo>
                <a:close/>
              </a:path>
            </a:pathLst>
          </a:custGeom>
          <a:solidFill>
            <a:schemeClr val="bg1"/>
          </a:solidFill>
          <a:ln>
            <a:solidFill>
              <a:srgbClr val="3A5A78"/>
            </a:solidFill>
          </a:ln>
        </p:spPr>
      </p:sp>
      <p:sp>
        <p:nvSpPr>
          <p:cNvPr id="69" name="Shape 23"/>
          <p:cNvSpPr/>
          <p:nvPr/>
        </p:nvSpPr>
        <p:spPr>
          <a:xfrm>
            <a:off x="348817" y="4335302"/>
            <a:ext cx="33221" cy="1544763"/>
          </a:xfrm>
          <a:custGeom>
            <a:avLst/>
            <a:gdLst/>
            <a:ahLst/>
            <a:cxnLst/>
            <a:rect l="l" t="t" r="r" b="b"/>
            <a:pathLst>
              <a:path w="33221" h="1544763">
                <a:moveTo>
                  <a:pt x="33221" y="0"/>
                </a:moveTo>
                <a:lnTo>
                  <a:pt x="33221" y="0"/>
                </a:lnTo>
                <a:lnTo>
                  <a:pt x="33221" y="1544763"/>
                </a:lnTo>
                <a:lnTo>
                  <a:pt x="33221" y="1544763"/>
                </a:lnTo>
                <a:cubicBezTo>
                  <a:pt x="14873" y="1544763"/>
                  <a:pt x="0" y="1529890"/>
                  <a:pt x="0" y="1511542"/>
                </a:cubicBezTo>
                <a:lnTo>
                  <a:pt x="0" y="33221"/>
                </a:lnTo>
                <a:cubicBezTo>
                  <a:pt x="0" y="14886"/>
                  <a:pt x="14886" y="0"/>
                  <a:pt x="33221" y="0"/>
                </a:cubicBezTo>
                <a:close/>
              </a:path>
            </a:pathLst>
          </a:custGeom>
          <a:solidFill>
            <a:srgbClr val="3A5A78"/>
          </a:solidFill>
        </p:spPr>
      </p:sp>
      <p:sp>
        <p:nvSpPr>
          <p:cNvPr id="70" name="Shape 24"/>
          <p:cNvSpPr/>
          <p:nvPr/>
        </p:nvSpPr>
        <p:spPr>
          <a:xfrm>
            <a:off x="519074" y="4501406"/>
            <a:ext cx="166104" cy="166104"/>
          </a:xfrm>
          <a:custGeom>
            <a:avLst/>
            <a:gdLst/>
            <a:ahLst/>
            <a:cxnLst/>
            <a:rect l="l" t="t" r="r" b="b"/>
            <a:pathLst>
              <a:path w="166104" h="166104">
                <a:moveTo>
                  <a:pt x="43408" y="11776"/>
                </a:moveTo>
                <a:cubicBezTo>
                  <a:pt x="46944" y="14242"/>
                  <a:pt x="47787" y="19108"/>
                  <a:pt x="45322" y="22612"/>
                </a:cubicBezTo>
                <a:lnTo>
                  <a:pt x="27154" y="48566"/>
                </a:lnTo>
                <a:cubicBezTo>
                  <a:pt x="25824" y="50447"/>
                  <a:pt x="23748" y="51648"/>
                  <a:pt x="21444" y="51842"/>
                </a:cubicBezTo>
                <a:cubicBezTo>
                  <a:pt x="19141" y="52037"/>
                  <a:pt x="16870" y="51259"/>
                  <a:pt x="15248" y="49636"/>
                </a:cubicBezTo>
                <a:lnTo>
                  <a:pt x="2271" y="36660"/>
                </a:lnTo>
                <a:cubicBezTo>
                  <a:pt x="-746" y="33610"/>
                  <a:pt x="-746" y="28679"/>
                  <a:pt x="2271" y="25629"/>
                </a:cubicBezTo>
                <a:cubicBezTo>
                  <a:pt x="5288" y="22580"/>
                  <a:pt x="10252" y="22612"/>
                  <a:pt x="13301" y="25629"/>
                </a:cubicBezTo>
                <a:lnTo>
                  <a:pt x="19725" y="32053"/>
                </a:lnTo>
                <a:lnTo>
                  <a:pt x="32572" y="13691"/>
                </a:lnTo>
                <a:cubicBezTo>
                  <a:pt x="35037" y="10154"/>
                  <a:pt x="39904" y="9311"/>
                  <a:pt x="43408" y="11776"/>
                </a:cubicBezTo>
                <a:close/>
                <a:moveTo>
                  <a:pt x="43408" y="63684"/>
                </a:moveTo>
                <a:cubicBezTo>
                  <a:pt x="46944" y="66149"/>
                  <a:pt x="47787" y="71016"/>
                  <a:pt x="45322" y="74519"/>
                </a:cubicBezTo>
                <a:lnTo>
                  <a:pt x="27154" y="100473"/>
                </a:lnTo>
                <a:cubicBezTo>
                  <a:pt x="25824" y="102355"/>
                  <a:pt x="23748" y="103555"/>
                  <a:pt x="21444" y="103750"/>
                </a:cubicBezTo>
                <a:cubicBezTo>
                  <a:pt x="19141" y="103944"/>
                  <a:pt x="16870" y="103166"/>
                  <a:pt x="15248" y="101544"/>
                </a:cubicBezTo>
                <a:lnTo>
                  <a:pt x="2271" y="88567"/>
                </a:lnTo>
                <a:cubicBezTo>
                  <a:pt x="-779" y="85517"/>
                  <a:pt x="-779" y="80586"/>
                  <a:pt x="2271" y="77569"/>
                </a:cubicBezTo>
                <a:cubicBezTo>
                  <a:pt x="5321" y="74552"/>
                  <a:pt x="10252" y="74519"/>
                  <a:pt x="13269" y="77569"/>
                </a:cubicBezTo>
                <a:lnTo>
                  <a:pt x="19692" y="83993"/>
                </a:lnTo>
                <a:lnTo>
                  <a:pt x="32539" y="65630"/>
                </a:lnTo>
                <a:cubicBezTo>
                  <a:pt x="35005" y="62094"/>
                  <a:pt x="39871" y="61251"/>
                  <a:pt x="43375" y="63716"/>
                </a:cubicBezTo>
                <a:close/>
                <a:moveTo>
                  <a:pt x="72670" y="31144"/>
                </a:moveTo>
                <a:cubicBezTo>
                  <a:pt x="72670" y="25402"/>
                  <a:pt x="77310" y="20763"/>
                  <a:pt x="83052" y="20763"/>
                </a:cubicBezTo>
                <a:lnTo>
                  <a:pt x="155722" y="20763"/>
                </a:lnTo>
                <a:cubicBezTo>
                  <a:pt x="161464" y="20763"/>
                  <a:pt x="166104" y="25402"/>
                  <a:pt x="166104" y="31144"/>
                </a:cubicBezTo>
                <a:cubicBezTo>
                  <a:pt x="166104" y="36887"/>
                  <a:pt x="161464" y="41526"/>
                  <a:pt x="155722" y="41526"/>
                </a:cubicBezTo>
                <a:lnTo>
                  <a:pt x="83052" y="41526"/>
                </a:lnTo>
                <a:cubicBezTo>
                  <a:pt x="77310" y="41526"/>
                  <a:pt x="72670" y="36887"/>
                  <a:pt x="72670" y="31144"/>
                </a:cubicBezTo>
                <a:close/>
                <a:moveTo>
                  <a:pt x="72670" y="83052"/>
                </a:moveTo>
                <a:cubicBezTo>
                  <a:pt x="72670" y="77310"/>
                  <a:pt x="77310" y="72670"/>
                  <a:pt x="83052" y="72670"/>
                </a:cubicBezTo>
                <a:lnTo>
                  <a:pt x="155722" y="72670"/>
                </a:lnTo>
                <a:cubicBezTo>
                  <a:pt x="161464" y="72670"/>
                  <a:pt x="166104" y="77310"/>
                  <a:pt x="166104" y="83052"/>
                </a:cubicBezTo>
                <a:cubicBezTo>
                  <a:pt x="166104" y="88794"/>
                  <a:pt x="161464" y="93433"/>
                  <a:pt x="155722" y="93433"/>
                </a:cubicBezTo>
                <a:lnTo>
                  <a:pt x="83052" y="93433"/>
                </a:lnTo>
                <a:cubicBezTo>
                  <a:pt x="77310" y="93433"/>
                  <a:pt x="72670" y="88794"/>
                  <a:pt x="72670" y="83052"/>
                </a:cubicBezTo>
                <a:close/>
                <a:moveTo>
                  <a:pt x="51907" y="134959"/>
                </a:moveTo>
                <a:cubicBezTo>
                  <a:pt x="51907" y="129217"/>
                  <a:pt x="56547" y="124578"/>
                  <a:pt x="62289" y="124578"/>
                </a:cubicBezTo>
                <a:lnTo>
                  <a:pt x="155722" y="124578"/>
                </a:lnTo>
                <a:cubicBezTo>
                  <a:pt x="161464" y="124578"/>
                  <a:pt x="166104" y="129217"/>
                  <a:pt x="166104" y="134959"/>
                </a:cubicBezTo>
                <a:cubicBezTo>
                  <a:pt x="166104" y="140701"/>
                  <a:pt x="161464" y="145341"/>
                  <a:pt x="155722" y="145341"/>
                </a:cubicBezTo>
                <a:lnTo>
                  <a:pt x="62289" y="145341"/>
                </a:lnTo>
                <a:cubicBezTo>
                  <a:pt x="56547" y="145341"/>
                  <a:pt x="51907" y="140701"/>
                  <a:pt x="51907" y="134959"/>
                </a:cubicBezTo>
                <a:close/>
                <a:moveTo>
                  <a:pt x="20763" y="121982"/>
                </a:moveTo>
                <a:cubicBezTo>
                  <a:pt x="27925" y="121982"/>
                  <a:pt x="33740" y="127797"/>
                  <a:pt x="33740" y="134959"/>
                </a:cubicBezTo>
                <a:cubicBezTo>
                  <a:pt x="33740" y="142121"/>
                  <a:pt x="27925" y="147936"/>
                  <a:pt x="20763" y="147936"/>
                </a:cubicBezTo>
                <a:cubicBezTo>
                  <a:pt x="13601" y="147936"/>
                  <a:pt x="7786" y="142121"/>
                  <a:pt x="7786" y="134959"/>
                </a:cubicBezTo>
                <a:cubicBezTo>
                  <a:pt x="7786" y="127797"/>
                  <a:pt x="13601" y="121982"/>
                  <a:pt x="20763" y="121982"/>
                </a:cubicBezTo>
                <a:close/>
              </a:path>
            </a:pathLst>
          </a:custGeom>
          <a:solidFill>
            <a:srgbClr val="3A5A78"/>
          </a:solidFill>
        </p:spPr>
      </p:sp>
      <p:sp>
        <p:nvSpPr>
          <p:cNvPr id="71" name="Text 25"/>
          <p:cNvSpPr/>
          <p:nvPr/>
        </p:nvSpPr>
        <p:spPr>
          <a:xfrm>
            <a:off x="747215" y="4434530"/>
            <a:ext cx="5273787" cy="232545"/>
          </a:xfrm>
          <a:prstGeom prst="rect">
            <a:avLst/>
          </a:prstGeom>
          <a:noFill/>
        </p:spPr>
        <p:txBody>
          <a:bodyPr wrap="square" lIns="0" tIns="0" rIns="0" bIns="0" rtlCol="0" anchor="ctr"/>
          <a:lstStyle/>
          <a:p>
            <a:pPr>
              <a:lnSpc>
                <a:spcPct val="120000"/>
              </a:lnSpc>
            </a:pPr>
            <a:r>
              <a:rPr lang="en-US" sz="1310" b="1" dirty="0">
                <a:solidFill>
                  <a:schemeClr val="tx1"/>
                </a:solidFill>
                <a:latin typeface="微软雅黑" panose="020B0503020204020204" charset="-122"/>
                <a:ea typeface="微软雅黑" panose="020B0503020204020204" charset="-122"/>
                <a:cs typeface="微软雅黑" panose="020B0503020204020204" charset="-122"/>
              </a:rPr>
              <a:t>Optimizer调度策略</a:t>
            </a:r>
            <a:endParaRPr lang="en-US" sz="1310" b="1" dirty="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72" name="Text 26"/>
          <p:cNvSpPr/>
          <p:nvPr/>
        </p:nvSpPr>
        <p:spPr>
          <a:xfrm>
            <a:off x="498311" y="4800392"/>
            <a:ext cx="5464807" cy="431869"/>
          </a:xfrm>
          <a:prstGeom prst="rect">
            <a:avLst/>
          </a:prstGeom>
          <a:solidFill>
            <a:srgbClr val="F8EEEE"/>
          </a:solidFill>
        </p:spPr>
        <p:txBody>
          <a:bodyPr wrap="square" lIns="0" tIns="0" rIns="0" bIns="0" rtlCol="0" anchor="ctr"/>
          <a:lstStyle/>
          <a:p>
            <a:pPr>
              <a:lnSpc>
                <a:spcPct val="140000"/>
              </a:lnSpc>
            </a:pPr>
            <a:r>
              <a:rPr lang="en-US" sz="1200" dirty="0">
                <a:solidFill>
                  <a:schemeClr val="tx1">
                    <a:alpha val="80000"/>
                  </a:schemeClr>
                </a:solidFill>
                <a:latin typeface="微软雅黑" panose="020B0503020204020204" charset="-122"/>
                <a:ea typeface="微软雅黑" panose="020B0503020204020204" charset="-122"/>
                <a:cs typeface="MiSans" panose="00000500000000000000" pitchFamily="34" charset="-120"/>
              </a:rPr>
              <a:t>引入基于</a:t>
            </a:r>
            <a:r>
              <a:rPr lang="en-US" sz="1200" b="1" dirty="0">
                <a:solidFill>
                  <a:schemeClr val="tx1"/>
                </a:solidFill>
                <a:latin typeface="微软雅黑" panose="020B0503020204020204" charset="-122"/>
                <a:ea typeface="微软雅黑" panose="020B0503020204020204" charset="-122"/>
                <a:cs typeface="MiSans" panose="00000500000000000000" pitchFamily="34" charset="-120"/>
              </a:rPr>
              <a:t>采样评分的多方案优选机制</a:t>
            </a:r>
            <a:r>
              <a:rPr lang="en-US" sz="1200" dirty="0">
                <a:solidFill>
                  <a:schemeClr val="tx1">
                    <a:alpha val="80000"/>
                  </a:schemeClr>
                </a:solidFill>
                <a:latin typeface="微软雅黑" panose="020B0503020204020204" charset="-122"/>
                <a:ea typeface="微软雅黑" panose="020B0503020204020204" charset="-122"/>
                <a:cs typeface="MiSans" panose="00000500000000000000" pitchFamily="34" charset="-120"/>
              </a:rPr>
              <a:t>，通过鼓励同一产线任务的连续执行，有效压降系统切换与堵塞造成的空转耗时</a:t>
            </a:r>
            <a:endParaRPr lang="en-US" sz="1200" dirty="0">
              <a:solidFill>
                <a:schemeClr val="tx1">
                  <a:alpha val="80000"/>
                </a:schemeClr>
              </a:solidFill>
              <a:latin typeface="微软雅黑" panose="020B0503020204020204" charset="-122"/>
              <a:ea typeface="微软雅黑" panose="020B0503020204020204" charset="-122"/>
              <a:cs typeface="MiSans" panose="00000500000000000000" pitchFamily="34" charset="-120"/>
            </a:endParaRPr>
          </a:p>
        </p:txBody>
      </p:sp>
      <p:sp>
        <p:nvSpPr>
          <p:cNvPr id="73" name="Shape 27"/>
          <p:cNvSpPr/>
          <p:nvPr/>
        </p:nvSpPr>
        <p:spPr>
          <a:xfrm>
            <a:off x="498311" y="5331924"/>
            <a:ext cx="5398365" cy="415259"/>
          </a:xfrm>
          <a:custGeom>
            <a:avLst/>
            <a:gdLst/>
            <a:ahLst/>
            <a:cxnLst/>
            <a:rect l="l" t="t" r="r" b="b"/>
            <a:pathLst>
              <a:path w="5398365" h="415259">
                <a:moveTo>
                  <a:pt x="33221" y="0"/>
                </a:moveTo>
                <a:lnTo>
                  <a:pt x="5365144" y="0"/>
                </a:lnTo>
                <a:cubicBezTo>
                  <a:pt x="5383492" y="0"/>
                  <a:pt x="5398365" y="14873"/>
                  <a:pt x="5398365" y="33221"/>
                </a:cubicBezTo>
                <a:lnTo>
                  <a:pt x="5398365" y="382038"/>
                </a:lnTo>
                <a:cubicBezTo>
                  <a:pt x="5398365" y="400385"/>
                  <a:pt x="5383492" y="415259"/>
                  <a:pt x="5365144" y="415259"/>
                </a:cubicBezTo>
                <a:lnTo>
                  <a:pt x="33221" y="415259"/>
                </a:lnTo>
                <a:cubicBezTo>
                  <a:pt x="14886" y="415259"/>
                  <a:pt x="0" y="400373"/>
                  <a:pt x="0" y="382038"/>
                </a:cubicBezTo>
                <a:lnTo>
                  <a:pt x="0" y="33221"/>
                </a:lnTo>
                <a:cubicBezTo>
                  <a:pt x="0" y="14873"/>
                  <a:pt x="14873" y="0"/>
                  <a:pt x="33221" y="0"/>
                </a:cubicBezTo>
                <a:close/>
              </a:path>
            </a:pathLst>
          </a:custGeom>
          <a:solidFill>
            <a:srgbClr val="F8EEEE"/>
          </a:solidFill>
        </p:spPr>
      </p:sp>
      <p:sp>
        <p:nvSpPr>
          <p:cNvPr id="74" name="Shape 28"/>
          <p:cNvSpPr/>
          <p:nvPr/>
        </p:nvSpPr>
        <p:spPr>
          <a:xfrm>
            <a:off x="614583" y="5464807"/>
            <a:ext cx="132883" cy="132883"/>
          </a:xfrm>
          <a:custGeom>
            <a:avLst/>
            <a:gdLst/>
            <a:ahLst/>
            <a:cxnLst/>
            <a:rect l="l" t="t" r="r" b="b"/>
            <a:pathLst>
              <a:path w="132883" h="132883">
                <a:moveTo>
                  <a:pt x="66441" y="132883"/>
                </a:moveTo>
                <a:cubicBezTo>
                  <a:pt x="103111" y="132883"/>
                  <a:pt x="132883" y="103111"/>
                  <a:pt x="132883" y="66441"/>
                </a:cubicBezTo>
                <a:cubicBezTo>
                  <a:pt x="132883" y="29771"/>
                  <a:pt x="103111" y="0"/>
                  <a:pt x="66441" y="0"/>
                </a:cubicBezTo>
                <a:cubicBezTo>
                  <a:pt x="29771" y="0"/>
                  <a:pt x="0" y="29771"/>
                  <a:pt x="0" y="66441"/>
                </a:cubicBezTo>
                <a:cubicBezTo>
                  <a:pt x="0" y="103111"/>
                  <a:pt x="29771" y="132883"/>
                  <a:pt x="66441" y="132883"/>
                </a:cubicBezTo>
                <a:close/>
                <a:moveTo>
                  <a:pt x="88346" y="55203"/>
                </a:moveTo>
                <a:lnTo>
                  <a:pt x="67583" y="88424"/>
                </a:lnTo>
                <a:cubicBezTo>
                  <a:pt x="66493" y="90163"/>
                  <a:pt x="64625" y="91253"/>
                  <a:pt x="62574" y="91357"/>
                </a:cubicBezTo>
                <a:cubicBezTo>
                  <a:pt x="60524" y="91461"/>
                  <a:pt x="58551" y="90526"/>
                  <a:pt x="57332" y="88865"/>
                </a:cubicBezTo>
                <a:lnTo>
                  <a:pt x="44874" y="72255"/>
                </a:lnTo>
                <a:cubicBezTo>
                  <a:pt x="42798" y="69504"/>
                  <a:pt x="43369" y="65611"/>
                  <a:pt x="46120" y="63535"/>
                </a:cubicBezTo>
                <a:cubicBezTo>
                  <a:pt x="48871" y="61458"/>
                  <a:pt x="52764" y="62029"/>
                  <a:pt x="54840" y="64780"/>
                </a:cubicBezTo>
                <a:lnTo>
                  <a:pt x="61848" y="74124"/>
                </a:lnTo>
                <a:lnTo>
                  <a:pt x="77783" y="48611"/>
                </a:lnTo>
                <a:cubicBezTo>
                  <a:pt x="79600" y="45704"/>
                  <a:pt x="83441" y="44796"/>
                  <a:pt x="86374" y="46639"/>
                </a:cubicBezTo>
                <a:cubicBezTo>
                  <a:pt x="89307" y="48481"/>
                  <a:pt x="90189" y="52297"/>
                  <a:pt x="88346" y="55229"/>
                </a:cubicBezTo>
                <a:close/>
              </a:path>
            </a:pathLst>
          </a:custGeom>
          <a:solidFill>
            <a:srgbClr val="B88A53"/>
          </a:solidFill>
        </p:spPr>
      </p:sp>
      <p:sp>
        <p:nvSpPr>
          <p:cNvPr id="75" name="Text 29"/>
          <p:cNvSpPr/>
          <p:nvPr/>
        </p:nvSpPr>
        <p:spPr>
          <a:xfrm>
            <a:off x="807526" y="5431586"/>
            <a:ext cx="5055929" cy="215935"/>
          </a:xfrm>
          <a:prstGeom prst="rect">
            <a:avLst/>
          </a:prstGeom>
          <a:noFill/>
        </p:spPr>
        <p:txBody>
          <a:bodyPr wrap="square" lIns="0" tIns="0" rIns="0" bIns="0" rtlCol="0" anchor="ctr"/>
          <a:lstStyle/>
          <a:p>
            <a:pPr>
              <a:lnSpc>
                <a:spcPct val="140000"/>
              </a:lnSpc>
            </a:pPr>
            <a:r>
              <a:rPr lang="en-US" sz="1200" dirty="0">
                <a:solidFill>
                  <a:schemeClr val="tx1">
                    <a:alpha val="90000"/>
                  </a:schemeClr>
                </a:solidFill>
                <a:latin typeface="微软雅黑" panose="020B0503020204020204" charset="-122"/>
                <a:ea typeface="微软雅黑" panose="020B0503020204020204" charset="-122"/>
                <a:cs typeface="MiSans" panose="00000500000000000000" pitchFamily="34" charset="-120"/>
              </a:rPr>
              <a:t>实现任务序列在高效巷道内的紧凑化集成</a:t>
            </a:r>
            <a:endParaRPr lang="en-US" sz="1200" dirty="0">
              <a:solidFill>
                <a:schemeClr val="tx1">
                  <a:alpha val="90000"/>
                </a:schemeClr>
              </a:solidFill>
              <a:latin typeface="微软雅黑" panose="020B0503020204020204" charset="-122"/>
              <a:ea typeface="微软雅黑" panose="020B0503020204020204" charset="-122"/>
              <a:cs typeface="MiSans" panose="00000500000000000000" pitchFamily="34" charset="-120"/>
            </a:endParaRPr>
          </a:p>
        </p:txBody>
      </p:sp>
      <p:sp>
        <p:nvSpPr>
          <p:cNvPr id="76" name="Shape 30"/>
          <p:cNvSpPr/>
          <p:nvPr/>
        </p:nvSpPr>
        <p:spPr>
          <a:xfrm>
            <a:off x="6168390" y="1113155"/>
            <a:ext cx="5688965" cy="4766945"/>
          </a:xfrm>
          <a:custGeom>
            <a:avLst/>
            <a:gdLst/>
            <a:ahLst/>
            <a:cxnLst/>
            <a:rect l="l" t="t" r="r" b="b"/>
            <a:pathLst>
              <a:path w="5689046" h="3911738">
                <a:moveTo>
                  <a:pt x="33211" y="0"/>
                </a:moveTo>
                <a:lnTo>
                  <a:pt x="5655836" y="0"/>
                </a:lnTo>
                <a:cubicBezTo>
                  <a:pt x="5674177" y="0"/>
                  <a:pt x="5689046" y="14869"/>
                  <a:pt x="5689046" y="33211"/>
                </a:cubicBezTo>
                <a:lnTo>
                  <a:pt x="5689046" y="3878528"/>
                </a:lnTo>
                <a:cubicBezTo>
                  <a:pt x="5689046" y="3896870"/>
                  <a:pt x="5674177" y="3911738"/>
                  <a:pt x="5655836" y="3911738"/>
                </a:cubicBezTo>
                <a:lnTo>
                  <a:pt x="33211" y="3911738"/>
                </a:lnTo>
                <a:cubicBezTo>
                  <a:pt x="14869" y="3911738"/>
                  <a:pt x="0" y="3896870"/>
                  <a:pt x="0" y="3878528"/>
                </a:cubicBezTo>
                <a:lnTo>
                  <a:pt x="0" y="33211"/>
                </a:lnTo>
                <a:cubicBezTo>
                  <a:pt x="0" y="14869"/>
                  <a:pt x="14869" y="0"/>
                  <a:pt x="33211" y="0"/>
                </a:cubicBezTo>
                <a:close/>
              </a:path>
            </a:pathLst>
          </a:custGeom>
          <a:solidFill>
            <a:schemeClr val="bg1"/>
          </a:solidFill>
          <a:ln w="12700">
            <a:solidFill>
              <a:srgbClr val="B88A53">
                <a:alpha val="40000"/>
              </a:srgbClr>
            </a:solidFill>
            <a:prstDash val="solid"/>
          </a:ln>
        </p:spPr>
      </p:sp>
      <p:sp>
        <p:nvSpPr>
          <p:cNvPr id="77" name="Shape 31"/>
          <p:cNvSpPr/>
          <p:nvPr/>
        </p:nvSpPr>
        <p:spPr>
          <a:xfrm>
            <a:off x="6326209" y="1337134"/>
            <a:ext cx="166104" cy="166104"/>
          </a:xfrm>
          <a:custGeom>
            <a:avLst/>
            <a:gdLst/>
            <a:ahLst/>
            <a:cxnLst/>
            <a:rect l="l" t="t" r="r" b="b"/>
            <a:pathLst>
              <a:path w="166104" h="166104">
                <a:moveTo>
                  <a:pt x="134959" y="67480"/>
                </a:moveTo>
                <a:cubicBezTo>
                  <a:pt x="134959" y="82370"/>
                  <a:pt x="130125" y="96126"/>
                  <a:pt x="121982" y="107286"/>
                </a:cubicBezTo>
                <a:lnTo>
                  <a:pt x="163054" y="148390"/>
                </a:lnTo>
                <a:cubicBezTo>
                  <a:pt x="167109" y="152445"/>
                  <a:pt x="167109" y="159031"/>
                  <a:pt x="163054" y="163086"/>
                </a:cubicBezTo>
                <a:cubicBezTo>
                  <a:pt x="158999" y="167142"/>
                  <a:pt x="152413" y="167142"/>
                  <a:pt x="148358" y="163086"/>
                </a:cubicBezTo>
                <a:lnTo>
                  <a:pt x="107286" y="121982"/>
                </a:lnTo>
                <a:cubicBezTo>
                  <a:pt x="96126" y="130125"/>
                  <a:pt x="82370" y="134959"/>
                  <a:pt x="67480" y="134959"/>
                </a:cubicBezTo>
                <a:cubicBezTo>
                  <a:pt x="30204" y="134959"/>
                  <a:pt x="0" y="104756"/>
                  <a:pt x="0" y="67480"/>
                </a:cubicBezTo>
                <a:cubicBezTo>
                  <a:pt x="0" y="30204"/>
                  <a:pt x="30204" y="0"/>
                  <a:pt x="67480" y="0"/>
                </a:cubicBezTo>
                <a:cubicBezTo>
                  <a:pt x="104756" y="0"/>
                  <a:pt x="134959" y="30204"/>
                  <a:pt x="134959" y="67480"/>
                </a:cubicBezTo>
                <a:close/>
                <a:moveTo>
                  <a:pt x="67480" y="36335"/>
                </a:moveTo>
                <a:cubicBezTo>
                  <a:pt x="63165" y="36335"/>
                  <a:pt x="59693" y="39806"/>
                  <a:pt x="59693" y="44121"/>
                </a:cubicBezTo>
                <a:lnTo>
                  <a:pt x="59693" y="59693"/>
                </a:lnTo>
                <a:lnTo>
                  <a:pt x="44121" y="59693"/>
                </a:lnTo>
                <a:cubicBezTo>
                  <a:pt x="39806" y="59693"/>
                  <a:pt x="36335" y="63165"/>
                  <a:pt x="36335" y="67480"/>
                </a:cubicBezTo>
                <a:cubicBezTo>
                  <a:pt x="36335" y="71794"/>
                  <a:pt x="39806" y="75266"/>
                  <a:pt x="44121" y="75266"/>
                </a:cubicBezTo>
                <a:lnTo>
                  <a:pt x="59693" y="75266"/>
                </a:lnTo>
                <a:lnTo>
                  <a:pt x="59693" y="90838"/>
                </a:lnTo>
                <a:cubicBezTo>
                  <a:pt x="59693" y="95153"/>
                  <a:pt x="63165" y="98624"/>
                  <a:pt x="67480" y="98624"/>
                </a:cubicBezTo>
                <a:cubicBezTo>
                  <a:pt x="71794" y="98624"/>
                  <a:pt x="75266" y="95153"/>
                  <a:pt x="75266" y="90838"/>
                </a:cubicBezTo>
                <a:lnTo>
                  <a:pt x="75266" y="75266"/>
                </a:lnTo>
                <a:lnTo>
                  <a:pt x="90838" y="75266"/>
                </a:lnTo>
                <a:cubicBezTo>
                  <a:pt x="95153" y="75266"/>
                  <a:pt x="98624" y="71794"/>
                  <a:pt x="98624" y="67480"/>
                </a:cubicBezTo>
                <a:cubicBezTo>
                  <a:pt x="98624" y="63165"/>
                  <a:pt x="95153" y="59693"/>
                  <a:pt x="90838" y="59693"/>
                </a:cubicBezTo>
                <a:lnTo>
                  <a:pt x="75266" y="59693"/>
                </a:lnTo>
                <a:lnTo>
                  <a:pt x="75266" y="44121"/>
                </a:lnTo>
                <a:cubicBezTo>
                  <a:pt x="75266" y="39806"/>
                  <a:pt x="71794" y="36335"/>
                  <a:pt x="67480" y="36335"/>
                </a:cubicBezTo>
                <a:close/>
              </a:path>
            </a:pathLst>
          </a:custGeom>
          <a:solidFill>
            <a:srgbClr val="B88A53"/>
          </a:solidFill>
        </p:spPr>
      </p:sp>
      <p:sp>
        <p:nvSpPr>
          <p:cNvPr id="78" name="Text 32"/>
          <p:cNvSpPr/>
          <p:nvPr/>
        </p:nvSpPr>
        <p:spPr>
          <a:xfrm>
            <a:off x="6513076" y="1303913"/>
            <a:ext cx="5290398" cy="232545"/>
          </a:xfrm>
          <a:prstGeom prst="rect">
            <a:avLst/>
          </a:prstGeom>
          <a:noFill/>
        </p:spPr>
        <p:txBody>
          <a:bodyPr wrap="square" lIns="0" tIns="0" rIns="0" bIns="0" rtlCol="0" anchor="ctr"/>
          <a:lstStyle/>
          <a:p>
            <a:pPr>
              <a:lnSpc>
                <a:spcPct val="120000"/>
              </a:lnSpc>
            </a:pPr>
            <a:r>
              <a:rPr lang="en-US" sz="1310" b="1" dirty="0">
                <a:solidFill>
                  <a:schemeClr val="tx1"/>
                </a:solidFill>
                <a:latin typeface="微软雅黑" panose="020B0503020204020204" charset="-122"/>
                <a:ea typeface="微软雅黑" panose="020B0503020204020204" charset="-122"/>
                <a:cs typeface="MiSans" panose="00000500000000000000" pitchFamily="34" charset="-120"/>
              </a:rPr>
              <a:t>改进原因深度分析</a:t>
            </a:r>
            <a:endParaRPr lang="en-US" sz="1310" b="1" dirty="0">
              <a:solidFill>
                <a:schemeClr val="tx1"/>
              </a:solidFill>
              <a:latin typeface="微软雅黑" panose="020B0503020204020204" charset="-122"/>
              <a:ea typeface="微软雅黑" panose="020B0503020204020204" charset="-122"/>
              <a:cs typeface="MiSans" panose="00000500000000000000" pitchFamily="34" charset="-120"/>
            </a:endParaRPr>
          </a:p>
        </p:txBody>
      </p:sp>
      <p:sp>
        <p:nvSpPr>
          <p:cNvPr id="79" name="Shape 33"/>
          <p:cNvSpPr/>
          <p:nvPr/>
        </p:nvSpPr>
        <p:spPr>
          <a:xfrm>
            <a:off x="6247130" y="1627505"/>
            <a:ext cx="5415280" cy="4110990"/>
          </a:xfrm>
          <a:custGeom>
            <a:avLst/>
            <a:gdLst/>
            <a:ahLst/>
            <a:cxnLst/>
            <a:rect l="l" t="t" r="r" b="b"/>
            <a:pathLst>
              <a:path w="5414975" h="1943411">
                <a:moveTo>
                  <a:pt x="33213" y="0"/>
                </a:moveTo>
                <a:lnTo>
                  <a:pt x="5381763" y="0"/>
                </a:lnTo>
                <a:cubicBezTo>
                  <a:pt x="5400106" y="0"/>
                  <a:pt x="5414975" y="14870"/>
                  <a:pt x="5414975" y="33213"/>
                </a:cubicBezTo>
                <a:lnTo>
                  <a:pt x="5414975" y="1910199"/>
                </a:lnTo>
                <a:cubicBezTo>
                  <a:pt x="5414975" y="1928542"/>
                  <a:pt x="5400106" y="1943411"/>
                  <a:pt x="5381763" y="1943411"/>
                </a:cubicBezTo>
                <a:lnTo>
                  <a:pt x="33213" y="1943411"/>
                </a:lnTo>
                <a:cubicBezTo>
                  <a:pt x="14870" y="1943411"/>
                  <a:pt x="0" y="1928542"/>
                  <a:pt x="0" y="1910199"/>
                </a:cubicBezTo>
                <a:lnTo>
                  <a:pt x="0" y="33213"/>
                </a:lnTo>
                <a:cubicBezTo>
                  <a:pt x="0" y="14870"/>
                  <a:pt x="14870" y="0"/>
                  <a:pt x="33213" y="0"/>
                </a:cubicBezTo>
                <a:close/>
              </a:path>
            </a:pathLst>
          </a:custGeom>
          <a:solidFill>
            <a:srgbClr val="F8EEEE"/>
          </a:solidFill>
        </p:spPr>
      </p:sp>
      <p:sp>
        <p:nvSpPr>
          <p:cNvPr id="80" name="Text 34"/>
          <p:cNvSpPr/>
          <p:nvPr/>
        </p:nvSpPr>
        <p:spPr>
          <a:xfrm>
            <a:off x="6438329" y="1769003"/>
            <a:ext cx="5223956" cy="232545"/>
          </a:xfrm>
          <a:prstGeom prst="rect">
            <a:avLst/>
          </a:prstGeom>
          <a:noFill/>
        </p:spPr>
        <p:txBody>
          <a:bodyPr wrap="square" lIns="0" tIns="0" rIns="0" bIns="0" rtlCol="0" anchor="ctr"/>
          <a:lstStyle/>
          <a:p>
            <a:pPr>
              <a:lnSpc>
                <a:spcPct val="130000"/>
              </a:lnSpc>
            </a:pPr>
            <a:r>
              <a:rPr lang="en-US" sz="1175" b="1" dirty="0">
                <a:solidFill>
                  <a:schemeClr val="tx1"/>
                </a:solidFill>
                <a:latin typeface="微软雅黑" panose="020B0503020204020204" charset="-122"/>
                <a:ea typeface="微软雅黑" panose="020B0503020204020204" charset="-122"/>
                <a:cs typeface="微软雅黑" panose="020B0503020204020204" charset="-122"/>
              </a:rPr>
              <a:t>核心机理：压缩"空间"与"时间"双维度闲置状态</a:t>
            </a:r>
            <a:endParaRPr lang="en-US" sz="1175" b="1" dirty="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81" name="Shape 35"/>
          <p:cNvSpPr/>
          <p:nvPr/>
        </p:nvSpPr>
        <p:spPr>
          <a:xfrm>
            <a:off x="6454939" y="2101210"/>
            <a:ext cx="33221" cy="730856"/>
          </a:xfrm>
          <a:custGeom>
            <a:avLst/>
            <a:gdLst/>
            <a:ahLst/>
            <a:cxnLst/>
            <a:rect l="l" t="t" r="r" b="b"/>
            <a:pathLst>
              <a:path w="33221" h="730856">
                <a:moveTo>
                  <a:pt x="0" y="0"/>
                </a:moveTo>
                <a:lnTo>
                  <a:pt x="33221" y="0"/>
                </a:lnTo>
                <a:lnTo>
                  <a:pt x="33221" y="730856"/>
                </a:lnTo>
                <a:lnTo>
                  <a:pt x="0" y="730856"/>
                </a:lnTo>
                <a:lnTo>
                  <a:pt x="0" y="0"/>
                </a:lnTo>
                <a:close/>
              </a:path>
            </a:pathLst>
          </a:custGeom>
          <a:solidFill>
            <a:srgbClr val="B88A53"/>
          </a:solidFill>
        </p:spPr>
      </p:sp>
      <p:sp>
        <p:nvSpPr>
          <p:cNvPr id="82" name="Text 36"/>
          <p:cNvSpPr/>
          <p:nvPr/>
        </p:nvSpPr>
        <p:spPr>
          <a:xfrm>
            <a:off x="6604433" y="2101210"/>
            <a:ext cx="5057853" cy="232545"/>
          </a:xfrm>
          <a:prstGeom prst="rect">
            <a:avLst/>
          </a:prstGeom>
          <a:noFill/>
        </p:spPr>
        <p:txBody>
          <a:bodyPr wrap="square" lIns="0" tIns="0" rIns="0" bIns="0" rtlCol="0" anchor="ctr"/>
          <a:lstStyle/>
          <a:p>
            <a:pPr>
              <a:lnSpc>
                <a:spcPct val="130000"/>
              </a:lnSpc>
            </a:pPr>
            <a:r>
              <a:rPr lang="en-US" sz="1175" b="1" dirty="0">
                <a:solidFill>
                  <a:schemeClr val="tx1"/>
                </a:solidFill>
                <a:latin typeface="微软雅黑" panose="020B0503020204020204" charset="-122"/>
                <a:ea typeface="微软雅黑" panose="020B0503020204020204" charset="-122"/>
                <a:cs typeface="MiSans" panose="00000500000000000000" pitchFamily="34" charset="-120"/>
              </a:rPr>
              <a:t>空间侧优化</a:t>
            </a:r>
            <a:endParaRPr lang="en-US" sz="1175" b="1" dirty="0">
              <a:solidFill>
                <a:schemeClr val="tx1"/>
              </a:solidFill>
              <a:latin typeface="微软雅黑" panose="020B0503020204020204" charset="-122"/>
              <a:ea typeface="微软雅黑" panose="020B0503020204020204" charset="-122"/>
              <a:cs typeface="MiSans" panose="00000500000000000000" pitchFamily="34" charset="-120"/>
            </a:endParaRPr>
          </a:p>
        </p:txBody>
      </p:sp>
      <p:sp>
        <p:nvSpPr>
          <p:cNvPr id="83" name="Text 37"/>
          <p:cNvSpPr/>
          <p:nvPr/>
        </p:nvSpPr>
        <p:spPr>
          <a:xfrm>
            <a:off x="6604433" y="2400196"/>
            <a:ext cx="5049548" cy="431869"/>
          </a:xfrm>
          <a:prstGeom prst="rect">
            <a:avLst/>
          </a:prstGeom>
          <a:noFill/>
        </p:spPr>
        <p:txBody>
          <a:bodyPr wrap="square" lIns="0" tIns="0" rIns="0" bIns="0" rtlCol="0" anchor="ctr"/>
          <a:lstStyle/>
          <a:p>
            <a:pPr>
              <a:lnSpc>
                <a:spcPct val="140000"/>
              </a:lnSpc>
            </a:pPr>
            <a:r>
              <a:rPr lang="en-US" sz="1200" dirty="0">
                <a:solidFill>
                  <a:schemeClr val="tx1">
                    <a:alpha val="80000"/>
                  </a:schemeClr>
                </a:solidFill>
                <a:latin typeface="微软雅黑" panose="020B0503020204020204" charset="-122"/>
                <a:ea typeface="微软雅黑" panose="020B0503020204020204" charset="-122"/>
                <a:cs typeface="MiSans" panose="00000500000000000000" pitchFamily="34" charset="-120"/>
              </a:rPr>
              <a:t>优化后的分配策略改善了库存形态，确保货物处于</a:t>
            </a:r>
            <a:r>
              <a:rPr lang="en-US" sz="1200" b="1" dirty="0">
                <a:solidFill>
                  <a:schemeClr val="tx1"/>
                </a:solidFill>
                <a:latin typeface="微软雅黑" panose="020B0503020204020204" charset="-122"/>
                <a:ea typeface="微软雅黑" panose="020B0503020204020204" charset="-122"/>
                <a:cs typeface="MiSans" panose="00000500000000000000" pitchFamily="34" charset="-120"/>
              </a:rPr>
              <a:t>易于存取且高度配对</a:t>
            </a:r>
            <a:r>
              <a:rPr lang="en-US" sz="1200" dirty="0">
                <a:solidFill>
                  <a:schemeClr val="tx1">
                    <a:alpha val="80000"/>
                  </a:schemeClr>
                </a:solidFill>
                <a:latin typeface="微软雅黑" panose="020B0503020204020204" charset="-122"/>
                <a:ea typeface="微软雅黑" panose="020B0503020204020204" charset="-122"/>
                <a:cs typeface="MiSans" panose="00000500000000000000" pitchFamily="34" charset="-120"/>
              </a:rPr>
              <a:t>的状态，从源头上减少入库位置不当导致的执行障碍</a:t>
            </a:r>
            <a:endParaRPr lang="en-US" sz="1200" dirty="0">
              <a:solidFill>
                <a:schemeClr val="tx1">
                  <a:alpha val="80000"/>
                </a:schemeClr>
              </a:solidFill>
              <a:latin typeface="微软雅黑" panose="020B0503020204020204" charset="-122"/>
              <a:ea typeface="微软雅黑" panose="020B0503020204020204" charset="-122"/>
              <a:cs typeface="MiSans" panose="00000500000000000000" pitchFamily="34" charset="-120"/>
            </a:endParaRPr>
          </a:p>
        </p:txBody>
      </p:sp>
      <p:sp>
        <p:nvSpPr>
          <p:cNvPr id="84" name="Shape 38"/>
          <p:cNvSpPr/>
          <p:nvPr/>
        </p:nvSpPr>
        <p:spPr>
          <a:xfrm>
            <a:off x="6454939" y="3092383"/>
            <a:ext cx="33221" cy="514921"/>
          </a:xfrm>
          <a:custGeom>
            <a:avLst/>
            <a:gdLst/>
            <a:ahLst/>
            <a:cxnLst/>
            <a:rect l="l" t="t" r="r" b="b"/>
            <a:pathLst>
              <a:path w="33221" h="514921">
                <a:moveTo>
                  <a:pt x="0" y="0"/>
                </a:moveTo>
                <a:lnTo>
                  <a:pt x="33221" y="0"/>
                </a:lnTo>
                <a:lnTo>
                  <a:pt x="33221" y="514921"/>
                </a:lnTo>
                <a:lnTo>
                  <a:pt x="0" y="514921"/>
                </a:lnTo>
                <a:lnTo>
                  <a:pt x="0" y="0"/>
                </a:lnTo>
                <a:close/>
              </a:path>
            </a:pathLst>
          </a:custGeom>
          <a:solidFill>
            <a:srgbClr val="3A5A78"/>
          </a:solidFill>
        </p:spPr>
      </p:sp>
      <p:sp>
        <p:nvSpPr>
          <p:cNvPr id="85" name="Text 39"/>
          <p:cNvSpPr/>
          <p:nvPr/>
        </p:nvSpPr>
        <p:spPr>
          <a:xfrm>
            <a:off x="6604433" y="2931728"/>
            <a:ext cx="5057853" cy="232545"/>
          </a:xfrm>
          <a:prstGeom prst="rect">
            <a:avLst/>
          </a:prstGeom>
          <a:noFill/>
        </p:spPr>
        <p:txBody>
          <a:bodyPr wrap="square" lIns="0" tIns="0" rIns="0" bIns="0" rtlCol="0" anchor="ctr"/>
          <a:lstStyle/>
          <a:p>
            <a:pPr>
              <a:lnSpc>
                <a:spcPct val="130000"/>
              </a:lnSpc>
            </a:pPr>
            <a:r>
              <a:rPr lang="en-US" sz="1175" b="1" dirty="0">
                <a:latin typeface="微软雅黑" panose="020B0503020204020204" charset="-122"/>
                <a:ea typeface="微软雅黑" panose="020B0503020204020204" charset="-122"/>
                <a:cs typeface="MiSans" panose="00000500000000000000" pitchFamily="34" charset="-120"/>
                <a:sym typeface="+mn-ea"/>
              </a:rPr>
              <a:t>时间侧优化</a:t>
            </a:r>
            <a:endParaRPr lang="en-US" sz="1175" b="1" dirty="0">
              <a:solidFill>
                <a:schemeClr val="tx1"/>
              </a:solidFill>
              <a:latin typeface="微软雅黑" panose="020B0503020204020204" charset="-122"/>
              <a:ea typeface="微软雅黑" panose="020B0503020204020204" charset="-122"/>
              <a:cs typeface="MiSans" panose="00000500000000000000" pitchFamily="34" charset="-120"/>
            </a:endParaRPr>
          </a:p>
        </p:txBody>
      </p:sp>
      <p:sp>
        <p:nvSpPr>
          <p:cNvPr id="86" name="Text 40"/>
          <p:cNvSpPr/>
          <p:nvPr/>
        </p:nvSpPr>
        <p:spPr>
          <a:xfrm>
            <a:off x="6604635" y="3241675"/>
            <a:ext cx="5049520" cy="365760"/>
          </a:xfrm>
          <a:prstGeom prst="rect">
            <a:avLst/>
          </a:prstGeom>
          <a:noFill/>
        </p:spPr>
        <p:txBody>
          <a:bodyPr wrap="square" lIns="0" tIns="0" rIns="0" bIns="0" rtlCol="0" anchor="ctr"/>
          <a:lstStyle/>
          <a:p>
            <a:pPr>
              <a:lnSpc>
                <a:spcPct val="140000"/>
              </a:lnSpc>
            </a:pPr>
            <a:r>
              <a:rPr lang="en-US" sz="1200" dirty="0">
                <a:solidFill>
                  <a:schemeClr val="tx1">
                    <a:alpha val="80000"/>
                  </a:schemeClr>
                </a:solidFill>
                <a:latin typeface="微软雅黑" panose="020B0503020204020204" charset="-122"/>
                <a:ea typeface="微软雅黑" panose="020B0503020204020204" charset="-122"/>
                <a:cs typeface="MiSans" panose="00000500000000000000" pitchFamily="34" charset="-120"/>
                <a:sym typeface="+mn-ea"/>
              </a:rPr>
              <a:t>调度策略通过</a:t>
            </a:r>
            <a:r>
              <a:rPr lang="en-US" sz="1200" b="1" dirty="0">
                <a:latin typeface="微软雅黑" panose="020B0503020204020204" charset="-122"/>
                <a:ea typeface="微软雅黑" panose="020B0503020204020204" charset="-122"/>
                <a:cs typeface="MiSans" panose="00000500000000000000" pitchFamily="34" charset="-120"/>
                <a:sym typeface="+mn-ea"/>
              </a:rPr>
              <a:t>规避拥塞巷道</a:t>
            </a:r>
            <a:r>
              <a:rPr lang="en-US" sz="1200" dirty="0">
                <a:solidFill>
                  <a:schemeClr val="tx1">
                    <a:alpha val="80000"/>
                  </a:schemeClr>
                </a:solidFill>
                <a:latin typeface="微软雅黑" panose="020B0503020204020204" charset="-122"/>
                <a:ea typeface="微软雅黑" panose="020B0503020204020204" charset="-122"/>
                <a:cs typeface="MiSans" panose="00000500000000000000" pitchFamily="34" charset="-120"/>
                <a:sym typeface="+mn-ea"/>
              </a:rPr>
              <a:t>，降低系统因冲突等待产生的波动，提升作业流畅度</a:t>
            </a:r>
            <a:endParaRPr lang="en-US" sz="1200" dirty="0">
              <a:solidFill>
                <a:schemeClr val="tx1">
                  <a:alpha val="80000"/>
                </a:schemeClr>
              </a:solidFill>
              <a:latin typeface="微软雅黑" panose="020B0503020204020204" charset="-122"/>
              <a:ea typeface="微软雅黑" panose="020B0503020204020204" charset="-122"/>
              <a:cs typeface="MiSans" panose="00000500000000000000" pitchFamily="34" charset="-120"/>
            </a:endParaRPr>
          </a:p>
        </p:txBody>
      </p:sp>
      <p:sp>
        <p:nvSpPr>
          <p:cNvPr id="87" name="Shape 35"/>
          <p:cNvSpPr/>
          <p:nvPr/>
        </p:nvSpPr>
        <p:spPr>
          <a:xfrm>
            <a:off x="6460654" y="3770625"/>
            <a:ext cx="33221" cy="730856"/>
          </a:xfrm>
          <a:custGeom>
            <a:avLst/>
            <a:gdLst/>
            <a:ahLst/>
            <a:cxnLst/>
            <a:rect l="l" t="t" r="r" b="b"/>
            <a:pathLst>
              <a:path w="33221" h="730856">
                <a:moveTo>
                  <a:pt x="0" y="0"/>
                </a:moveTo>
                <a:lnTo>
                  <a:pt x="33221" y="0"/>
                </a:lnTo>
                <a:lnTo>
                  <a:pt x="33221" y="730856"/>
                </a:lnTo>
                <a:lnTo>
                  <a:pt x="0" y="730856"/>
                </a:lnTo>
                <a:lnTo>
                  <a:pt x="0" y="0"/>
                </a:lnTo>
                <a:close/>
              </a:path>
            </a:pathLst>
          </a:custGeom>
          <a:solidFill>
            <a:srgbClr val="B88A53"/>
          </a:solidFill>
        </p:spPr>
      </p:sp>
      <p:sp>
        <p:nvSpPr>
          <p:cNvPr id="88" name="Text 36"/>
          <p:cNvSpPr/>
          <p:nvPr/>
        </p:nvSpPr>
        <p:spPr>
          <a:xfrm>
            <a:off x="6596178" y="3754115"/>
            <a:ext cx="5057853" cy="232545"/>
          </a:xfrm>
          <a:prstGeom prst="rect">
            <a:avLst/>
          </a:prstGeom>
          <a:noFill/>
        </p:spPr>
        <p:txBody>
          <a:bodyPr wrap="square" lIns="0" tIns="0" rIns="0" bIns="0" rtlCol="0" anchor="ctr"/>
          <a:p>
            <a:pPr>
              <a:lnSpc>
                <a:spcPct val="130000"/>
              </a:lnSpc>
            </a:pPr>
            <a:endParaRPr lang="zh-CN" altLang="en-US" sz="1175" b="1" dirty="0">
              <a:solidFill>
                <a:schemeClr val="tx1"/>
              </a:solidFill>
              <a:latin typeface="微软雅黑" panose="020B0503020204020204" charset="-122"/>
              <a:ea typeface="微软雅黑" panose="020B0503020204020204" charset="-122"/>
              <a:cs typeface="MiSans" panose="00000500000000000000" pitchFamily="34" charset="-120"/>
            </a:endParaRPr>
          </a:p>
        </p:txBody>
      </p:sp>
      <p:sp>
        <p:nvSpPr>
          <p:cNvPr id="89" name="Text 40"/>
          <p:cNvSpPr/>
          <p:nvPr/>
        </p:nvSpPr>
        <p:spPr>
          <a:xfrm>
            <a:off x="6595745" y="3870960"/>
            <a:ext cx="5125085" cy="630555"/>
          </a:xfrm>
          <a:prstGeom prst="rect">
            <a:avLst/>
          </a:prstGeom>
          <a:noFill/>
        </p:spPr>
        <p:txBody>
          <a:bodyPr wrap="square" lIns="0" tIns="0" rIns="0" bIns="0" rtlCol="0" anchor="ctr"/>
          <a:p>
            <a:pPr>
              <a:lnSpc>
                <a:spcPct val="140000"/>
              </a:lnSpc>
            </a:pPr>
            <a:r>
              <a:rPr lang="zh-CN" altLang="en-US" sz="1200" dirty="0">
                <a:solidFill>
                  <a:schemeClr val="tx1">
                    <a:alpha val="80000"/>
                  </a:schemeClr>
                </a:solidFill>
                <a:latin typeface="微软雅黑" panose="020B0503020204020204" charset="-122"/>
                <a:ea typeface="微软雅黑" panose="020B0503020204020204" charset="-122"/>
                <a:cs typeface="MiSans" panose="00000500000000000000" pitchFamily="34" charset="-120"/>
                <a:sym typeface="+mn-ea"/>
              </a:rPr>
              <a:t>系统瓶颈在库内动作冲突（如错位、难取、移库）而非单纯的任务排队延迟，优质的库位分配方案可以解决大部分效率损耗，调度优化更进一步</a:t>
            </a:r>
            <a:r>
              <a:rPr lang="zh-CN" altLang="en-US" sz="1200" dirty="0">
                <a:solidFill>
                  <a:schemeClr val="tx1">
                    <a:alpha val="80000"/>
                  </a:schemeClr>
                </a:solidFill>
                <a:latin typeface="微软雅黑" panose="020B0503020204020204" charset="-122"/>
                <a:ea typeface="微软雅黑" panose="020B0503020204020204" charset="-122"/>
                <a:cs typeface="MiSans" panose="00000500000000000000" pitchFamily="34" charset="-120"/>
                <a:sym typeface="+mn-ea"/>
              </a:rPr>
              <a:t>优化。</a:t>
            </a:r>
            <a:endParaRPr lang="zh-CN" altLang="en-US" sz="1200" dirty="0">
              <a:solidFill>
                <a:schemeClr val="tx1">
                  <a:alpha val="80000"/>
                </a:schemeClr>
              </a:solidFill>
              <a:latin typeface="微软雅黑" panose="020B0503020204020204" charset="-122"/>
              <a:ea typeface="微软雅黑" panose="020B0503020204020204" charset="-122"/>
              <a:cs typeface="MiSans" panose="00000500000000000000" pitchFamily="34" charset="-120"/>
              <a:sym typeface="+mn-ea"/>
            </a:endParaRPr>
          </a:p>
        </p:txBody>
      </p:sp>
      <p:sp>
        <p:nvSpPr>
          <p:cNvPr id="90" name="Text 39"/>
          <p:cNvSpPr/>
          <p:nvPr/>
        </p:nvSpPr>
        <p:spPr>
          <a:xfrm>
            <a:off x="6595543" y="3737543"/>
            <a:ext cx="5057853" cy="232545"/>
          </a:xfrm>
          <a:prstGeom prst="rect">
            <a:avLst/>
          </a:prstGeom>
          <a:noFill/>
        </p:spPr>
        <p:txBody>
          <a:bodyPr wrap="square" lIns="0" tIns="0" rIns="0" bIns="0" rtlCol="0" anchor="ctr"/>
          <a:p>
            <a:pPr>
              <a:lnSpc>
                <a:spcPct val="130000"/>
              </a:lnSpc>
            </a:pPr>
            <a:r>
              <a:rPr lang="zh-CN" altLang="en-US" sz="1175" b="1" dirty="0">
                <a:latin typeface="微软雅黑" panose="020B0503020204020204" charset="-122"/>
                <a:ea typeface="微软雅黑" panose="020B0503020204020204" charset="-122"/>
                <a:cs typeface="MiSans" panose="00000500000000000000" pitchFamily="34" charset="-120"/>
                <a:sym typeface="+mn-ea"/>
              </a:rPr>
              <a:t>原因</a:t>
            </a:r>
            <a:r>
              <a:rPr lang="zh-CN" altLang="en-US" sz="1175" b="1" dirty="0">
                <a:latin typeface="微软雅黑" panose="020B0503020204020204" charset="-122"/>
                <a:ea typeface="微软雅黑" panose="020B0503020204020204" charset="-122"/>
                <a:cs typeface="MiSans" panose="00000500000000000000" pitchFamily="34" charset="-120"/>
                <a:sym typeface="+mn-ea"/>
              </a:rPr>
              <a:t>分析</a:t>
            </a:r>
            <a:endParaRPr lang="zh-CN" altLang="en-US" sz="1175" b="1" dirty="0">
              <a:latin typeface="微软雅黑" panose="020B0503020204020204" charset="-122"/>
              <a:ea typeface="微软雅黑" panose="020B0503020204020204" charset="-122"/>
              <a:cs typeface="MiSans" panose="00000500000000000000" pitchFamily="34" charset="-120"/>
              <a:sym typeface="+mn-ea"/>
            </a:endParaRPr>
          </a:p>
        </p:txBody>
      </p:sp>
      <p:sp>
        <p:nvSpPr>
          <p:cNvPr id="91" name="Shape 38"/>
          <p:cNvSpPr/>
          <p:nvPr/>
        </p:nvSpPr>
        <p:spPr>
          <a:xfrm>
            <a:off x="6461289" y="4667183"/>
            <a:ext cx="33221" cy="514921"/>
          </a:xfrm>
          <a:custGeom>
            <a:avLst/>
            <a:gdLst/>
            <a:ahLst/>
            <a:cxnLst/>
            <a:rect l="l" t="t" r="r" b="b"/>
            <a:pathLst>
              <a:path w="33221" h="514921">
                <a:moveTo>
                  <a:pt x="0" y="0"/>
                </a:moveTo>
                <a:lnTo>
                  <a:pt x="33221" y="0"/>
                </a:lnTo>
                <a:lnTo>
                  <a:pt x="33221" y="514921"/>
                </a:lnTo>
                <a:lnTo>
                  <a:pt x="0" y="514921"/>
                </a:lnTo>
                <a:lnTo>
                  <a:pt x="0" y="0"/>
                </a:lnTo>
                <a:close/>
              </a:path>
            </a:pathLst>
          </a:custGeom>
          <a:solidFill>
            <a:srgbClr val="3A5A78"/>
          </a:solidFill>
        </p:spPr>
      </p:sp>
      <p:sp>
        <p:nvSpPr>
          <p:cNvPr id="92" name="Text 40"/>
          <p:cNvSpPr/>
          <p:nvPr/>
        </p:nvSpPr>
        <p:spPr>
          <a:xfrm>
            <a:off x="6595745" y="4667250"/>
            <a:ext cx="5057140" cy="514985"/>
          </a:xfrm>
          <a:prstGeom prst="rect">
            <a:avLst/>
          </a:prstGeom>
          <a:noFill/>
        </p:spPr>
        <p:txBody>
          <a:bodyPr wrap="square" lIns="0" tIns="0" rIns="0" bIns="0" rtlCol="0" anchor="ctr"/>
          <a:p>
            <a:pPr>
              <a:lnSpc>
                <a:spcPct val="140000"/>
              </a:lnSpc>
            </a:pPr>
            <a:r>
              <a:rPr lang="en-US" altLang="zh-CN" sz="1200" dirty="0">
                <a:solidFill>
                  <a:schemeClr val="tx1">
                    <a:alpha val="80000"/>
                  </a:schemeClr>
                </a:solidFill>
                <a:latin typeface="微软雅黑" panose="020B0503020204020204" charset="-122"/>
                <a:ea typeface="微软雅黑" panose="020B0503020204020204" charset="-122"/>
                <a:cs typeface="MiSans" panose="00000500000000000000" pitchFamily="34" charset="-120"/>
                <a:sym typeface="+mn-ea"/>
              </a:rPr>
              <a:t>Allocation</a:t>
            </a:r>
            <a:r>
              <a:rPr lang="zh-CN" altLang="en-US" sz="1200" dirty="0">
                <a:solidFill>
                  <a:schemeClr val="tx1">
                    <a:alpha val="80000"/>
                  </a:schemeClr>
                </a:solidFill>
                <a:latin typeface="微软雅黑" panose="020B0503020204020204" charset="-122"/>
                <a:ea typeface="微软雅黑" panose="020B0503020204020204" charset="-122"/>
                <a:cs typeface="MiSans" panose="00000500000000000000" pitchFamily="34" charset="-120"/>
                <a:sym typeface="+mn-ea"/>
              </a:rPr>
              <a:t>策略在货物入库阶段即前置性地消解了未来可能产生的物理冲突，因此也能降低</a:t>
            </a:r>
            <a:r>
              <a:rPr lang="zh-CN" altLang="en-US" sz="1200" dirty="0">
                <a:solidFill>
                  <a:schemeClr val="tx1">
                    <a:alpha val="80000"/>
                  </a:schemeClr>
                </a:solidFill>
                <a:latin typeface="微软雅黑" panose="020B0503020204020204" charset="-122"/>
                <a:ea typeface="微软雅黑" panose="020B0503020204020204" charset="-122"/>
                <a:cs typeface="MiSans" panose="00000500000000000000" pitchFamily="34" charset="-120"/>
                <a:sym typeface="+mn-ea"/>
              </a:rPr>
              <a:t>移库次数</a:t>
            </a:r>
            <a:endParaRPr lang="zh-CN" altLang="en-US" sz="1200" dirty="0">
              <a:solidFill>
                <a:schemeClr val="tx1">
                  <a:alpha val="80000"/>
                </a:schemeClr>
              </a:solidFill>
              <a:latin typeface="微软雅黑" panose="020B0503020204020204" charset="-122"/>
              <a:ea typeface="微软雅黑" panose="020B0503020204020204" charset="-122"/>
              <a:cs typeface="MiSans" panose="00000500000000000000" pitchFamily="34" charset="-120"/>
              <a:sym typeface="+mn-ea"/>
            </a:endParaRP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normAutofit/>
          </a:bodyPr>
          <a:p>
            <a:r>
              <a:rPr lang="zh-CN" altLang="en-US">
                <a:latin typeface="+mj-lt"/>
              </a:rPr>
              <a:t>策略迭代与验证</a:t>
            </a:r>
            <a:endParaRPr lang="zh-CN" altLang="en-US">
              <a:latin typeface="+mj-lt"/>
            </a:endParaRPr>
          </a:p>
        </p:txBody>
      </p:sp>
      <p:sp>
        <p:nvSpPr>
          <p:cNvPr id="3" name="装饰  1"/>
          <p:cNvSpPr>
            <a:spLocks noGrp="1"/>
          </p:cNvSpPr>
          <p:nvPr>
            <p:ph type="body" idx="16394"/>
            <p:custDataLst>
              <p:tags r:id="rId2"/>
            </p:custDataLst>
          </p:nvPr>
        </p:nvSpPr>
        <p:spPr/>
        <p:txBody>
          <a:bodyPr/>
          <a:p>
            <a:r>
              <a:rPr lang="zh-CN" altLang="en-US">
                <a:latin typeface="+mn-lt"/>
              </a:rPr>
              <a:t> </a:t>
            </a:r>
            <a:endParaRPr lang="zh-CN" altLang="en-US">
              <a:latin typeface="+mn-lt"/>
            </a:endParaRPr>
          </a:p>
        </p:txBody>
      </p:sp>
      <p:sp>
        <p:nvSpPr>
          <p:cNvPr id="4" name="文本占位符 3"/>
          <p:cNvSpPr>
            <a:spLocks noGrp="1"/>
          </p:cNvSpPr>
          <p:nvPr>
            <p:ph type="body" idx="16386"/>
            <p:custDataLst>
              <p:tags r:id="rId3"/>
            </p:custDataLst>
          </p:nvPr>
        </p:nvSpPr>
        <p:spPr/>
        <p:txBody>
          <a:bodyPr>
            <a:normAutofit/>
          </a:bodyPr>
          <a:p>
            <a:r>
              <a:rPr lang="zh-CN" altLang="en-US">
                <a:latin typeface="+mn-lt"/>
              </a:rPr>
              <a:t>仿真测试</a:t>
            </a:r>
            <a:endParaRPr lang="zh-CN" altLang="en-US">
              <a:latin typeface="+mn-lt"/>
            </a:endParaRPr>
          </a:p>
        </p:txBody>
      </p:sp>
      <p:sp>
        <p:nvSpPr>
          <p:cNvPr id="5" name="文本占位符 4"/>
          <p:cNvSpPr>
            <a:spLocks noGrp="1"/>
          </p:cNvSpPr>
          <p:nvPr>
            <p:ph type="body" idx="16387"/>
            <p:custDataLst>
              <p:tags r:id="rId4"/>
            </p:custDataLst>
          </p:nvPr>
        </p:nvSpPr>
        <p:spPr/>
        <p:txBody>
          <a:bodyPr>
            <a:normAutofit/>
          </a:bodyPr>
          <a:p>
            <a:r>
              <a:rPr lang="zh-CN" altLang="en-US">
                <a:latin typeface="+mn-lt"/>
              </a:rPr>
              <a:t>构建多场景测试用例库，通过run_</a:t>
            </a:r>
            <a:r>
              <a:rPr lang="en-US" altLang="zh-CN">
                <a:latin typeface="+mn-lt"/>
              </a:rPr>
              <a:t>daily</a:t>
            </a:r>
            <a:r>
              <a:rPr lang="zh-CN" altLang="en-US">
                <a:latin typeface="+mn-lt"/>
              </a:rPr>
              <a:t>与</a:t>
            </a:r>
            <a:r>
              <a:rPr lang="en-US" altLang="zh-CN">
                <a:latin typeface="+mn-lt"/>
              </a:rPr>
              <a:t>run_compare</a:t>
            </a:r>
            <a:r>
              <a:rPr lang="zh-CN" altLang="en-US">
                <a:latin typeface="+mn-lt"/>
              </a:rPr>
              <a:t>模式对比新旧策略，输出量化评估报告。</a:t>
            </a:r>
            <a:endParaRPr lang="zh-CN" altLang="en-US">
              <a:latin typeface="+mn-lt"/>
            </a:endParaRPr>
          </a:p>
        </p:txBody>
      </p:sp>
      <p:sp>
        <p:nvSpPr>
          <p:cNvPr id="6" name="装饰  4"/>
          <p:cNvSpPr>
            <a:spLocks noGrp="1"/>
          </p:cNvSpPr>
          <p:nvPr>
            <p:ph type="body" idx="16395"/>
            <p:custDataLst>
              <p:tags r:id="rId5"/>
            </p:custDataLst>
          </p:nvPr>
        </p:nvSpPr>
        <p:spPr/>
        <p:txBody>
          <a:bodyPr/>
          <a:p>
            <a:r>
              <a:rPr lang="zh-CN" altLang="en-US">
                <a:latin typeface="+mn-lt"/>
              </a:rPr>
              <a:t> </a:t>
            </a:r>
            <a:endParaRPr lang="zh-CN" altLang="en-US">
              <a:latin typeface="+mn-lt"/>
            </a:endParaRPr>
          </a:p>
        </p:txBody>
      </p:sp>
      <p:sp>
        <p:nvSpPr>
          <p:cNvPr id="7" name="文本占位符 6"/>
          <p:cNvSpPr>
            <a:spLocks noGrp="1"/>
          </p:cNvSpPr>
          <p:nvPr>
            <p:ph type="body" idx="16388"/>
            <p:custDataLst>
              <p:tags r:id="rId6"/>
            </p:custDataLst>
          </p:nvPr>
        </p:nvSpPr>
        <p:spPr/>
        <p:txBody>
          <a:bodyPr>
            <a:normAutofit/>
          </a:bodyPr>
          <a:p>
            <a:r>
              <a:rPr lang="zh-CN" altLang="en-US">
                <a:latin typeface="+mn-lt"/>
              </a:rPr>
              <a:t>指标评估</a:t>
            </a:r>
            <a:endParaRPr lang="zh-CN" altLang="en-US">
              <a:latin typeface="+mn-lt"/>
            </a:endParaRPr>
          </a:p>
        </p:txBody>
      </p:sp>
      <p:sp>
        <p:nvSpPr>
          <p:cNvPr id="8" name="文本占位符 7"/>
          <p:cNvSpPr>
            <a:spLocks noGrp="1"/>
          </p:cNvSpPr>
          <p:nvPr>
            <p:ph type="body" idx="16389"/>
            <p:custDataLst>
              <p:tags r:id="rId7"/>
            </p:custDataLst>
          </p:nvPr>
        </p:nvSpPr>
        <p:spPr/>
        <p:txBody>
          <a:bodyPr>
            <a:normAutofit lnSpcReduction="20000"/>
          </a:bodyPr>
          <a:p>
            <a:r>
              <a:rPr lang="zh-CN" altLang="en-US">
                <a:sym typeface="+mn-ea"/>
              </a:rPr>
              <a:t>run_</a:t>
            </a:r>
            <a:r>
              <a:rPr lang="en-US" altLang="zh-CN">
                <a:sym typeface="+mn-ea"/>
              </a:rPr>
              <a:t>daily</a:t>
            </a:r>
            <a:r>
              <a:rPr lang="zh-CN" altLang="en-US">
                <a:sym typeface="+mn-ea"/>
              </a:rPr>
              <a:t>模式</a:t>
            </a:r>
            <a:r>
              <a:rPr lang="zh-CN" altLang="en-US">
                <a:latin typeface="+mn-lt"/>
              </a:rPr>
              <a:t>重点监控任务完工时间、移库次数及设备利用率三大核心指标，确保优化效果稳定。</a:t>
            </a:r>
            <a:br>
              <a:rPr lang="zh-CN" altLang="en-US">
                <a:latin typeface="+mn-lt"/>
              </a:rPr>
            </a:br>
            <a:r>
              <a:rPr lang="en-US" altLang="zh-CN">
                <a:latin typeface="+mn-lt"/>
              </a:rPr>
              <a:t>run_compare</a:t>
            </a:r>
            <a:r>
              <a:rPr lang="zh-CN" altLang="en-US">
                <a:latin typeface="+mn-lt"/>
              </a:rPr>
              <a:t>模式也会额外加入配对率指标，查看运行期间的配对率</a:t>
            </a:r>
            <a:r>
              <a:rPr lang="zh-CN" altLang="en-US">
                <a:latin typeface="+mn-lt"/>
              </a:rPr>
              <a:t>变化。</a:t>
            </a:r>
            <a:endParaRPr lang="zh-CN" altLang="en-US">
              <a:latin typeface="+mn-lt"/>
            </a:endParaRPr>
          </a:p>
        </p:txBody>
      </p:sp>
      <p:sp>
        <p:nvSpPr>
          <p:cNvPr id="9" name="装饰  7"/>
          <p:cNvSpPr>
            <a:spLocks noGrp="1"/>
          </p:cNvSpPr>
          <p:nvPr>
            <p:ph type="body" idx="16396"/>
            <p:custDataLst>
              <p:tags r:id="rId8"/>
            </p:custDataLst>
          </p:nvPr>
        </p:nvSpPr>
        <p:spPr/>
        <p:txBody>
          <a:bodyPr/>
          <a:p>
            <a:r>
              <a:rPr lang="zh-CN" altLang="en-US">
                <a:latin typeface="+mn-lt"/>
              </a:rPr>
              <a:t> </a:t>
            </a:r>
            <a:endParaRPr lang="zh-CN" altLang="en-US">
              <a:latin typeface="+mn-lt"/>
            </a:endParaRPr>
          </a:p>
        </p:txBody>
      </p:sp>
      <p:sp>
        <p:nvSpPr>
          <p:cNvPr id="10" name="文本占位符 9"/>
          <p:cNvSpPr>
            <a:spLocks noGrp="1"/>
          </p:cNvSpPr>
          <p:nvPr>
            <p:ph type="body" idx="16390"/>
            <p:custDataLst>
              <p:tags r:id="rId9"/>
            </p:custDataLst>
          </p:nvPr>
        </p:nvSpPr>
        <p:spPr/>
        <p:txBody>
          <a:bodyPr>
            <a:normAutofit/>
          </a:bodyPr>
          <a:p>
            <a:r>
              <a:rPr lang="zh-CN" altLang="en-US">
                <a:latin typeface="+mn-lt"/>
              </a:rPr>
              <a:t>反馈调整</a:t>
            </a:r>
            <a:endParaRPr lang="zh-CN" altLang="en-US">
              <a:latin typeface="+mn-lt"/>
            </a:endParaRPr>
          </a:p>
        </p:txBody>
      </p:sp>
      <p:sp>
        <p:nvSpPr>
          <p:cNvPr id="11" name="文本占位符 10"/>
          <p:cNvSpPr>
            <a:spLocks noGrp="1"/>
          </p:cNvSpPr>
          <p:nvPr>
            <p:ph type="body" idx="16391"/>
            <p:custDataLst>
              <p:tags r:id="rId10"/>
            </p:custDataLst>
          </p:nvPr>
        </p:nvSpPr>
        <p:spPr/>
        <p:txBody>
          <a:bodyPr>
            <a:normAutofit/>
          </a:bodyPr>
          <a:p>
            <a:r>
              <a:rPr lang="zh-CN" altLang="en-US">
                <a:latin typeface="+mn-lt"/>
              </a:rPr>
              <a:t>建立各巷道作业情况甘特图，团队根据仿真结果、甘特图等可视化工具，分析策略问题</a:t>
            </a:r>
            <a:r>
              <a:rPr lang="zh-CN" altLang="en-US">
                <a:latin typeface="+mn-lt"/>
              </a:rPr>
              <a:t>所在。</a:t>
            </a:r>
            <a:endParaRPr lang="zh-CN" altLang="en-US">
              <a:latin typeface="+mn-lt"/>
            </a:endParaRPr>
          </a:p>
        </p:txBody>
      </p:sp>
      <p:sp>
        <p:nvSpPr>
          <p:cNvPr id="12" name="装饰  0"/>
          <p:cNvSpPr>
            <a:spLocks noGrp="1"/>
          </p:cNvSpPr>
          <p:nvPr>
            <p:ph type="body" idx="16397"/>
            <p:custDataLst>
              <p:tags r:id="rId11"/>
            </p:custDataLst>
          </p:nvPr>
        </p:nvSpPr>
        <p:spPr/>
        <p:txBody>
          <a:bodyPr/>
          <a:p>
            <a:r>
              <a:rPr lang="zh-CN" altLang="en-US">
                <a:latin typeface="+mn-lt"/>
              </a:rPr>
              <a:t> </a:t>
            </a:r>
            <a:endParaRPr lang="zh-CN" altLang="en-US">
              <a:latin typeface="+mn-lt"/>
            </a:endParaRPr>
          </a:p>
        </p:txBody>
      </p:sp>
      <p:sp>
        <p:nvSpPr>
          <p:cNvPr id="13" name="文本占位符 12"/>
          <p:cNvSpPr>
            <a:spLocks noGrp="1"/>
          </p:cNvSpPr>
          <p:nvPr>
            <p:ph type="body" idx="16392"/>
            <p:custDataLst>
              <p:tags r:id="rId12"/>
            </p:custDataLst>
          </p:nvPr>
        </p:nvSpPr>
        <p:spPr/>
        <p:txBody>
          <a:bodyPr>
            <a:normAutofit/>
          </a:bodyPr>
          <a:p>
            <a:r>
              <a:rPr lang="zh-CN" altLang="en-US">
                <a:latin typeface="+mn-lt"/>
              </a:rPr>
              <a:t>迭代优化</a:t>
            </a:r>
            <a:endParaRPr lang="zh-CN" altLang="en-US">
              <a:latin typeface="+mn-lt"/>
            </a:endParaRPr>
          </a:p>
        </p:txBody>
      </p:sp>
      <p:sp>
        <p:nvSpPr>
          <p:cNvPr id="14" name="文本占位符 13"/>
          <p:cNvSpPr>
            <a:spLocks noGrp="1"/>
          </p:cNvSpPr>
          <p:nvPr>
            <p:ph type="body" idx="16393"/>
            <p:custDataLst>
              <p:tags r:id="rId13"/>
            </p:custDataLst>
          </p:nvPr>
        </p:nvSpPr>
        <p:spPr/>
        <p:txBody>
          <a:bodyPr>
            <a:normAutofit/>
          </a:bodyPr>
          <a:p>
            <a:r>
              <a:rPr lang="zh-CN" altLang="en-US">
                <a:latin typeface="+mn-lt"/>
              </a:rPr>
              <a:t>采用PDCA循环（计划-执行-检查-处理），持续改进算法参数与规则，逐步提升策略适应性与鲁棒性。</a:t>
            </a:r>
            <a:endParaRPr lang="zh-CN" altLang="en-US">
              <a:latin typeface="+mn-lt"/>
            </a:endParaRPr>
          </a:p>
        </p:txBody>
      </p:sp>
    </p:spTree>
    <p:custDataLst>
      <p:tags r:id="rId14"/>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idx="17826049"/>
            <p:custDataLst>
              <p:tags r:id="rId1"/>
            </p:custDataLst>
          </p:nvPr>
        </p:nvSpPr>
        <p:spPr>
          <a:xfrm>
            <a:off x="2592686" y="3775621"/>
            <a:ext cx="6364445" cy="1524000"/>
          </a:xfrm>
        </p:spPr>
        <p:txBody>
          <a:bodyPr>
            <a:normAutofit/>
          </a:bodyPr>
          <a:p>
            <a:pPr algn="ctr"/>
            <a:r>
              <a:rPr lang="zh-CN" altLang="en-US"/>
              <a:t>仿真环境与流程</a:t>
            </a:r>
            <a:endParaRPr lang="zh-CN" altLang="en-US"/>
          </a:p>
        </p:txBody>
      </p:sp>
      <p:sp>
        <p:nvSpPr>
          <p:cNvPr id="3" name="文本占位符 2"/>
          <p:cNvSpPr>
            <a:spLocks noGrp="1"/>
          </p:cNvSpPr>
          <p:nvPr>
            <p:ph type="body" sz="quarter" idx="17826561"/>
            <p:custDataLst>
              <p:tags r:id="rId2"/>
            </p:custDataLst>
          </p:nvPr>
        </p:nvSpPr>
        <p:spPr>
          <a:xfrm>
            <a:off x="4503388" y="1854175"/>
            <a:ext cx="2543099" cy="1524000"/>
          </a:xfrm>
        </p:spPr>
        <p:txBody>
          <a:bodyPr>
            <a:normAutofit lnSpcReduction="10000"/>
          </a:bodyPr>
          <a:p>
            <a:pPr marL="0" indent="0" algn="ctr">
              <a:buNone/>
            </a:pPr>
            <a:r>
              <a:rPr lang="en-US" altLang="en-US" sz="8000"/>
              <a:t>0</a:t>
            </a:r>
            <a:r>
              <a:rPr lang="en-US" altLang="zh-CN" sz="8000">
                <a:cs typeface="Arial" panose="020B0604020202020204" pitchFamily="34" charset="0"/>
              </a:rPr>
              <a:t>5</a:t>
            </a:r>
            <a:endParaRPr lang="en-US" altLang="en-US" sz="8000"/>
          </a:p>
        </p:txBody>
      </p:sp>
      <p:cxnSp>
        <p:nvCxnSpPr>
          <p:cNvPr id="4" name="直接连接符 3"/>
          <p:cNvCxnSpPr/>
          <p:nvPr userDrawn="1"/>
        </p:nvCxnSpPr>
        <p:spPr>
          <a:xfrm>
            <a:off x="3531235" y="3428975"/>
            <a:ext cx="4487347" cy="0"/>
          </a:xfrm>
          <a:prstGeom prst="line">
            <a:avLst/>
          </a:prstGeom>
          <a:ln w="1905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a:xfrm>
            <a:off x="609600" y="448310"/>
            <a:ext cx="10972800" cy="609600"/>
          </a:xfrm>
        </p:spPr>
        <p:txBody>
          <a:bodyPr>
            <a:normAutofit/>
          </a:bodyPr>
          <a:p>
            <a:r>
              <a:rPr lang="zh-CN" altLang="en-US">
                <a:latin typeface="+mj-lt"/>
              </a:rPr>
              <a:t>仿真</a:t>
            </a:r>
            <a:r>
              <a:rPr lang="zh-CN" altLang="en-US">
                <a:latin typeface="+mj-lt"/>
              </a:rPr>
              <a:t>概述</a:t>
            </a:r>
            <a:endParaRPr lang="zh-CN" altLang="en-US">
              <a:latin typeface="+mj-lt"/>
            </a:endParaRPr>
          </a:p>
        </p:txBody>
      </p:sp>
      <p:sp>
        <p:nvSpPr>
          <p:cNvPr id="3" name="装饰  1"/>
          <p:cNvSpPr>
            <a:spLocks noGrp="1"/>
          </p:cNvSpPr>
          <p:nvPr>
            <p:ph type="body" idx="16392"/>
            <p:custDataLst>
              <p:tags r:id="rId2"/>
            </p:custDataLst>
          </p:nvPr>
        </p:nvSpPr>
        <p:spPr>
          <a:xfrm>
            <a:off x="609600" y="1797685"/>
            <a:ext cx="3454400" cy="3876040"/>
          </a:xfrm>
        </p:spPr>
        <p:txBody>
          <a:bodyPr/>
          <a:p>
            <a:r>
              <a:rPr lang="zh-CN" altLang="en-US">
                <a:latin typeface="+mn-lt"/>
              </a:rPr>
              <a:t> </a:t>
            </a:r>
            <a:endParaRPr lang="zh-CN" altLang="en-US">
              <a:latin typeface="+mn-lt"/>
            </a:endParaRPr>
          </a:p>
        </p:txBody>
      </p:sp>
      <p:sp>
        <p:nvSpPr>
          <p:cNvPr id="5" name="文本占位符 4"/>
          <p:cNvSpPr>
            <a:spLocks noGrp="1"/>
          </p:cNvSpPr>
          <p:nvPr>
            <p:ph type="body" idx="16386"/>
            <p:custDataLst>
              <p:tags r:id="rId3"/>
            </p:custDataLst>
          </p:nvPr>
        </p:nvSpPr>
        <p:spPr>
          <a:xfrm>
            <a:off x="914400" y="2102485"/>
            <a:ext cx="2844800" cy="406400"/>
          </a:xfrm>
        </p:spPr>
        <p:txBody>
          <a:bodyPr>
            <a:normAutofit/>
          </a:bodyPr>
          <a:p>
            <a:r>
              <a:rPr lang="zh-CN" altLang="en-US">
                <a:latin typeface="+mn-lt"/>
              </a:rPr>
              <a:t>环境概述</a:t>
            </a:r>
            <a:endParaRPr lang="zh-CN" altLang="en-US">
              <a:latin typeface="+mn-lt"/>
            </a:endParaRPr>
          </a:p>
        </p:txBody>
      </p:sp>
      <p:sp>
        <p:nvSpPr>
          <p:cNvPr id="6" name="文本占位符 5"/>
          <p:cNvSpPr>
            <a:spLocks noGrp="1"/>
          </p:cNvSpPr>
          <p:nvPr>
            <p:ph type="body" idx="16387"/>
            <p:custDataLst>
              <p:tags r:id="rId4"/>
            </p:custDataLst>
          </p:nvPr>
        </p:nvSpPr>
        <p:spPr>
          <a:xfrm>
            <a:off x="914400" y="2661285"/>
            <a:ext cx="2844800" cy="2779395"/>
          </a:xfrm>
        </p:spPr>
        <p:txBody>
          <a:bodyPr>
            <a:noAutofit/>
          </a:bodyPr>
          <a:p>
            <a:r>
              <a:rPr lang="zh-CN" altLang="en-US">
                <a:latin typeface="+mn-lt"/>
              </a:rPr>
              <a:t>本仿真环境面向自动化立体库分配与调度问题构建，核心涵盖库存状态管理、任务生成与调度决策等功能模块。系统对巷道结构、货位形式及设备能力进行参数化建模，支持双层货位、配对纵梁及多设备配置，为不同立体库场景下的策略验证提供统一的运行基础。</a:t>
            </a:r>
            <a:endParaRPr lang="zh-CN" altLang="en-US">
              <a:latin typeface="+mn-lt"/>
            </a:endParaRPr>
          </a:p>
        </p:txBody>
      </p:sp>
      <p:sp>
        <p:nvSpPr>
          <p:cNvPr id="7" name="装饰  5"/>
          <p:cNvSpPr>
            <a:spLocks noGrp="1"/>
          </p:cNvSpPr>
          <p:nvPr>
            <p:ph type="body" idx="16394"/>
            <p:custDataLst>
              <p:tags r:id="rId5"/>
            </p:custDataLst>
          </p:nvPr>
        </p:nvSpPr>
        <p:spPr>
          <a:xfrm>
            <a:off x="4368800" y="1797685"/>
            <a:ext cx="3454400" cy="3876040"/>
          </a:xfrm>
        </p:spPr>
        <p:txBody>
          <a:bodyPr/>
          <a:p>
            <a:r>
              <a:rPr lang="zh-CN" altLang="en-US">
                <a:latin typeface="+mn-lt"/>
              </a:rPr>
              <a:t> </a:t>
            </a:r>
            <a:endParaRPr lang="zh-CN" altLang="en-US">
              <a:latin typeface="+mn-lt"/>
            </a:endParaRPr>
          </a:p>
        </p:txBody>
      </p:sp>
      <p:sp>
        <p:nvSpPr>
          <p:cNvPr id="9" name="文本占位符 8"/>
          <p:cNvSpPr>
            <a:spLocks noGrp="1"/>
          </p:cNvSpPr>
          <p:nvPr>
            <p:ph type="body" idx="16388"/>
            <p:custDataLst>
              <p:tags r:id="rId6"/>
            </p:custDataLst>
          </p:nvPr>
        </p:nvSpPr>
        <p:spPr>
          <a:xfrm>
            <a:off x="4673600" y="2102485"/>
            <a:ext cx="2844800" cy="406400"/>
          </a:xfrm>
        </p:spPr>
        <p:txBody>
          <a:bodyPr>
            <a:normAutofit/>
          </a:bodyPr>
          <a:p>
            <a:r>
              <a:rPr lang="zh-CN" altLang="en-US">
                <a:latin typeface="+mn-lt"/>
              </a:rPr>
              <a:t>仿真流程</a:t>
            </a:r>
            <a:endParaRPr lang="zh-CN" altLang="en-US">
              <a:latin typeface="+mn-lt"/>
            </a:endParaRPr>
          </a:p>
        </p:txBody>
      </p:sp>
      <p:sp>
        <p:nvSpPr>
          <p:cNvPr id="10" name="文本占位符 9"/>
          <p:cNvSpPr>
            <a:spLocks noGrp="1"/>
          </p:cNvSpPr>
          <p:nvPr>
            <p:ph type="body" idx="16389"/>
            <p:custDataLst>
              <p:tags r:id="rId7"/>
            </p:custDataLst>
          </p:nvPr>
        </p:nvSpPr>
        <p:spPr>
          <a:xfrm>
            <a:off x="4673600" y="2661285"/>
            <a:ext cx="2844800" cy="2780030"/>
          </a:xfrm>
        </p:spPr>
        <p:txBody>
          <a:bodyPr>
            <a:noAutofit/>
          </a:bodyPr>
          <a:p>
            <a:r>
              <a:rPr lang="zh-CN" altLang="en-US">
                <a:latin typeface="+mn-lt"/>
              </a:rPr>
              <a:t>系统以生产计划和入库任务作为输入，完成库存状态与策略参数的初始化后，通过事件驱动机制推进仿真主循环。在运行过程中，系统动态触发入库、出库及移库等作业事件，并实时更新库存与设备状态，完整复现立体库在真实运行条件下的作业节奏与任务演化过程。</a:t>
            </a:r>
            <a:endParaRPr lang="zh-CN" altLang="en-US">
              <a:latin typeface="+mn-lt"/>
            </a:endParaRPr>
          </a:p>
        </p:txBody>
      </p:sp>
      <p:sp>
        <p:nvSpPr>
          <p:cNvPr id="11" name="装饰  9"/>
          <p:cNvSpPr>
            <a:spLocks noGrp="1"/>
          </p:cNvSpPr>
          <p:nvPr>
            <p:ph type="body" idx="16396"/>
            <p:custDataLst>
              <p:tags r:id="rId8"/>
            </p:custDataLst>
          </p:nvPr>
        </p:nvSpPr>
        <p:spPr>
          <a:xfrm>
            <a:off x="8128000" y="1797685"/>
            <a:ext cx="3454400" cy="3876040"/>
          </a:xfrm>
        </p:spPr>
        <p:txBody>
          <a:bodyPr/>
          <a:p>
            <a:r>
              <a:rPr lang="zh-CN" altLang="en-US">
                <a:latin typeface="+mn-lt"/>
              </a:rPr>
              <a:t> </a:t>
            </a:r>
            <a:endParaRPr lang="zh-CN" altLang="en-US">
              <a:latin typeface="+mn-lt"/>
            </a:endParaRPr>
          </a:p>
        </p:txBody>
      </p:sp>
      <p:sp>
        <p:nvSpPr>
          <p:cNvPr id="13" name="文本占位符 12"/>
          <p:cNvSpPr>
            <a:spLocks noGrp="1"/>
          </p:cNvSpPr>
          <p:nvPr>
            <p:ph type="body" idx="16390"/>
            <p:custDataLst>
              <p:tags r:id="rId9"/>
            </p:custDataLst>
          </p:nvPr>
        </p:nvSpPr>
        <p:spPr>
          <a:xfrm>
            <a:off x="8432800" y="2102485"/>
            <a:ext cx="2844800" cy="406400"/>
          </a:xfrm>
        </p:spPr>
        <p:txBody>
          <a:bodyPr>
            <a:normAutofit/>
          </a:bodyPr>
          <a:p>
            <a:r>
              <a:rPr lang="zh-CN" altLang="en-US">
                <a:latin typeface="+mn-lt"/>
              </a:rPr>
              <a:t>运行模式</a:t>
            </a:r>
            <a:endParaRPr lang="zh-CN" altLang="en-US">
              <a:latin typeface="+mn-lt"/>
            </a:endParaRPr>
          </a:p>
        </p:txBody>
      </p:sp>
      <p:sp>
        <p:nvSpPr>
          <p:cNvPr id="14" name="文本占位符 13"/>
          <p:cNvSpPr>
            <a:spLocks noGrp="1"/>
          </p:cNvSpPr>
          <p:nvPr>
            <p:ph type="body" idx="16391"/>
            <p:custDataLst>
              <p:tags r:id="rId10"/>
            </p:custDataLst>
          </p:nvPr>
        </p:nvSpPr>
        <p:spPr>
          <a:xfrm>
            <a:off x="8432800" y="2661285"/>
            <a:ext cx="2928620" cy="2780030"/>
          </a:xfrm>
        </p:spPr>
        <p:txBody>
          <a:bodyPr>
            <a:normAutofit lnSpcReduction="20000"/>
          </a:bodyPr>
          <a:p>
            <a:r>
              <a:rPr lang="zh-CN" altLang="en-US">
                <a:latin typeface="+mn-lt"/>
              </a:rPr>
              <a:t>仿真系统支持多种运行模式以满足不同评估需求。</a:t>
            </a:r>
            <a:endParaRPr lang="zh-CN" altLang="en-US">
              <a:latin typeface="+mn-lt"/>
            </a:endParaRPr>
          </a:p>
          <a:p>
            <a:r>
              <a:rPr lang="en-US" altLang="zh-CN">
                <a:latin typeface="+mn-lt"/>
              </a:rPr>
              <a:t>run_compare </a:t>
            </a:r>
            <a:r>
              <a:rPr lang="zh-CN" altLang="en-US">
                <a:latin typeface="+mn-lt"/>
              </a:rPr>
              <a:t>模式用于在连续多日场景下评估不同策略组合的整体表现；</a:t>
            </a:r>
            <a:endParaRPr lang="zh-CN" altLang="en-US">
              <a:latin typeface="+mn-lt"/>
            </a:endParaRPr>
          </a:p>
          <a:p>
            <a:r>
              <a:rPr lang="en-US" altLang="zh-CN">
                <a:latin typeface="+mn-lt"/>
              </a:rPr>
              <a:t>run_daily</a:t>
            </a:r>
            <a:r>
              <a:rPr lang="zh-CN" altLang="en-US">
                <a:latin typeface="+mn-lt"/>
              </a:rPr>
              <a:t>模式则侧重分析在不同来梁顺序与节拍条件下的策略稳定性，并自动输出完工时间、负载均衡等关键指标，为算法优化与工程落地提供量化依据。</a:t>
            </a:r>
            <a:endParaRPr lang="zh-CN" altLang="en-US">
              <a:latin typeface="+mn-lt"/>
            </a:endParaRPr>
          </a:p>
        </p:txBody>
      </p:sp>
    </p:spTree>
    <p:custDataLst>
      <p:tags r:id="rId1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a:xfrm>
            <a:off x="609600" y="487680"/>
            <a:ext cx="10972800" cy="609600"/>
          </a:xfrm>
        </p:spPr>
        <p:txBody>
          <a:bodyPr/>
          <a:p>
            <a:r>
              <a:rPr lang="zh-CN" altLang="en-US"/>
              <a:t>整体仿真</a:t>
            </a:r>
            <a:r>
              <a:rPr lang="zh-CN" altLang="en-US"/>
              <a:t>流程</a:t>
            </a:r>
            <a:endParaRPr lang="zh-CN" altLang="en-US"/>
          </a:p>
        </p:txBody>
      </p:sp>
      <p:pic>
        <p:nvPicPr>
          <p:cNvPr id="701914910" name="图片 1"/>
          <p:cNvPicPr>
            <a:picLocks noChangeAspect="1"/>
          </p:cNvPicPr>
          <p:nvPr/>
        </p:nvPicPr>
        <p:blipFill>
          <a:blip r:embed="rId2"/>
          <a:stretch>
            <a:fillRect/>
          </a:stretch>
        </p:blipFill>
        <p:spPr>
          <a:xfrm>
            <a:off x="1544955" y="1282700"/>
            <a:ext cx="9648825" cy="516191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a:xfrm>
            <a:off x="609600" y="533400"/>
            <a:ext cx="6991350" cy="879475"/>
          </a:xfrm>
        </p:spPr>
        <p:txBody>
          <a:bodyPr>
            <a:normAutofit/>
          </a:bodyPr>
          <a:p>
            <a:r>
              <a:rPr lang="zh-CN" altLang="en-US">
                <a:latin typeface="+mj-lt"/>
              </a:rPr>
              <a:t>仿真运行模式及配套</a:t>
            </a:r>
            <a:r>
              <a:rPr lang="zh-CN" altLang="en-US">
                <a:latin typeface="+mj-lt"/>
              </a:rPr>
              <a:t>可视化</a:t>
            </a:r>
            <a:endParaRPr lang="zh-CN" altLang="en-US">
              <a:latin typeface="+mj-lt"/>
            </a:endParaRPr>
          </a:p>
        </p:txBody>
      </p:sp>
      <p:sp>
        <p:nvSpPr>
          <p:cNvPr id="4" name="装饰  2"/>
          <p:cNvSpPr>
            <a:spLocks noGrp="1"/>
          </p:cNvSpPr>
          <p:nvPr>
            <p:ph type="body" idx="16391"/>
            <p:custDataLst>
              <p:tags r:id="rId2"/>
            </p:custDataLst>
          </p:nvPr>
        </p:nvSpPr>
        <p:spPr>
          <a:xfrm flipH="1">
            <a:off x="4424045" y="1539875"/>
            <a:ext cx="76200" cy="4508500"/>
          </a:xfrm>
        </p:spPr>
        <p:txBody>
          <a:bodyPr/>
          <a:p>
            <a:r>
              <a:rPr lang="zh-CN" altLang="en-US">
                <a:latin typeface="+mn-lt"/>
              </a:rPr>
              <a:t> </a:t>
            </a:r>
            <a:endParaRPr lang="zh-CN" altLang="en-US">
              <a:latin typeface="+mn-lt"/>
            </a:endParaRPr>
          </a:p>
        </p:txBody>
      </p:sp>
      <p:sp>
        <p:nvSpPr>
          <p:cNvPr id="5" name="文本占位符 4"/>
          <p:cNvSpPr>
            <a:spLocks noGrp="1"/>
          </p:cNvSpPr>
          <p:nvPr>
            <p:ph type="body" idx="16386"/>
            <p:custDataLst>
              <p:tags r:id="rId3"/>
            </p:custDataLst>
          </p:nvPr>
        </p:nvSpPr>
        <p:spPr>
          <a:xfrm>
            <a:off x="4591050" y="1539875"/>
            <a:ext cx="3009900" cy="406400"/>
          </a:xfrm>
        </p:spPr>
        <p:txBody>
          <a:bodyPr>
            <a:normAutofit/>
          </a:bodyPr>
          <a:p>
            <a:r>
              <a:rPr lang="zh-CN" altLang="en-US">
                <a:latin typeface="+mn-lt"/>
              </a:rPr>
              <a:t>run_compare模式</a:t>
            </a:r>
            <a:endParaRPr lang="zh-CN" altLang="en-US">
              <a:latin typeface="+mn-lt"/>
            </a:endParaRPr>
          </a:p>
        </p:txBody>
      </p:sp>
      <p:sp>
        <p:nvSpPr>
          <p:cNvPr id="6" name="文本占位符 5"/>
          <p:cNvSpPr>
            <a:spLocks noGrp="1"/>
          </p:cNvSpPr>
          <p:nvPr>
            <p:ph type="body" idx="16387"/>
            <p:custDataLst>
              <p:tags r:id="rId4"/>
            </p:custDataLst>
          </p:nvPr>
        </p:nvSpPr>
        <p:spPr>
          <a:xfrm>
            <a:off x="4591050" y="2047875"/>
            <a:ext cx="3087370" cy="1219200"/>
          </a:xfrm>
        </p:spPr>
        <p:txBody>
          <a:bodyPr>
            <a:normAutofit/>
          </a:bodyPr>
          <a:p>
            <a:r>
              <a:rPr lang="zh-CN" altLang="en-US">
                <a:sym typeface="+mn-ea"/>
              </a:rPr>
              <a:t>模拟连续生产环境，估策略跨日期稳定性</a:t>
            </a:r>
            <a:r>
              <a:rPr lang="zh-CN" altLang="en-US">
                <a:latin typeface="+mn-lt"/>
              </a:rPr>
              <a:t>，生成量化指标对比报告，支撑算法选型与优化决策。</a:t>
            </a:r>
            <a:endParaRPr lang="zh-CN" altLang="en-US">
              <a:latin typeface="+mn-lt"/>
            </a:endParaRPr>
          </a:p>
        </p:txBody>
      </p:sp>
      <p:sp>
        <p:nvSpPr>
          <p:cNvPr id="7" name="装饰  5"/>
          <p:cNvSpPr>
            <a:spLocks noGrp="1"/>
          </p:cNvSpPr>
          <p:nvPr>
            <p:ph type="body" idx="16392"/>
            <p:custDataLst>
              <p:tags r:id="rId5"/>
            </p:custDataLst>
          </p:nvPr>
        </p:nvSpPr>
        <p:spPr>
          <a:xfrm>
            <a:off x="8210550" y="1539875"/>
            <a:ext cx="76200" cy="4508500"/>
          </a:xfrm>
        </p:spPr>
        <p:txBody>
          <a:bodyPr/>
          <a:p>
            <a:r>
              <a:rPr lang="zh-CN" altLang="en-US">
                <a:latin typeface="+mn-lt"/>
              </a:rPr>
              <a:t> </a:t>
            </a:r>
            <a:endParaRPr lang="zh-CN" altLang="en-US">
              <a:latin typeface="+mn-lt"/>
            </a:endParaRPr>
          </a:p>
        </p:txBody>
      </p:sp>
      <p:sp>
        <p:nvSpPr>
          <p:cNvPr id="8" name="文本占位符 7"/>
          <p:cNvSpPr>
            <a:spLocks noGrp="1"/>
          </p:cNvSpPr>
          <p:nvPr>
            <p:ph type="body" idx="16388"/>
            <p:custDataLst>
              <p:tags r:id="rId6"/>
            </p:custDataLst>
          </p:nvPr>
        </p:nvSpPr>
        <p:spPr>
          <a:xfrm>
            <a:off x="8362950" y="1539875"/>
            <a:ext cx="3009900" cy="406400"/>
          </a:xfrm>
        </p:spPr>
        <p:txBody>
          <a:bodyPr>
            <a:normAutofit/>
          </a:bodyPr>
          <a:p>
            <a:r>
              <a:rPr lang="zh-CN" altLang="en-US">
                <a:latin typeface="+mn-lt"/>
              </a:rPr>
              <a:t>run_daily模式</a:t>
            </a:r>
            <a:endParaRPr lang="zh-CN" altLang="en-US">
              <a:latin typeface="+mn-lt"/>
            </a:endParaRPr>
          </a:p>
        </p:txBody>
      </p:sp>
      <p:sp>
        <p:nvSpPr>
          <p:cNvPr id="9" name="文本占位符 8"/>
          <p:cNvSpPr>
            <a:spLocks noGrp="1"/>
          </p:cNvSpPr>
          <p:nvPr>
            <p:ph type="body" idx="16389"/>
            <p:custDataLst>
              <p:tags r:id="rId7"/>
            </p:custDataLst>
          </p:nvPr>
        </p:nvSpPr>
        <p:spPr>
          <a:xfrm>
            <a:off x="8362950" y="2047875"/>
            <a:ext cx="3009900" cy="1219200"/>
          </a:xfrm>
        </p:spPr>
        <p:txBody>
          <a:bodyPr>
            <a:normAutofit/>
          </a:bodyPr>
          <a:p>
            <a:r>
              <a:rPr lang="zh-CN" altLang="en-US">
                <a:latin typeface="+mn-lt"/>
              </a:rPr>
              <a:t>模拟单日生产环境，每日进行</a:t>
            </a:r>
            <a:r>
              <a:rPr lang="zh-CN" altLang="en-US">
                <a:latin typeface="+mn-lt"/>
              </a:rPr>
              <a:t>初始化，生成日尺度效率、负载均衡等指标统计，验证长期可靠性。</a:t>
            </a:r>
            <a:endParaRPr lang="zh-CN" altLang="en-US">
              <a:latin typeface="+mn-lt"/>
            </a:endParaRPr>
          </a:p>
        </p:txBody>
      </p:sp>
      <p:sp>
        <p:nvSpPr>
          <p:cNvPr id="3" name="装饰  2"/>
          <p:cNvSpPr>
            <a:spLocks noGrp="1"/>
          </p:cNvSpPr>
          <p:nvPr>
            <p:custDataLst>
              <p:tags r:id="rId8"/>
            </p:custDataLst>
          </p:nvPr>
        </p:nvSpPr>
        <p:spPr>
          <a:xfrm>
            <a:off x="819150" y="1539875"/>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vert="horz" wrap="square" lIns="0" tIns="0" rIns="0" bIns="0" rtlCol="0">
            <a:noAutofit/>
          </a:bodyPr>
          <a:lstStyle>
            <a:lvl1pPr marL="228600" indent="-228600" algn="l" defTabSz="914400" rtl="0" eaLnBrk="1" latinLnBrk="0" hangingPunct="1">
              <a:lnSpc>
                <a:spcPct val="130000"/>
              </a:lnSpc>
              <a:spcBef>
                <a:spcPts val="1000"/>
              </a:spcBef>
              <a:buFont typeface="Arial" panose="020B0604020202020204" pitchFamily="34" charset="0"/>
              <a:buNone/>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None/>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None/>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None/>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None/>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latin typeface="+mn-lt"/>
              </a:rPr>
              <a:t> </a:t>
            </a:r>
            <a:endParaRPr lang="zh-CN" altLang="en-US">
              <a:latin typeface="+mn-lt"/>
            </a:endParaRPr>
          </a:p>
        </p:txBody>
      </p:sp>
      <p:sp>
        <p:nvSpPr>
          <p:cNvPr id="10" name="文本占位符 4"/>
          <p:cNvSpPr>
            <a:spLocks noGrp="1"/>
          </p:cNvSpPr>
          <p:nvPr>
            <p:custDataLst>
              <p:tags r:id="rId9"/>
            </p:custDataLst>
          </p:nvPr>
        </p:nvSpPr>
        <p:spPr>
          <a:xfrm>
            <a:off x="971550" y="1539875"/>
            <a:ext cx="3009900" cy="406400"/>
          </a:xfrm>
          <a:prstGeom prst="rect">
            <a:avLst/>
          </a:prstGeom>
          <a:noFill/>
        </p:spPr>
        <p:txBody>
          <a:bodyPr vert="horz" wrap="square" lIns="0" tIns="0" rIns="0" bIns="0" rtlCol="0" anchor="t">
            <a:normAutofit/>
          </a:bodyPr>
          <a:lstStyle>
            <a:lvl1pPr marL="0" indent="0" algn="l" defTabSz="914400" rtl="0" eaLnBrk="1" latinLnBrk="0" hangingPunct="1">
              <a:lnSpc>
                <a:spcPct val="111000"/>
              </a:lnSpc>
              <a:spcBef>
                <a:spcPct val="0"/>
              </a:spcBef>
              <a:spcAft>
                <a:spcPct val="0"/>
              </a:spcAft>
              <a:buFont typeface="Arial" panose="020B0604020202020204" pitchFamily="34" charset="0"/>
              <a:buNone/>
              <a:defRPr sz="2400" b="0" kern="1200" spc="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latin typeface="+mn-lt"/>
              </a:rPr>
              <a:t>run模式</a:t>
            </a:r>
            <a:endParaRPr lang="zh-CN" altLang="en-US">
              <a:latin typeface="+mn-lt"/>
            </a:endParaRPr>
          </a:p>
        </p:txBody>
      </p:sp>
      <p:sp>
        <p:nvSpPr>
          <p:cNvPr id="11" name="文本占位符 5"/>
          <p:cNvSpPr>
            <a:spLocks noGrp="1"/>
          </p:cNvSpPr>
          <p:nvPr>
            <p:custDataLst>
              <p:tags r:id="rId10"/>
            </p:custDataLst>
          </p:nvPr>
        </p:nvSpPr>
        <p:spPr>
          <a:xfrm>
            <a:off x="971550" y="2073275"/>
            <a:ext cx="3009900" cy="1219200"/>
          </a:xfrm>
          <a:prstGeom prst="rect">
            <a:avLst/>
          </a:prstGeom>
          <a:noFill/>
        </p:spPr>
        <p:txBody>
          <a:bodyPr vert="horz" wrap="square" lIns="0" tIns="0" rIns="0" bIns="0" rtlCol="0" anchor="t">
            <a:normAutofit/>
          </a:bodyPr>
          <a:lstStyle>
            <a:lvl1pPr marL="0" indent="0" algn="l" defTabSz="914400" rtl="0" eaLnBrk="1" latinLnBrk="0" hangingPunct="1">
              <a:lnSpc>
                <a:spcPct val="125000"/>
              </a:lnSpc>
              <a:spcBef>
                <a:spcPct val="0"/>
              </a:spcBef>
              <a:spcAft>
                <a:spcPct val="0"/>
              </a:spcAft>
              <a:buFont typeface="Arial" panose="020B0604020202020204" pitchFamily="34" charset="0"/>
              <a:buNone/>
              <a:defRPr sz="1600" b="0" kern="1200" spc="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latin typeface="+mn-lt"/>
              </a:rPr>
              <a:t>简单进行某个策略的仿真</a:t>
            </a:r>
            <a:r>
              <a:rPr lang="zh-CN" altLang="en-US">
                <a:latin typeface="+mn-lt"/>
              </a:rPr>
              <a:t>测试。</a:t>
            </a:r>
            <a:endParaRPr lang="zh-CN" altLang="en-US">
              <a:latin typeface="+mn-lt"/>
            </a:endParaRPr>
          </a:p>
        </p:txBody>
      </p:sp>
      <p:sp>
        <p:nvSpPr>
          <p:cNvPr id="12" name="文本占位符 4"/>
          <p:cNvSpPr>
            <a:spLocks noGrp="1"/>
          </p:cNvSpPr>
          <p:nvPr>
            <p:custDataLst>
              <p:tags r:id="rId11"/>
            </p:custDataLst>
          </p:nvPr>
        </p:nvSpPr>
        <p:spPr>
          <a:xfrm>
            <a:off x="4591050" y="3454400"/>
            <a:ext cx="3009900" cy="406400"/>
          </a:xfrm>
          <a:prstGeom prst="rect">
            <a:avLst/>
          </a:prstGeom>
          <a:noFill/>
        </p:spPr>
        <p:txBody>
          <a:bodyPr vert="horz" wrap="square" lIns="0" tIns="0" rIns="0" bIns="0" rtlCol="0" anchor="t">
            <a:normAutofit/>
          </a:bodyPr>
          <a:lstStyle>
            <a:lvl1pPr marL="0" indent="0" algn="l" defTabSz="914400" rtl="0" eaLnBrk="1" latinLnBrk="0" hangingPunct="1">
              <a:lnSpc>
                <a:spcPct val="111000"/>
              </a:lnSpc>
              <a:spcBef>
                <a:spcPct val="0"/>
              </a:spcBef>
              <a:spcAft>
                <a:spcPct val="0"/>
              </a:spcAft>
              <a:buFont typeface="Arial" panose="020B0604020202020204" pitchFamily="34" charset="0"/>
              <a:buNone/>
              <a:defRPr sz="2400" b="0" kern="1200" spc="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latin typeface="+mn-lt"/>
              </a:rPr>
              <a:t>visualize_results</a:t>
            </a:r>
            <a:endParaRPr lang="en-US" altLang="zh-CN">
              <a:latin typeface="+mn-lt"/>
            </a:endParaRPr>
          </a:p>
        </p:txBody>
      </p:sp>
      <p:sp>
        <p:nvSpPr>
          <p:cNvPr id="13" name="文本占位符 4"/>
          <p:cNvSpPr>
            <a:spLocks noGrp="1"/>
          </p:cNvSpPr>
          <p:nvPr>
            <p:custDataLst>
              <p:tags r:id="rId12"/>
            </p:custDataLst>
          </p:nvPr>
        </p:nvSpPr>
        <p:spPr>
          <a:xfrm>
            <a:off x="8362950" y="3482340"/>
            <a:ext cx="3009900" cy="406400"/>
          </a:xfrm>
          <a:prstGeom prst="rect">
            <a:avLst/>
          </a:prstGeom>
          <a:noFill/>
        </p:spPr>
        <p:txBody>
          <a:bodyPr vert="horz" wrap="square" lIns="0" tIns="0" rIns="0" bIns="0" rtlCol="0" anchor="t">
            <a:normAutofit fontScale="90000"/>
          </a:bodyPr>
          <a:lstStyle>
            <a:lvl1pPr marL="0" indent="0" algn="l" defTabSz="914400" rtl="0" eaLnBrk="1" latinLnBrk="0" hangingPunct="1">
              <a:lnSpc>
                <a:spcPct val="111000"/>
              </a:lnSpc>
              <a:spcBef>
                <a:spcPct val="0"/>
              </a:spcBef>
              <a:spcAft>
                <a:spcPct val="0"/>
              </a:spcAft>
              <a:buFont typeface="Arial" panose="020B0604020202020204" pitchFamily="34" charset="0"/>
              <a:buNone/>
              <a:defRPr sz="2400" b="0" kern="1200" spc="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sym typeface="+mn-ea"/>
              </a:rPr>
              <a:t>visualize_daily_results</a:t>
            </a:r>
            <a:endParaRPr lang="zh-CN" altLang="en-US">
              <a:latin typeface="+mn-lt"/>
            </a:endParaRPr>
          </a:p>
        </p:txBody>
      </p:sp>
      <p:sp>
        <p:nvSpPr>
          <p:cNvPr id="16" name="矩形 15"/>
          <p:cNvSpPr/>
          <p:nvPr/>
        </p:nvSpPr>
        <p:spPr>
          <a:xfrm>
            <a:off x="4591050" y="4048760"/>
            <a:ext cx="3087370" cy="2153920"/>
          </a:xfrm>
          <a:prstGeom prst="rect">
            <a:avLst/>
          </a:prstGeom>
          <a:noFill/>
        </p:spPr>
        <p:txBody>
          <a:bodyPr vert="horz" wrap="square" lIns="0" tIns="0" rIns="0" bIns="0" rtlCol="0" anchor="t">
            <a:normAutofit lnSpcReduction="10000"/>
          </a:bodyPr>
          <a:p>
            <a:pPr lvl="0" algn="l">
              <a:lnSpc>
                <a:spcPct val="125000"/>
              </a:lnSpc>
              <a:buClrTx/>
              <a:buSzTx/>
              <a:buFont typeface="Arial" panose="020B0604020202020204" pitchFamily="34" charset="0"/>
            </a:pPr>
            <a:r>
              <a:rPr lang="zh-CN" altLang="en-US" sz="1600">
                <a:sym typeface="+mn-ea"/>
              </a:rPr>
              <a:t>主要用于对不同调度与分配策略在长期运行条件下的表现进行对比评估。其关注重点在于跨天维度的趋势变化与总体性能差异，能够展示配对成功率、任务完成情况、移库行为及巷道占用等综合指标，适合用于策略优劣对比和整体效果评估。</a:t>
            </a:r>
            <a:endParaRPr lang="zh-CN" altLang="en-US" sz="1600">
              <a:sym typeface="+mn-ea"/>
            </a:endParaRPr>
          </a:p>
        </p:txBody>
      </p:sp>
      <p:sp>
        <p:nvSpPr>
          <p:cNvPr id="17" name="矩形 16"/>
          <p:cNvSpPr/>
          <p:nvPr/>
        </p:nvSpPr>
        <p:spPr>
          <a:xfrm>
            <a:off x="8430895" y="4048760"/>
            <a:ext cx="2941955" cy="1925955"/>
          </a:xfrm>
          <a:prstGeom prst="rect">
            <a:avLst/>
          </a:prstGeom>
          <a:noFill/>
        </p:spPr>
        <p:txBody>
          <a:bodyPr vert="horz" wrap="square" lIns="0" tIns="0" rIns="0" bIns="0" rtlCol="0" anchor="t">
            <a:normAutofit/>
          </a:bodyPr>
          <a:p>
            <a:pPr lvl="0" algn="l">
              <a:lnSpc>
                <a:spcPct val="125000"/>
              </a:lnSpc>
              <a:buClrTx/>
              <a:buSzTx/>
              <a:buFont typeface="Arial" panose="020B0604020202020204" pitchFamily="34" charset="0"/>
            </a:pPr>
            <a:r>
              <a:rPr lang="zh-CN" altLang="en-US" sz="1600">
                <a:sym typeface="+mn-ea"/>
              </a:rPr>
              <a:t>用于评估策略在具体生产日下的执行表现。其可视化内容围绕每日完成率、结束时间及移库情况展开，并支持对巷道任务重叠和移库间隔等细节进行检查，更适合日常运行监控与问题排查。</a:t>
            </a:r>
            <a:endParaRPr lang="zh-CN" altLang="en-US" sz="1600">
              <a:sym typeface="+mn-ea"/>
            </a:endParaRPr>
          </a:p>
        </p:txBody>
      </p:sp>
    </p:spTree>
    <p:custDataLst>
      <p:tags r:id="rId13"/>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idx="17826049"/>
            <p:custDataLst>
              <p:tags r:id="rId1"/>
            </p:custDataLst>
          </p:nvPr>
        </p:nvSpPr>
        <p:spPr>
          <a:xfrm>
            <a:off x="2592686" y="3775621"/>
            <a:ext cx="6364445" cy="1524000"/>
          </a:xfrm>
        </p:spPr>
        <p:txBody>
          <a:bodyPr>
            <a:normAutofit/>
          </a:bodyPr>
          <a:p>
            <a:pPr algn="ctr"/>
            <a:r>
              <a:rPr lang="zh-CN" altLang="en-US"/>
              <a:t>结果与分析</a:t>
            </a:r>
            <a:endParaRPr lang="zh-CN" altLang="en-US"/>
          </a:p>
        </p:txBody>
      </p:sp>
      <p:sp>
        <p:nvSpPr>
          <p:cNvPr id="3" name="文本占位符 2"/>
          <p:cNvSpPr>
            <a:spLocks noGrp="1"/>
          </p:cNvSpPr>
          <p:nvPr>
            <p:ph type="body" sz="quarter" idx="17826561"/>
            <p:custDataLst>
              <p:tags r:id="rId2"/>
            </p:custDataLst>
          </p:nvPr>
        </p:nvSpPr>
        <p:spPr>
          <a:xfrm>
            <a:off x="4503388" y="1854175"/>
            <a:ext cx="2543099" cy="1524000"/>
          </a:xfrm>
        </p:spPr>
        <p:txBody>
          <a:bodyPr>
            <a:normAutofit lnSpcReduction="10000"/>
          </a:bodyPr>
          <a:p>
            <a:pPr marL="0" indent="0" algn="ctr">
              <a:buNone/>
            </a:pPr>
            <a:r>
              <a:rPr lang="en-US" altLang="en-US" sz="8000"/>
              <a:t>0</a:t>
            </a:r>
            <a:r>
              <a:rPr lang="en-US" altLang="zh-CN" sz="8000">
                <a:cs typeface="Arial" panose="020B0604020202020204" pitchFamily="34" charset="0"/>
              </a:rPr>
              <a:t>6</a:t>
            </a:r>
            <a:endParaRPr lang="en-US" altLang="en-US" sz="8000"/>
          </a:p>
        </p:txBody>
      </p:sp>
      <p:cxnSp>
        <p:nvCxnSpPr>
          <p:cNvPr id="4" name="直接连接符 3"/>
          <p:cNvCxnSpPr/>
          <p:nvPr userDrawn="1"/>
        </p:nvCxnSpPr>
        <p:spPr>
          <a:xfrm>
            <a:off x="3531235" y="3428975"/>
            <a:ext cx="4487347" cy="0"/>
          </a:xfrm>
          <a:prstGeom prst="line">
            <a:avLst/>
          </a:prstGeom>
          <a:ln w="1905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normAutofit/>
          </a:bodyPr>
          <a:p>
            <a:r>
              <a:rPr lang="zh-CN" altLang="en-US">
                <a:latin typeface="+mj-lt"/>
              </a:rPr>
              <a:t>结果与分析</a:t>
            </a:r>
            <a:endParaRPr lang="zh-CN" altLang="en-US">
              <a:latin typeface="+mj-lt"/>
            </a:endParaRPr>
          </a:p>
        </p:txBody>
      </p:sp>
      <p:sp>
        <p:nvSpPr>
          <p:cNvPr id="3" name="装饰  1"/>
          <p:cNvSpPr>
            <a:spLocks noGrp="1"/>
          </p:cNvSpPr>
          <p:nvPr>
            <p:ph type="body" idx="16393"/>
            <p:custDataLst>
              <p:tags r:id="rId2"/>
            </p:custDataLst>
          </p:nvPr>
        </p:nvSpPr>
        <p:spPr/>
        <p:txBody>
          <a:bodyPr/>
          <a:p>
            <a:r>
              <a:rPr lang="zh-CN" altLang="en-US">
                <a:latin typeface="+mn-lt"/>
              </a:rPr>
              <a:t> </a:t>
            </a:r>
            <a:endParaRPr lang="zh-CN" altLang="en-US">
              <a:latin typeface="+mn-lt"/>
            </a:endParaRPr>
          </a:p>
        </p:txBody>
      </p:sp>
      <p:pic>
        <p:nvPicPr>
          <p:cNvPr id="16" name="图片占位符 15"/>
          <p:cNvPicPr/>
          <p:nvPr>
            <p:ph type="pic" idx="16392"/>
            <p:custDataLst>
              <p:tags r:id="rId3"/>
            </p:custDataLst>
          </p:nvPr>
        </p:nvPicPr>
        <p:blipFill>
          <a:blip r:embed="rId4">
            <a:extLst>
              <a:ext uri="{96DAC541-7B7A-43D3-8B79-37D633B846F1}">
                <asvg:svgBlip xmlns:asvg="http://schemas.microsoft.com/office/drawing/2016/SVG/main" r:embed="rId5"/>
              </a:ext>
            </a:extLst>
          </a:blip>
          <a:stretch>
            <a:fillRect/>
          </a:stretch>
        </p:blipFill>
        <p:spPr>
          <a:xfrm>
            <a:off x="1727200" y="2082800"/>
            <a:ext cx="1219200" cy="1219200"/>
          </a:xfrm>
          <a:prstGeom prst="rect">
            <a:avLst/>
          </a:prstGeom>
        </p:spPr>
      </p:pic>
      <p:sp>
        <p:nvSpPr>
          <p:cNvPr id="5" name="文本占位符 4"/>
          <p:cNvSpPr>
            <a:spLocks noGrp="1"/>
          </p:cNvSpPr>
          <p:nvPr>
            <p:ph type="body" idx="16386"/>
            <p:custDataLst>
              <p:tags r:id="rId6"/>
            </p:custDataLst>
          </p:nvPr>
        </p:nvSpPr>
        <p:spPr/>
        <p:txBody>
          <a:bodyPr>
            <a:normAutofit/>
          </a:bodyPr>
          <a:p>
            <a:r>
              <a:rPr lang="zh-CN" altLang="en-US">
                <a:latin typeface="+mn-lt"/>
              </a:rPr>
              <a:t>仿真设置</a:t>
            </a:r>
            <a:endParaRPr lang="zh-CN" altLang="en-US">
              <a:latin typeface="+mn-lt"/>
            </a:endParaRPr>
          </a:p>
        </p:txBody>
      </p:sp>
      <p:sp>
        <p:nvSpPr>
          <p:cNvPr id="6" name="文本占位符 5"/>
          <p:cNvSpPr>
            <a:spLocks noGrp="1"/>
          </p:cNvSpPr>
          <p:nvPr>
            <p:ph type="body" idx="16387"/>
            <p:custDataLst>
              <p:tags r:id="rId7"/>
            </p:custDataLst>
          </p:nvPr>
        </p:nvSpPr>
        <p:spPr/>
        <p:txBody>
          <a:bodyPr>
            <a:normAutofit lnSpcReduction="10000"/>
          </a:bodyPr>
          <a:p>
            <a:r>
              <a:rPr lang="zh-CN" altLang="en-US">
                <a:latin typeface="+mn-lt"/>
              </a:rPr>
              <a:t>基于东风商用车生产数据，采用四种对比方案（Baseline、+Scheduling、+Allocation、全链路优化）。</a:t>
            </a:r>
            <a:endParaRPr lang="zh-CN" altLang="en-US">
              <a:latin typeface="+mn-lt"/>
            </a:endParaRPr>
          </a:p>
        </p:txBody>
      </p:sp>
      <p:sp>
        <p:nvSpPr>
          <p:cNvPr id="7" name="装饰  5"/>
          <p:cNvSpPr>
            <a:spLocks noGrp="1"/>
          </p:cNvSpPr>
          <p:nvPr>
            <p:ph type="body" idx="16395"/>
            <p:custDataLst>
              <p:tags r:id="rId8"/>
            </p:custDataLst>
          </p:nvPr>
        </p:nvSpPr>
        <p:spPr/>
        <p:txBody>
          <a:bodyPr/>
          <a:p>
            <a:r>
              <a:rPr lang="zh-CN" altLang="en-US">
                <a:latin typeface="+mn-lt"/>
              </a:rPr>
              <a:t> </a:t>
            </a:r>
            <a:endParaRPr lang="zh-CN" altLang="en-US">
              <a:latin typeface="+mn-lt"/>
            </a:endParaRPr>
          </a:p>
        </p:txBody>
      </p:sp>
      <p:pic>
        <p:nvPicPr>
          <p:cNvPr id="15" name="图片占位符 14"/>
          <p:cNvPicPr/>
          <p:nvPr>
            <p:ph type="pic" idx="16394"/>
            <p:custDataLst>
              <p:tags r:id="rId9"/>
            </p:custDataLst>
          </p:nvPr>
        </p:nvPicPr>
        <p:blipFill>
          <a:blip r:embed="rId10">
            <a:extLst>
              <a:ext uri="{96DAC541-7B7A-43D3-8B79-37D633B846F1}">
                <asvg:svgBlip xmlns:asvg="http://schemas.microsoft.com/office/drawing/2016/SVG/main" r:embed="rId11"/>
              </a:ext>
            </a:extLst>
          </a:blip>
          <a:stretch>
            <a:fillRect/>
          </a:stretch>
        </p:blipFill>
        <p:spPr>
          <a:xfrm>
            <a:off x="5486400" y="2082800"/>
            <a:ext cx="1219200" cy="1219200"/>
          </a:xfrm>
          <a:prstGeom prst="rect">
            <a:avLst/>
          </a:prstGeom>
        </p:spPr>
      </p:pic>
      <p:sp>
        <p:nvSpPr>
          <p:cNvPr id="9" name="文本占位符 8"/>
          <p:cNvSpPr>
            <a:spLocks noGrp="1"/>
          </p:cNvSpPr>
          <p:nvPr>
            <p:ph type="body" idx="16388"/>
            <p:custDataLst>
              <p:tags r:id="rId12"/>
            </p:custDataLst>
          </p:nvPr>
        </p:nvSpPr>
        <p:spPr/>
        <p:txBody>
          <a:bodyPr>
            <a:normAutofit/>
          </a:bodyPr>
          <a:p>
            <a:r>
              <a:rPr lang="zh-CN" altLang="en-US">
                <a:latin typeface="+mn-lt"/>
              </a:rPr>
              <a:t>关键结果</a:t>
            </a:r>
            <a:endParaRPr lang="zh-CN" altLang="en-US">
              <a:latin typeface="+mn-lt"/>
            </a:endParaRPr>
          </a:p>
        </p:txBody>
      </p:sp>
      <p:sp>
        <p:nvSpPr>
          <p:cNvPr id="10" name="文本占位符 9"/>
          <p:cNvSpPr>
            <a:spLocks noGrp="1"/>
          </p:cNvSpPr>
          <p:nvPr>
            <p:ph type="body" idx="16389"/>
            <p:custDataLst>
              <p:tags r:id="rId13"/>
            </p:custDataLst>
          </p:nvPr>
        </p:nvSpPr>
        <p:spPr/>
        <p:txBody>
          <a:bodyPr>
            <a:normAutofit/>
          </a:bodyPr>
          <a:p>
            <a:r>
              <a:rPr lang="zh-CN" altLang="en-US">
                <a:latin typeface="+mn-lt"/>
              </a:rPr>
              <a:t>单日仿真模式（</a:t>
            </a:r>
            <a:r>
              <a:rPr lang="en-US" altLang="zh-CN">
                <a:latin typeface="+mn-lt"/>
              </a:rPr>
              <a:t>run_daily</a:t>
            </a:r>
            <a:r>
              <a:rPr lang="zh-CN" altLang="en-US">
                <a:latin typeface="+mn-lt"/>
              </a:rPr>
              <a:t>）下，全链路优化策略使巷道利用率提升3.49%，完工时间缩短14.9%，移库次数减少21.7%。</a:t>
            </a:r>
            <a:endParaRPr lang="zh-CN" altLang="en-US">
              <a:latin typeface="+mn-lt"/>
            </a:endParaRPr>
          </a:p>
        </p:txBody>
      </p:sp>
      <p:sp>
        <p:nvSpPr>
          <p:cNvPr id="11" name="装饰  9"/>
          <p:cNvSpPr>
            <a:spLocks noGrp="1"/>
          </p:cNvSpPr>
          <p:nvPr>
            <p:ph type="body" idx="16397"/>
            <p:custDataLst>
              <p:tags r:id="rId14"/>
            </p:custDataLst>
          </p:nvPr>
        </p:nvSpPr>
        <p:spPr/>
        <p:txBody>
          <a:bodyPr/>
          <a:p>
            <a:r>
              <a:rPr lang="zh-CN" altLang="en-US">
                <a:latin typeface="+mn-lt"/>
              </a:rPr>
              <a:t> </a:t>
            </a:r>
            <a:endParaRPr lang="zh-CN" altLang="en-US">
              <a:latin typeface="+mn-lt"/>
            </a:endParaRPr>
          </a:p>
        </p:txBody>
      </p:sp>
      <p:pic>
        <p:nvPicPr>
          <p:cNvPr id="17" name="图片占位符 16"/>
          <p:cNvPicPr/>
          <p:nvPr>
            <p:ph type="pic" idx="16396"/>
            <p:custDataLst>
              <p:tags r:id="rId15"/>
            </p:custDataLst>
          </p:nvPr>
        </p:nvPicPr>
        <p:blipFill>
          <a:blip r:embed="rId16">
            <a:extLst>
              <a:ext uri="{96DAC541-7B7A-43D3-8B79-37D633B846F1}">
                <asvg:svgBlip xmlns:asvg="http://schemas.microsoft.com/office/drawing/2016/SVG/main" r:embed="rId17"/>
              </a:ext>
            </a:extLst>
          </a:blip>
          <a:stretch>
            <a:fillRect/>
          </a:stretch>
        </p:blipFill>
        <p:spPr>
          <a:xfrm>
            <a:off x="9245600" y="2082800"/>
            <a:ext cx="1219200" cy="1219200"/>
          </a:xfrm>
          <a:prstGeom prst="rect">
            <a:avLst/>
          </a:prstGeom>
        </p:spPr>
      </p:pic>
      <p:sp>
        <p:nvSpPr>
          <p:cNvPr id="13" name="文本占位符 12"/>
          <p:cNvSpPr>
            <a:spLocks noGrp="1"/>
          </p:cNvSpPr>
          <p:nvPr>
            <p:ph type="body" idx="16390"/>
            <p:custDataLst>
              <p:tags r:id="rId18"/>
            </p:custDataLst>
          </p:nvPr>
        </p:nvSpPr>
        <p:spPr/>
        <p:txBody>
          <a:bodyPr>
            <a:normAutofit/>
          </a:bodyPr>
          <a:p>
            <a:r>
              <a:rPr lang="zh-CN" altLang="en-US">
                <a:latin typeface="+mn-lt"/>
              </a:rPr>
              <a:t>结论</a:t>
            </a:r>
            <a:endParaRPr lang="zh-CN" altLang="en-US">
              <a:latin typeface="+mn-lt"/>
            </a:endParaRPr>
          </a:p>
        </p:txBody>
      </p:sp>
      <p:sp>
        <p:nvSpPr>
          <p:cNvPr id="14" name="文本占位符 13"/>
          <p:cNvSpPr>
            <a:spLocks noGrp="1"/>
          </p:cNvSpPr>
          <p:nvPr>
            <p:ph type="body" idx="16391"/>
            <p:custDataLst>
              <p:tags r:id="rId19"/>
            </p:custDataLst>
          </p:nvPr>
        </p:nvSpPr>
        <p:spPr>
          <a:xfrm>
            <a:off x="8482330" y="4165600"/>
            <a:ext cx="2693670" cy="1524000"/>
          </a:xfrm>
        </p:spPr>
        <p:txBody>
          <a:bodyPr>
            <a:normAutofit/>
          </a:bodyPr>
          <a:p>
            <a:r>
              <a:rPr lang="zh-CN" altLang="en-US">
                <a:latin typeface="+mn-lt"/>
              </a:rPr>
              <a:t>算法在不同泊松比下表现稳定，鲁棒性与适应性良好，显著提升仓库综合运营效率。</a:t>
            </a:r>
            <a:endParaRPr lang="zh-CN" altLang="en-US">
              <a:latin typeface="+mn-lt"/>
            </a:endParaRPr>
          </a:p>
        </p:txBody>
      </p:sp>
    </p:spTree>
    <p:custDataLst>
      <p:tags r:id="rId20"/>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a:xfrm>
            <a:off x="609600" y="474345"/>
            <a:ext cx="10972800" cy="609600"/>
          </a:xfrm>
        </p:spPr>
        <p:txBody>
          <a:bodyPr/>
          <a:p>
            <a:r>
              <a:rPr lang="zh-CN" altLang="en-US"/>
              <a:t>每日初始</a:t>
            </a:r>
            <a:r>
              <a:rPr lang="zh-CN" altLang="en-US"/>
              <a:t>配对率</a:t>
            </a:r>
            <a:endParaRPr lang="zh-CN" altLang="en-US"/>
          </a:p>
        </p:txBody>
      </p:sp>
      <p:pic>
        <p:nvPicPr>
          <p:cNvPr id="15" name="图片 14"/>
          <p:cNvPicPr>
            <a:picLocks noChangeAspect="1"/>
          </p:cNvPicPr>
          <p:nvPr/>
        </p:nvPicPr>
        <p:blipFill>
          <a:blip r:embed="rId2"/>
          <a:stretch>
            <a:fillRect/>
          </a:stretch>
        </p:blipFill>
        <p:spPr>
          <a:xfrm>
            <a:off x="1448435" y="1143000"/>
            <a:ext cx="9721215" cy="534035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p>
            <a:r>
              <a:rPr lang="zh-CN" altLang="en-US"/>
              <a:t>连续运行</a:t>
            </a:r>
            <a:r>
              <a:rPr lang="zh-CN" altLang="en-US"/>
              <a:t>配对率</a:t>
            </a:r>
            <a:endParaRPr lang="zh-CN" altLang="en-US"/>
          </a:p>
        </p:txBody>
      </p:sp>
      <p:pic>
        <p:nvPicPr>
          <p:cNvPr id="15" name="图片 14"/>
          <p:cNvPicPr>
            <a:picLocks noChangeAspect="1"/>
          </p:cNvPicPr>
          <p:nvPr/>
        </p:nvPicPr>
        <p:blipFill>
          <a:blip r:embed="rId2"/>
          <a:stretch>
            <a:fillRect/>
          </a:stretch>
        </p:blipFill>
        <p:spPr>
          <a:xfrm>
            <a:off x="2136140" y="1286510"/>
            <a:ext cx="7920355" cy="524764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custDataLst>
              <p:tags r:id="rId1"/>
            </p:custDataLst>
          </p:nvPr>
        </p:nvSpPr>
        <p:spPr>
          <a:xfrm>
            <a:off x="381000" y="381000"/>
            <a:ext cx="11506200" cy="228600"/>
          </a:xfrm>
          <a:prstGeom prst="rect">
            <a:avLst/>
          </a:prstGeom>
          <a:noFill/>
        </p:spPr>
        <p:txBody>
          <a:bodyPr wrap="square" lIns="0" tIns="0" rIns="0" bIns="0" rtlCol="0" anchor="ctr"/>
          <a:lstStyle/>
          <a:p>
            <a:pPr>
              <a:lnSpc>
                <a:spcPct val="130000"/>
              </a:lnSpc>
            </a:pPr>
            <a:endParaRPr lang="en-US" sz="1600" dirty="0">
              <a:latin typeface="微软雅黑" panose="020B0503020204020204" charset="-122"/>
              <a:ea typeface="微软雅黑" panose="020B0503020204020204" charset="-122"/>
            </a:endParaRPr>
          </a:p>
        </p:txBody>
      </p:sp>
      <p:sp>
        <p:nvSpPr>
          <p:cNvPr id="3" name="Text 1"/>
          <p:cNvSpPr/>
          <p:nvPr>
            <p:custDataLst>
              <p:tags r:id="rId2"/>
            </p:custDataLst>
          </p:nvPr>
        </p:nvSpPr>
        <p:spPr>
          <a:xfrm>
            <a:off x="381000" y="381000"/>
            <a:ext cx="11601450" cy="569595"/>
          </a:xfrm>
          <a:prstGeom prst="rect">
            <a:avLst/>
          </a:prstGeom>
          <a:noFill/>
        </p:spPr>
        <p:txBody>
          <a:bodyPr wrap="square" lIns="0" tIns="0" rIns="0" bIns="0" rtlCol="0" anchor="ctr"/>
          <a:lstStyle/>
          <a:p>
            <a:pPr>
              <a:lnSpc>
                <a:spcPct val="90000"/>
              </a:lnSpc>
            </a:pPr>
            <a:r>
              <a:rPr lang="en-US" sz="2700" b="1" dirty="0">
                <a:solidFill>
                  <a:schemeClr val="tx1"/>
                </a:solidFill>
                <a:latin typeface="微软雅黑" panose="020B0503020204020204" charset="-122"/>
                <a:ea typeface="微软雅黑" panose="020B0503020204020204" charset="-122"/>
                <a:cs typeface="MiSans" panose="00000500000000000000" pitchFamily="34" charset="-120"/>
              </a:rPr>
              <a:t>巷道利用率分析</a:t>
            </a:r>
            <a:endParaRPr lang="en-US" sz="2700" b="1" dirty="0">
              <a:solidFill>
                <a:schemeClr val="tx1"/>
              </a:solidFill>
              <a:latin typeface="微软雅黑" panose="020B0503020204020204" charset="-122"/>
              <a:ea typeface="微软雅黑" panose="020B0503020204020204" charset="-122"/>
              <a:cs typeface="MiSans" panose="00000500000000000000" pitchFamily="34" charset="-120"/>
            </a:endParaRPr>
          </a:p>
        </p:txBody>
      </p:sp>
      <p:sp>
        <p:nvSpPr>
          <p:cNvPr id="4" name="Text 2"/>
          <p:cNvSpPr/>
          <p:nvPr>
            <p:custDataLst>
              <p:tags r:id="rId3"/>
            </p:custDataLst>
          </p:nvPr>
        </p:nvSpPr>
        <p:spPr>
          <a:xfrm>
            <a:off x="381000" y="1104900"/>
            <a:ext cx="11515725" cy="266700"/>
          </a:xfrm>
          <a:prstGeom prst="rect">
            <a:avLst/>
          </a:prstGeom>
          <a:noFill/>
        </p:spPr>
        <p:txBody>
          <a:bodyPr wrap="square" lIns="0" tIns="0" rIns="0" bIns="0" rtlCol="0" anchor="ctr"/>
          <a:lstStyle/>
          <a:p>
            <a:pPr>
              <a:lnSpc>
                <a:spcPct val="130000"/>
              </a:lnSpc>
            </a:pPr>
            <a:r>
              <a:rPr lang="en-US" sz="1350" dirty="0">
                <a:solidFill>
                  <a:schemeClr val="tx1">
                    <a:alpha val="70000"/>
                  </a:schemeClr>
                </a:solidFill>
                <a:latin typeface="微软雅黑" panose="020B0503020204020204" charset="-122"/>
                <a:ea typeface="微软雅黑" panose="020B0503020204020204" charset="-122"/>
                <a:cs typeface="MiSans" panose="00000500000000000000" pitchFamily="34" charset="-120"/>
              </a:rPr>
              <a:t>仿真期间内每日巷道平均利用率对比</a:t>
            </a:r>
            <a:endParaRPr lang="en-US" sz="1350" dirty="0">
              <a:solidFill>
                <a:schemeClr val="tx1">
                  <a:alpha val="70000"/>
                </a:schemeClr>
              </a:solidFill>
              <a:latin typeface="微软雅黑" panose="020B0503020204020204" charset="-122"/>
              <a:ea typeface="微软雅黑" panose="020B0503020204020204" charset="-122"/>
              <a:cs typeface="MiSans" panose="00000500000000000000" pitchFamily="34" charset="-120"/>
            </a:endParaRPr>
          </a:p>
        </p:txBody>
      </p:sp>
      <p:sp>
        <p:nvSpPr>
          <p:cNvPr id="5" name="Shape 3"/>
          <p:cNvSpPr/>
          <p:nvPr>
            <p:custDataLst>
              <p:tags r:id="rId4"/>
            </p:custDataLst>
          </p:nvPr>
        </p:nvSpPr>
        <p:spPr>
          <a:xfrm>
            <a:off x="381000" y="14859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B88A53"/>
          </a:solidFill>
        </p:spPr>
      </p:sp>
      <p:sp>
        <p:nvSpPr>
          <p:cNvPr id="6" name="Shape 4"/>
          <p:cNvSpPr/>
          <p:nvPr>
            <p:custDataLst>
              <p:tags r:id="rId5"/>
            </p:custDataLst>
          </p:nvPr>
        </p:nvSpPr>
        <p:spPr>
          <a:xfrm>
            <a:off x="385763" y="1681163"/>
            <a:ext cx="5629275" cy="4457700"/>
          </a:xfrm>
          <a:custGeom>
            <a:avLst/>
            <a:gdLst/>
            <a:ahLst/>
            <a:cxnLst/>
            <a:rect l="l" t="t" r="r" b="b"/>
            <a:pathLst>
              <a:path w="5629275" h="4457700">
                <a:moveTo>
                  <a:pt x="38113" y="0"/>
                </a:moveTo>
                <a:lnTo>
                  <a:pt x="5591162" y="0"/>
                </a:lnTo>
                <a:cubicBezTo>
                  <a:pt x="5612211" y="0"/>
                  <a:pt x="5629275" y="17064"/>
                  <a:pt x="5629275" y="38113"/>
                </a:cubicBezTo>
                <a:lnTo>
                  <a:pt x="5629275" y="4419587"/>
                </a:lnTo>
                <a:cubicBezTo>
                  <a:pt x="5629275" y="4440636"/>
                  <a:pt x="5612211" y="4457700"/>
                  <a:pt x="5591162" y="4457700"/>
                </a:cubicBezTo>
                <a:lnTo>
                  <a:pt x="38113" y="4457700"/>
                </a:lnTo>
                <a:cubicBezTo>
                  <a:pt x="17064" y="4457700"/>
                  <a:pt x="0" y="4440636"/>
                  <a:pt x="0" y="4419587"/>
                </a:cubicBezTo>
                <a:lnTo>
                  <a:pt x="0" y="38113"/>
                </a:lnTo>
                <a:cubicBezTo>
                  <a:pt x="0" y="17064"/>
                  <a:pt x="17064" y="0"/>
                  <a:pt x="38113" y="0"/>
                </a:cubicBezTo>
                <a:close/>
              </a:path>
            </a:pathLst>
          </a:custGeom>
          <a:solidFill>
            <a:schemeClr val="bg1"/>
          </a:solidFill>
          <a:ln w="12700">
            <a:solidFill>
              <a:srgbClr val="6B7D91">
                <a:alpha val="40000"/>
              </a:srgbClr>
            </a:solidFill>
            <a:prstDash val="solid"/>
          </a:ln>
        </p:spPr>
        <p:txBody>
          <a:bodyPr/>
          <a:p>
            <a:endParaRPr lang="zh-CN" altLang="en-US">
              <a:latin typeface="微软雅黑" panose="020B0503020204020204" charset="-122"/>
              <a:ea typeface="微软雅黑" panose="020B0503020204020204" charset="-122"/>
            </a:endParaRPr>
          </a:p>
        </p:txBody>
      </p:sp>
      <p:sp>
        <p:nvSpPr>
          <p:cNvPr id="7" name="Text 5"/>
          <p:cNvSpPr/>
          <p:nvPr>
            <p:custDataLst>
              <p:tags r:id="rId6"/>
            </p:custDataLst>
          </p:nvPr>
        </p:nvSpPr>
        <p:spPr>
          <a:xfrm>
            <a:off x="542925" y="1749425"/>
            <a:ext cx="5410200" cy="266700"/>
          </a:xfrm>
          <a:prstGeom prst="rect">
            <a:avLst/>
          </a:prstGeom>
          <a:noFill/>
        </p:spPr>
        <p:txBody>
          <a:bodyPr wrap="square" lIns="0" tIns="0" rIns="0" bIns="0" rtlCol="0" anchor="ctr"/>
          <a:lstStyle/>
          <a:p>
            <a:pPr>
              <a:lnSpc>
                <a:spcPct val="120000"/>
              </a:lnSpc>
            </a:pPr>
            <a:r>
              <a:rPr lang="en-US" sz="1500" b="1" dirty="0">
                <a:solidFill>
                  <a:schemeClr val="tx1"/>
                </a:solidFill>
                <a:latin typeface="微软雅黑" panose="020B0503020204020204" charset="-122"/>
                <a:ea typeface="微软雅黑" panose="020B0503020204020204" charset="-122"/>
                <a:cs typeface="MiSans" panose="00000500000000000000" pitchFamily="34" charset="-120"/>
              </a:rPr>
              <a:t>四种策略利用率对比</a:t>
            </a:r>
            <a:endParaRPr lang="en-US" sz="1500" b="1" dirty="0">
              <a:solidFill>
                <a:schemeClr val="tx1"/>
              </a:solidFill>
              <a:latin typeface="微软雅黑" panose="020B0503020204020204" charset="-122"/>
              <a:ea typeface="微软雅黑" panose="020B0503020204020204" charset="-122"/>
              <a:cs typeface="MiSans" panose="00000500000000000000" pitchFamily="34" charset="-120"/>
            </a:endParaRPr>
          </a:p>
        </p:txBody>
      </p:sp>
      <p:sp>
        <p:nvSpPr>
          <p:cNvPr id="9" name="Shape 6"/>
          <p:cNvSpPr/>
          <p:nvPr>
            <p:custDataLst>
              <p:tags r:id="rId7"/>
            </p:custDataLst>
          </p:nvPr>
        </p:nvSpPr>
        <p:spPr>
          <a:xfrm>
            <a:off x="6176963" y="1681163"/>
            <a:ext cx="5629275" cy="2686050"/>
          </a:xfrm>
          <a:custGeom>
            <a:avLst/>
            <a:gdLst/>
            <a:ahLst/>
            <a:cxnLst/>
            <a:rect l="l" t="t" r="r" b="b"/>
            <a:pathLst>
              <a:path w="5629275" h="2686050">
                <a:moveTo>
                  <a:pt x="38088" y="0"/>
                </a:moveTo>
                <a:lnTo>
                  <a:pt x="5591187" y="0"/>
                </a:lnTo>
                <a:cubicBezTo>
                  <a:pt x="5612222" y="0"/>
                  <a:pt x="5629275" y="17053"/>
                  <a:pt x="5629275" y="38088"/>
                </a:cubicBezTo>
                <a:lnTo>
                  <a:pt x="5629275" y="2647962"/>
                </a:lnTo>
                <a:cubicBezTo>
                  <a:pt x="5629275" y="2668997"/>
                  <a:pt x="5612222" y="2686050"/>
                  <a:pt x="5591187" y="2686050"/>
                </a:cubicBezTo>
                <a:lnTo>
                  <a:pt x="38088" y="2686050"/>
                </a:lnTo>
                <a:cubicBezTo>
                  <a:pt x="17053" y="2686050"/>
                  <a:pt x="0" y="2668997"/>
                  <a:pt x="0" y="2647962"/>
                </a:cubicBezTo>
                <a:lnTo>
                  <a:pt x="0" y="38088"/>
                </a:lnTo>
                <a:cubicBezTo>
                  <a:pt x="0" y="17053"/>
                  <a:pt x="17053" y="0"/>
                  <a:pt x="38088" y="0"/>
                </a:cubicBezTo>
                <a:close/>
              </a:path>
            </a:pathLst>
          </a:custGeom>
          <a:solidFill>
            <a:schemeClr val="bg1"/>
          </a:solidFill>
          <a:ln w="12700">
            <a:solidFill>
              <a:srgbClr val="6B7D91">
                <a:alpha val="40000"/>
              </a:srgbClr>
            </a:solidFill>
            <a:prstDash val="solid"/>
          </a:ln>
        </p:spPr>
      </p:sp>
      <p:sp>
        <p:nvSpPr>
          <p:cNvPr id="10" name="Text 7"/>
          <p:cNvSpPr/>
          <p:nvPr>
            <p:custDataLst>
              <p:tags r:id="rId8"/>
            </p:custDataLst>
          </p:nvPr>
        </p:nvSpPr>
        <p:spPr>
          <a:xfrm>
            <a:off x="6334125" y="1838325"/>
            <a:ext cx="5410200" cy="266700"/>
          </a:xfrm>
          <a:prstGeom prst="rect">
            <a:avLst/>
          </a:prstGeom>
          <a:noFill/>
        </p:spPr>
        <p:txBody>
          <a:bodyPr wrap="square" lIns="0" tIns="0" rIns="0" bIns="0" rtlCol="0" anchor="ctr"/>
          <a:lstStyle/>
          <a:p>
            <a:pPr>
              <a:lnSpc>
                <a:spcPct val="120000"/>
              </a:lnSpc>
            </a:pPr>
            <a:r>
              <a:rPr lang="en-US" sz="1500" b="1" dirty="0">
                <a:solidFill>
                  <a:schemeClr val="tx1"/>
                </a:solidFill>
                <a:latin typeface="微软雅黑" panose="020B0503020204020204" charset="-122"/>
                <a:ea typeface="微软雅黑" panose="020B0503020204020204" charset="-122"/>
                <a:cs typeface="MiSans" panose="00000500000000000000" pitchFamily="34" charset="-120"/>
              </a:rPr>
              <a:t>数据汇总表</a:t>
            </a:r>
            <a:endParaRPr lang="en-US" sz="1500" b="1" dirty="0">
              <a:solidFill>
                <a:schemeClr val="tx1"/>
              </a:solidFill>
              <a:latin typeface="微软雅黑" panose="020B0503020204020204" charset="-122"/>
              <a:ea typeface="微软雅黑" panose="020B0503020204020204" charset="-122"/>
              <a:cs typeface="MiSans" panose="00000500000000000000" pitchFamily="34" charset="-120"/>
            </a:endParaRPr>
          </a:p>
        </p:txBody>
      </p:sp>
      <p:graphicFrame>
        <p:nvGraphicFramePr>
          <p:cNvPr id="11" name="Table 0"/>
          <p:cNvGraphicFramePr>
            <a:graphicFrameLocks noGrp="1"/>
          </p:cNvGraphicFramePr>
          <p:nvPr>
            <p:custDataLst>
              <p:tags r:id="rId9"/>
            </p:custDataLst>
          </p:nvPr>
        </p:nvGraphicFramePr>
        <p:xfrm>
          <a:off x="6334125" y="2219325"/>
          <a:ext cx="5314950" cy="1990725"/>
        </p:xfrm>
        <a:graphic>
          <a:graphicData uri="http://schemas.openxmlformats.org/drawingml/2006/table">
            <a:tbl>
              <a:tblPr/>
              <a:tblGrid>
                <a:gridCol w="2351579"/>
                <a:gridCol w="1500804"/>
                <a:gridCol w="1462567"/>
              </a:tblGrid>
              <a:tr h="398145">
                <a:tc>
                  <a:txBody>
                    <a:bodyPr/>
                    <a:lstStyle/>
                    <a:p>
                      <a:pPr algn="l"/>
                      <a:r>
                        <a:rPr lang="en-US" sz="1200" b="1" u="none" dirty="0">
                          <a:solidFill>
                            <a:schemeClr val="tx1"/>
                          </a:solidFill>
                          <a:latin typeface="微软雅黑" panose="020B0503020204020204" charset="-122"/>
                          <a:ea typeface="微软雅黑" panose="020B0503020204020204" charset="-122"/>
                          <a:cs typeface="微软雅黑" panose="020B0503020204020204" pitchFamily="34" charset="-120"/>
                        </a:rPr>
                        <a:t>策略</a:t>
                      </a:r>
                      <a:endParaRPr lang="en-US" sz="1200" b="1"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0" cap="flat" cmpd="sng" algn="ctr">
                      <a:noFill/>
                    </a:lnL>
                    <a:lnR w="0" cap="flat" cmpd="sng" algn="ctr">
                      <a:noFill/>
                    </a:lnR>
                    <a:lnT w="0" cap="flat" cmpd="sng" algn="ctr">
                      <a:noFill/>
                    </a:lnT>
                    <a:lnB w="25400" cap="flat" cmpd="sng" algn="ctr">
                      <a:solidFill>
                        <a:srgbClr val="6B7D91"/>
                      </a:solidFill>
                      <a:prstDash val="solid"/>
                      <a:round/>
                      <a:headEnd type="none" w="med" len="med"/>
                      <a:tailEnd type="none" w="med" len="med"/>
                    </a:lnB>
                    <a:solidFill>
                      <a:srgbClr val="FFFFFF">
                        <a:alpha val="0"/>
                      </a:srgbClr>
                    </a:solidFill>
                  </a:tcPr>
                </a:tc>
                <a:tc>
                  <a:txBody>
                    <a:bodyPr/>
                    <a:lstStyle/>
                    <a:p>
                      <a:pPr algn="r"/>
                      <a:r>
                        <a:rPr lang="en-US" sz="1200" b="1" u="none" dirty="0">
                          <a:solidFill>
                            <a:schemeClr val="tx1"/>
                          </a:solidFill>
                          <a:latin typeface="微软雅黑" panose="020B0503020204020204" charset="-122"/>
                          <a:ea typeface="微软雅黑" panose="020B0503020204020204" charset="-122"/>
                          <a:cs typeface="微软雅黑" panose="020B0503020204020204" pitchFamily="34" charset="-120"/>
                        </a:rPr>
                        <a:t>巷道平均利用率</a:t>
                      </a:r>
                      <a:endParaRPr lang="en-US" sz="1200" b="1"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0" cap="flat" cmpd="sng" algn="ctr">
                      <a:noFill/>
                    </a:lnL>
                    <a:lnR w="0" cap="flat" cmpd="sng" algn="ctr">
                      <a:noFill/>
                    </a:lnR>
                    <a:lnT w="0" cap="flat" cmpd="sng" algn="ctr">
                      <a:noFill/>
                    </a:lnT>
                    <a:lnB w="25400" cap="flat" cmpd="sng" algn="ctr">
                      <a:solidFill>
                        <a:srgbClr val="6B7D91"/>
                      </a:solidFill>
                      <a:prstDash val="solid"/>
                      <a:round/>
                      <a:headEnd type="none" w="med" len="med"/>
                      <a:tailEnd type="none" w="med" len="med"/>
                    </a:lnB>
                    <a:solidFill>
                      <a:srgbClr val="FFFFFF">
                        <a:alpha val="0"/>
                      </a:srgbClr>
                    </a:solidFill>
                  </a:tcPr>
                </a:tc>
                <a:tc>
                  <a:txBody>
                    <a:bodyPr/>
                    <a:lstStyle/>
                    <a:p>
                      <a:pPr algn="r"/>
                      <a:r>
                        <a:rPr lang="en-US" sz="1200" b="1" u="none" dirty="0">
                          <a:solidFill>
                            <a:schemeClr val="tx1"/>
                          </a:solidFill>
                          <a:latin typeface="微软雅黑" panose="020B0503020204020204" charset="-122"/>
                          <a:ea typeface="微软雅黑" panose="020B0503020204020204" charset="-122"/>
                          <a:cs typeface="微软雅黑" panose="020B0503020204020204" charset="-122"/>
                        </a:rPr>
                        <a:t>较Baseline提升</a:t>
                      </a:r>
                      <a:endParaRPr lang="en-US" sz="1200" b="1" u="none" dirty="0">
                        <a:solidFill>
                          <a:schemeClr val="tx1"/>
                        </a:solidFill>
                        <a:latin typeface="微软雅黑" panose="020B0503020204020204" charset="-122"/>
                        <a:ea typeface="微软雅黑" panose="020B0503020204020204" charset="-122"/>
                        <a:cs typeface="微软雅黑" panose="020B0503020204020204" charset="-122"/>
                      </a:endParaRPr>
                    </a:p>
                  </a:txBody>
                  <a:tcPr marL="0" marR="0" marT="76200" marB="76200" anchor="ctr">
                    <a:lnL w="0" cap="flat" cmpd="sng" algn="ctr">
                      <a:noFill/>
                    </a:lnL>
                    <a:lnR w="0" cap="flat" cmpd="sng" algn="ctr">
                      <a:noFill/>
                    </a:lnR>
                    <a:lnT w="0" cap="flat" cmpd="sng" algn="ctr">
                      <a:noFill/>
                    </a:lnT>
                    <a:lnB w="25400" cap="flat" cmpd="sng" algn="ctr">
                      <a:solidFill>
                        <a:srgbClr val="6B7D91"/>
                      </a:solidFill>
                      <a:prstDash val="solid"/>
                      <a:round/>
                      <a:headEnd type="none" w="med" len="med"/>
                      <a:tailEnd type="none" w="med" len="med"/>
                    </a:lnB>
                    <a:solidFill>
                      <a:srgbClr val="FFFFFF">
                        <a:alpha val="0"/>
                      </a:srgbClr>
                    </a:solidFill>
                  </a:tcPr>
                </a:tc>
              </a:tr>
              <a:tr h="398145">
                <a:tc>
                  <a:txBody>
                    <a:bodyPr/>
                    <a:lstStyle/>
                    <a:p>
                      <a:r>
                        <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rPr>
                        <a:t>Baseline</a:t>
                      </a:r>
                      <a:endPar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r"/>
                      <a:r>
                        <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rPr>
                        <a:t>41.76%</a:t>
                      </a:r>
                      <a:endPar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r"/>
                      <a:r>
                        <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rPr>
                        <a:t>—</a:t>
                      </a:r>
                      <a:endPar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r>
              <a:tr h="398145">
                <a:tc>
                  <a:txBody>
                    <a:bodyPr/>
                    <a:lstStyle/>
                    <a:p>
                      <a:r>
                        <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rPr>
                        <a:t>+Scheduling</a:t>
                      </a:r>
                      <a:endPar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r"/>
                      <a:r>
                        <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rPr>
                        <a:t>42.77%</a:t>
                      </a:r>
                      <a:endPar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r"/>
                      <a:r>
                        <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rPr>
                        <a:t>+1.01%</a:t>
                      </a:r>
                      <a:endPar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r>
              <a:tr h="398145">
                <a:tc>
                  <a:txBody>
                    <a:bodyPr/>
                    <a:lstStyle/>
                    <a:p>
                      <a:r>
                        <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rPr>
                        <a:t>+Allocation</a:t>
                      </a:r>
                      <a:endPar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r"/>
                      <a:r>
                        <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rPr>
                        <a:t>44.07%</a:t>
                      </a:r>
                      <a:endPar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r"/>
                      <a:r>
                        <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rPr>
                        <a:t>+2.31%</a:t>
                      </a:r>
                      <a:endPar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r>
              <a:tr h="398145">
                <a:tc>
                  <a:txBody>
                    <a:bodyPr/>
                    <a:lstStyle/>
                    <a:p>
                      <a:r>
                        <a:rPr lang="en-US" sz="1200" b="1" u="none" dirty="0">
                          <a:solidFill>
                            <a:schemeClr val="tx1"/>
                          </a:solidFill>
                          <a:latin typeface="微软雅黑" panose="020B0503020204020204" charset="-122"/>
                          <a:ea typeface="微软雅黑" panose="020B0503020204020204" charset="-122"/>
                          <a:cs typeface="微软雅黑" panose="020B0503020204020204" pitchFamily="34" charset="-120"/>
                        </a:rPr>
                        <a:t>+Allocation+Scheduling</a:t>
                      </a:r>
                      <a:endParaRPr lang="en-US" sz="1200" b="1"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50800" cap="flat" cmpd="sng" algn="ctr">
                      <a:solidFill>
                        <a:srgbClr val="B88A53"/>
                      </a:solidFill>
                      <a:prstDash val="solid"/>
                      <a:round/>
                      <a:headEnd type="none" w="med" len="med"/>
                      <a:tailEnd type="none" w="med" len="med"/>
                    </a:lnL>
                    <a:lnR w="0" cap="flat" cmpd="sng" algn="ctr">
                      <a:noFill/>
                    </a:lnR>
                    <a:lnT w="0" cap="flat" cmpd="sng" algn="ctr">
                      <a:noFill/>
                    </a:lnT>
                    <a:lnB w="0" cap="flat" cmpd="sng" algn="ctr">
                      <a:noFill/>
                    </a:lnB>
                    <a:solidFill>
                      <a:srgbClr val="B88A53">
                        <a:alpha val="20000"/>
                      </a:srgbClr>
                    </a:solidFill>
                  </a:tcPr>
                </a:tc>
                <a:tc>
                  <a:txBody>
                    <a:bodyPr/>
                    <a:lstStyle/>
                    <a:p>
                      <a:pPr algn="r"/>
                      <a:r>
                        <a:rPr lang="en-US" sz="1500" b="1" u="none" dirty="0">
                          <a:solidFill>
                            <a:schemeClr val="tx1"/>
                          </a:solidFill>
                          <a:latin typeface="微软雅黑" panose="020B0503020204020204" charset="-122"/>
                          <a:ea typeface="微软雅黑" panose="020B0503020204020204" charset="-122"/>
                          <a:cs typeface="微软雅黑" panose="020B0503020204020204" pitchFamily="34" charset="-120"/>
                        </a:rPr>
                        <a:t>45.25%</a:t>
                      </a:r>
                      <a:endParaRPr lang="en-US" sz="1500" b="1"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50800" cap="flat" cmpd="sng" algn="ctr">
                      <a:solidFill>
                        <a:srgbClr val="B88A53"/>
                      </a:solidFill>
                      <a:prstDash val="solid"/>
                      <a:round/>
                      <a:headEnd type="none" w="med" len="med"/>
                      <a:tailEnd type="none" w="med" len="med"/>
                    </a:lnL>
                    <a:lnR w="0" cap="flat" cmpd="sng" algn="ctr">
                      <a:noFill/>
                    </a:lnR>
                    <a:lnT w="0" cap="flat" cmpd="sng" algn="ctr">
                      <a:noFill/>
                    </a:lnT>
                    <a:lnB w="0" cap="flat" cmpd="sng" algn="ctr">
                      <a:noFill/>
                    </a:lnB>
                    <a:solidFill>
                      <a:srgbClr val="B88A53">
                        <a:alpha val="20000"/>
                      </a:srgbClr>
                    </a:solidFill>
                  </a:tcPr>
                </a:tc>
                <a:tc>
                  <a:txBody>
                    <a:bodyPr/>
                    <a:lstStyle/>
                    <a:p>
                      <a:pPr algn="r"/>
                      <a:r>
                        <a:rPr lang="en-US" sz="1500" b="1" u="none" dirty="0">
                          <a:solidFill>
                            <a:schemeClr val="tx1"/>
                          </a:solidFill>
                          <a:latin typeface="微软雅黑" panose="020B0503020204020204" charset="-122"/>
                          <a:ea typeface="微软雅黑" panose="020B0503020204020204" charset="-122"/>
                          <a:cs typeface="微软雅黑" panose="020B0503020204020204" pitchFamily="34" charset="-120"/>
                        </a:rPr>
                        <a:t>+3.49%</a:t>
                      </a:r>
                      <a:endParaRPr lang="en-US" sz="1500" b="1"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50800" cap="flat" cmpd="sng" algn="ctr">
                      <a:solidFill>
                        <a:srgbClr val="B88A53"/>
                      </a:solidFill>
                      <a:prstDash val="solid"/>
                      <a:round/>
                      <a:headEnd type="none" w="med" len="med"/>
                      <a:tailEnd type="none" w="med" len="med"/>
                    </a:lnL>
                    <a:lnR w="0" cap="flat" cmpd="sng" algn="ctr">
                      <a:noFill/>
                    </a:lnR>
                    <a:lnT w="0" cap="flat" cmpd="sng" algn="ctr">
                      <a:noFill/>
                    </a:lnT>
                    <a:lnB w="0" cap="flat" cmpd="sng" algn="ctr">
                      <a:noFill/>
                    </a:lnB>
                    <a:solidFill>
                      <a:srgbClr val="B88A53">
                        <a:alpha val="20000"/>
                      </a:srgbClr>
                    </a:solidFill>
                  </a:tcPr>
                </a:tc>
              </a:tr>
            </a:tbl>
          </a:graphicData>
        </a:graphic>
      </p:graphicFrame>
      <p:sp>
        <p:nvSpPr>
          <p:cNvPr id="12" name="Shape 8"/>
          <p:cNvSpPr/>
          <p:nvPr>
            <p:custDataLst>
              <p:tags r:id="rId10"/>
            </p:custDataLst>
          </p:nvPr>
        </p:nvSpPr>
        <p:spPr>
          <a:xfrm>
            <a:off x="6176963" y="4491038"/>
            <a:ext cx="1790700" cy="809625"/>
          </a:xfrm>
          <a:custGeom>
            <a:avLst/>
            <a:gdLst/>
            <a:ahLst/>
            <a:cxnLst/>
            <a:rect l="l" t="t" r="r" b="b"/>
            <a:pathLst>
              <a:path w="1790700" h="809625">
                <a:moveTo>
                  <a:pt x="38101" y="0"/>
                </a:moveTo>
                <a:lnTo>
                  <a:pt x="1752599" y="0"/>
                </a:lnTo>
                <a:cubicBezTo>
                  <a:pt x="1773642" y="0"/>
                  <a:pt x="1790700" y="17058"/>
                  <a:pt x="1790700" y="38101"/>
                </a:cubicBezTo>
                <a:lnTo>
                  <a:pt x="1790700" y="771524"/>
                </a:lnTo>
                <a:cubicBezTo>
                  <a:pt x="1790700" y="792567"/>
                  <a:pt x="1773642" y="809625"/>
                  <a:pt x="1752599" y="809625"/>
                </a:cubicBezTo>
                <a:lnTo>
                  <a:pt x="38101" y="809625"/>
                </a:lnTo>
                <a:cubicBezTo>
                  <a:pt x="17058" y="809625"/>
                  <a:pt x="0" y="792567"/>
                  <a:pt x="0" y="771524"/>
                </a:cubicBezTo>
                <a:lnTo>
                  <a:pt x="0" y="38101"/>
                </a:lnTo>
                <a:cubicBezTo>
                  <a:pt x="0" y="17058"/>
                  <a:pt x="17058" y="0"/>
                  <a:pt x="38101" y="0"/>
                </a:cubicBezTo>
                <a:close/>
              </a:path>
            </a:pathLst>
          </a:custGeom>
          <a:solidFill>
            <a:srgbClr val="B88A53">
              <a:alpha val="20000"/>
            </a:srgbClr>
          </a:solidFill>
          <a:ln w="12700">
            <a:solidFill>
              <a:srgbClr val="B88A53">
                <a:alpha val="40000"/>
              </a:srgbClr>
            </a:solidFill>
            <a:prstDash val="solid"/>
          </a:ln>
        </p:spPr>
      </p:sp>
      <p:sp>
        <p:nvSpPr>
          <p:cNvPr id="13" name="Text 9"/>
          <p:cNvSpPr/>
          <p:nvPr>
            <p:custDataLst>
              <p:tags r:id="rId11"/>
            </p:custDataLst>
          </p:nvPr>
        </p:nvSpPr>
        <p:spPr>
          <a:xfrm>
            <a:off x="6224588" y="4610100"/>
            <a:ext cx="1695450" cy="342900"/>
          </a:xfrm>
          <a:prstGeom prst="rect">
            <a:avLst/>
          </a:prstGeom>
          <a:noFill/>
        </p:spPr>
        <p:txBody>
          <a:bodyPr wrap="square" lIns="0" tIns="0" rIns="0" bIns="0" rtlCol="0" anchor="ctr"/>
          <a:lstStyle/>
          <a:p>
            <a:pPr algn="ctr">
              <a:lnSpc>
                <a:spcPct val="100000"/>
              </a:lnSpc>
            </a:pPr>
            <a:r>
              <a:rPr lang="en-US" sz="2250" b="1" dirty="0">
                <a:solidFill>
                  <a:srgbClr val="B88A53"/>
                </a:solidFill>
                <a:latin typeface="微软雅黑" panose="020B0503020204020204" charset="-122"/>
                <a:ea typeface="微软雅黑" panose="020B0503020204020204" charset="-122"/>
                <a:cs typeface="Liter" panose="02000503030000020004" pitchFamily="34" charset="-120"/>
              </a:rPr>
              <a:t>+8.4%</a:t>
            </a:r>
            <a:endParaRPr lang="en-US" sz="2250" b="1" dirty="0">
              <a:solidFill>
                <a:srgbClr val="B88A53"/>
              </a:solidFill>
              <a:latin typeface="微软雅黑" panose="020B0503020204020204" charset="-122"/>
              <a:ea typeface="微软雅黑" panose="020B0503020204020204" charset="-122"/>
              <a:cs typeface="Liter" panose="02000503030000020004" pitchFamily="34" charset="-120"/>
            </a:endParaRPr>
          </a:p>
        </p:txBody>
      </p:sp>
      <p:sp>
        <p:nvSpPr>
          <p:cNvPr id="14" name="Text 10"/>
          <p:cNvSpPr/>
          <p:nvPr>
            <p:custDataLst>
              <p:tags r:id="rId12"/>
            </p:custDataLst>
          </p:nvPr>
        </p:nvSpPr>
        <p:spPr>
          <a:xfrm>
            <a:off x="6262688" y="4991100"/>
            <a:ext cx="1619250" cy="190500"/>
          </a:xfrm>
          <a:prstGeom prst="rect">
            <a:avLst/>
          </a:prstGeom>
          <a:noFill/>
        </p:spPr>
        <p:txBody>
          <a:bodyPr wrap="square" lIns="0" tIns="0" rIns="0" bIns="0" rtlCol="0" anchor="ctr"/>
          <a:lstStyle/>
          <a:p>
            <a:pPr algn="ctr">
              <a:lnSpc>
                <a:spcPct val="120000"/>
              </a:lnSpc>
            </a:pPr>
            <a:r>
              <a:rPr lang="en-US" sz="1050" dirty="0">
                <a:solidFill>
                  <a:schemeClr val="tx1">
                    <a:alpha val="80000"/>
                  </a:schemeClr>
                </a:solidFill>
                <a:latin typeface="微软雅黑" panose="020B0503020204020204" charset="-122"/>
                <a:ea typeface="微软雅黑" panose="020B0503020204020204" charset="-122"/>
                <a:cs typeface="MiSans" panose="00000500000000000000" pitchFamily="34" charset="-120"/>
              </a:rPr>
              <a:t>相对提升率</a:t>
            </a:r>
            <a:endParaRPr lang="en-US" sz="1050" dirty="0">
              <a:solidFill>
                <a:schemeClr val="tx1">
                  <a:alpha val="80000"/>
                </a:schemeClr>
              </a:solidFill>
              <a:latin typeface="微软雅黑" panose="020B0503020204020204" charset="-122"/>
              <a:ea typeface="微软雅黑" panose="020B0503020204020204" charset="-122"/>
              <a:cs typeface="MiSans" panose="00000500000000000000" pitchFamily="34" charset="-120"/>
            </a:endParaRPr>
          </a:p>
        </p:txBody>
      </p:sp>
      <p:sp>
        <p:nvSpPr>
          <p:cNvPr id="15" name="Shape 11"/>
          <p:cNvSpPr/>
          <p:nvPr>
            <p:custDataLst>
              <p:tags r:id="rId13"/>
            </p:custDataLst>
          </p:nvPr>
        </p:nvSpPr>
        <p:spPr>
          <a:xfrm>
            <a:off x="8094613" y="4491038"/>
            <a:ext cx="1790700" cy="809625"/>
          </a:xfrm>
          <a:custGeom>
            <a:avLst/>
            <a:gdLst/>
            <a:ahLst/>
            <a:cxnLst/>
            <a:rect l="l" t="t" r="r" b="b"/>
            <a:pathLst>
              <a:path w="1790700" h="809625">
                <a:moveTo>
                  <a:pt x="38101" y="0"/>
                </a:moveTo>
                <a:lnTo>
                  <a:pt x="1752599" y="0"/>
                </a:lnTo>
                <a:cubicBezTo>
                  <a:pt x="1773642" y="0"/>
                  <a:pt x="1790700" y="17058"/>
                  <a:pt x="1790700" y="38101"/>
                </a:cubicBezTo>
                <a:lnTo>
                  <a:pt x="1790700" y="771524"/>
                </a:lnTo>
                <a:cubicBezTo>
                  <a:pt x="1790700" y="792567"/>
                  <a:pt x="1773642" y="809625"/>
                  <a:pt x="1752599" y="809625"/>
                </a:cubicBezTo>
                <a:lnTo>
                  <a:pt x="38101" y="809625"/>
                </a:lnTo>
                <a:cubicBezTo>
                  <a:pt x="17058" y="809625"/>
                  <a:pt x="0" y="792567"/>
                  <a:pt x="0" y="771524"/>
                </a:cubicBezTo>
                <a:lnTo>
                  <a:pt x="0" y="38101"/>
                </a:lnTo>
                <a:cubicBezTo>
                  <a:pt x="0" y="17058"/>
                  <a:pt x="17058" y="0"/>
                  <a:pt x="38101" y="0"/>
                </a:cubicBezTo>
                <a:close/>
              </a:path>
            </a:pathLst>
          </a:custGeom>
          <a:solidFill>
            <a:srgbClr val="3A5A78">
              <a:alpha val="30196"/>
            </a:srgbClr>
          </a:solidFill>
          <a:ln w="12700">
            <a:solidFill>
              <a:srgbClr val="3A5A78">
                <a:alpha val="50196"/>
              </a:srgbClr>
            </a:solidFill>
            <a:prstDash val="solid"/>
          </a:ln>
        </p:spPr>
      </p:sp>
      <p:sp>
        <p:nvSpPr>
          <p:cNvPr id="16" name="Text 12"/>
          <p:cNvSpPr/>
          <p:nvPr>
            <p:custDataLst>
              <p:tags r:id="rId14"/>
            </p:custDataLst>
          </p:nvPr>
        </p:nvSpPr>
        <p:spPr>
          <a:xfrm>
            <a:off x="8142238" y="4610100"/>
            <a:ext cx="1695450" cy="342900"/>
          </a:xfrm>
          <a:prstGeom prst="rect">
            <a:avLst/>
          </a:prstGeom>
          <a:noFill/>
        </p:spPr>
        <p:txBody>
          <a:bodyPr wrap="square" lIns="0" tIns="0" rIns="0" bIns="0" rtlCol="0" anchor="ctr"/>
          <a:lstStyle/>
          <a:p>
            <a:pPr algn="ctr">
              <a:lnSpc>
                <a:spcPct val="100000"/>
              </a:lnSpc>
            </a:pPr>
            <a:r>
              <a:rPr lang="en-US" sz="2250" b="1" dirty="0">
                <a:solidFill>
                  <a:schemeClr val="tx1"/>
                </a:solidFill>
                <a:latin typeface="微软雅黑" panose="020B0503020204020204" charset="-122"/>
                <a:ea typeface="微软雅黑" panose="020B0503020204020204" charset="-122"/>
                <a:cs typeface="Liter" panose="02000503030000020004" pitchFamily="34" charset="-120"/>
              </a:rPr>
              <a:t>3.49%</a:t>
            </a:r>
            <a:endParaRPr lang="en-US" sz="2250" b="1" dirty="0">
              <a:solidFill>
                <a:schemeClr val="tx1"/>
              </a:solidFill>
              <a:latin typeface="微软雅黑" panose="020B0503020204020204" charset="-122"/>
              <a:ea typeface="微软雅黑" panose="020B0503020204020204" charset="-122"/>
              <a:cs typeface="Liter" panose="02000503030000020004" pitchFamily="34" charset="-120"/>
            </a:endParaRPr>
          </a:p>
        </p:txBody>
      </p:sp>
      <p:sp>
        <p:nvSpPr>
          <p:cNvPr id="17" name="Text 13"/>
          <p:cNvSpPr/>
          <p:nvPr>
            <p:custDataLst>
              <p:tags r:id="rId15"/>
            </p:custDataLst>
          </p:nvPr>
        </p:nvSpPr>
        <p:spPr>
          <a:xfrm>
            <a:off x="8180338" y="4991100"/>
            <a:ext cx="1619250" cy="190500"/>
          </a:xfrm>
          <a:prstGeom prst="rect">
            <a:avLst/>
          </a:prstGeom>
          <a:noFill/>
        </p:spPr>
        <p:txBody>
          <a:bodyPr wrap="square" lIns="0" tIns="0" rIns="0" bIns="0" rtlCol="0" anchor="ctr"/>
          <a:lstStyle/>
          <a:p>
            <a:pPr algn="ctr">
              <a:lnSpc>
                <a:spcPct val="120000"/>
              </a:lnSpc>
            </a:pPr>
            <a:r>
              <a:rPr lang="en-US" sz="1050" dirty="0">
                <a:solidFill>
                  <a:schemeClr val="tx1">
                    <a:alpha val="80000"/>
                  </a:schemeClr>
                </a:solidFill>
                <a:latin typeface="微软雅黑" panose="020B0503020204020204" charset="-122"/>
                <a:ea typeface="微软雅黑" panose="020B0503020204020204" charset="-122"/>
                <a:cs typeface="MiSans" panose="00000500000000000000" pitchFamily="34" charset="-120"/>
              </a:rPr>
              <a:t>绝对提升幅度</a:t>
            </a:r>
            <a:endParaRPr lang="en-US" sz="1050" dirty="0">
              <a:solidFill>
                <a:schemeClr val="tx1">
                  <a:alpha val="80000"/>
                </a:schemeClr>
              </a:solidFill>
              <a:latin typeface="微软雅黑" panose="020B0503020204020204" charset="-122"/>
              <a:ea typeface="微软雅黑" panose="020B0503020204020204" charset="-122"/>
              <a:cs typeface="MiSans" panose="00000500000000000000" pitchFamily="34" charset="-120"/>
            </a:endParaRPr>
          </a:p>
        </p:txBody>
      </p:sp>
      <p:sp>
        <p:nvSpPr>
          <p:cNvPr id="18" name="Shape 14"/>
          <p:cNvSpPr/>
          <p:nvPr>
            <p:custDataLst>
              <p:tags r:id="rId16"/>
            </p:custDataLst>
          </p:nvPr>
        </p:nvSpPr>
        <p:spPr>
          <a:xfrm>
            <a:off x="10012263" y="4491038"/>
            <a:ext cx="1790700" cy="809625"/>
          </a:xfrm>
          <a:custGeom>
            <a:avLst/>
            <a:gdLst/>
            <a:ahLst/>
            <a:cxnLst/>
            <a:rect l="l" t="t" r="r" b="b"/>
            <a:pathLst>
              <a:path w="1790700" h="809625">
                <a:moveTo>
                  <a:pt x="38101" y="0"/>
                </a:moveTo>
                <a:lnTo>
                  <a:pt x="1752599" y="0"/>
                </a:lnTo>
                <a:cubicBezTo>
                  <a:pt x="1773642" y="0"/>
                  <a:pt x="1790700" y="17058"/>
                  <a:pt x="1790700" y="38101"/>
                </a:cubicBezTo>
                <a:lnTo>
                  <a:pt x="1790700" y="771524"/>
                </a:lnTo>
                <a:cubicBezTo>
                  <a:pt x="1790700" y="792567"/>
                  <a:pt x="1773642" y="809625"/>
                  <a:pt x="1752599" y="809625"/>
                </a:cubicBezTo>
                <a:lnTo>
                  <a:pt x="38101" y="809625"/>
                </a:lnTo>
                <a:cubicBezTo>
                  <a:pt x="17058" y="809625"/>
                  <a:pt x="0" y="792567"/>
                  <a:pt x="0" y="771524"/>
                </a:cubicBezTo>
                <a:lnTo>
                  <a:pt x="0" y="38101"/>
                </a:lnTo>
                <a:cubicBezTo>
                  <a:pt x="0" y="17058"/>
                  <a:pt x="17058" y="0"/>
                  <a:pt x="38101" y="0"/>
                </a:cubicBezTo>
                <a:close/>
              </a:path>
            </a:pathLst>
          </a:custGeom>
          <a:solidFill>
            <a:srgbClr val="6B7D91">
              <a:alpha val="30196"/>
            </a:srgbClr>
          </a:solidFill>
          <a:ln w="12700">
            <a:solidFill>
              <a:srgbClr val="6B7D91">
                <a:alpha val="50196"/>
              </a:srgbClr>
            </a:solidFill>
            <a:prstDash val="solid"/>
          </a:ln>
        </p:spPr>
      </p:sp>
      <p:sp>
        <p:nvSpPr>
          <p:cNvPr id="19" name="Text 15"/>
          <p:cNvSpPr/>
          <p:nvPr>
            <p:custDataLst>
              <p:tags r:id="rId17"/>
            </p:custDataLst>
          </p:nvPr>
        </p:nvSpPr>
        <p:spPr>
          <a:xfrm>
            <a:off x="10059888" y="4610100"/>
            <a:ext cx="1695450" cy="342900"/>
          </a:xfrm>
          <a:prstGeom prst="rect">
            <a:avLst/>
          </a:prstGeom>
          <a:noFill/>
        </p:spPr>
        <p:txBody>
          <a:bodyPr wrap="square" lIns="0" tIns="0" rIns="0" bIns="0" rtlCol="0" anchor="ctr"/>
          <a:lstStyle/>
          <a:p>
            <a:pPr algn="ctr">
              <a:lnSpc>
                <a:spcPct val="100000"/>
              </a:lnSpc>
            </a:pPr>
            <a:r>
              <a:rPr lang="en-US" sz="2250" b="1" dirty="0">
                <a:solidFill>
                  <a:schemeClr val="tx1"/>
                </a:solidFill>
                <a:latin typeface="微软雅黑" panose="020B0503020204020204" charset="-122"/>
                <a:ea typeface="微软雅黑" panose="020B0503020204020204" charset="-122"/>
                <a:cs typeface="Liter" panose="02000503030000020004" pitchFamily="34" charset="-120"/>
              </a:rPr>
              <a:t>45.25%</a:t>
            </a:r>
            <a:endParaRPr lang="en-US" sz="2250" b="1" dirty="0">
              <a:solidFill>
                <a:schemeClr val="tx1"/>
              </a:solidFill>
              <a:latin typeface="微软雅黑" panose="020B0503020204020204" charset="-122"/>
              <a:ea typeface="微软雅黑" panose="020B0503020204020204" charset="-122"/>
              <a:cs typeface="Liter" panose="02000503030000020004" pitchFamily="34" charset="-120"/>
            </a:endParaRPr>
          </a:p>
        </p:txBody>
      </p:sp>
      <p:sp>
        <p:nvSpPr>
          <p:cNvPr id="20" name="Text 16"/>
          <p:cNvSpPr/>
          <p:nvPr>
            <p:custDataLst>
              <p:tags r:id="rId18"/>
            </p:custDataLst>
          </p:nvPr>
        </p:nvSpPr>
        <p:spPr>
          <a:xfrm>
            <a:off x="10097988" y="4991100"/>
            <a:ext cx="1619250" cy="190500"/>
          </a:xfrm>
          <a:prstGeom prst="rect">
            <a:avLst/>
          </a:prstGeom>
          <a:noFill/>
        </p:spPr>
        <p:txBody>
          <a:bodyPr wrap="square" lIns="0" tIns="0" rIns="0" bIns="0" rtlCol="0" anchor="ctr"/>
          <a:lstStyle/>
          <a:p>
            <a:pPr algn="ctr">
              <a:lnSpc>
                <a:spcPct val="120000"/>
              </a:lnSpc>
            </a:pPr>
            <a:r>
              <a:rPr lang="en-US" sz="1050" dirty="0">
                <a:solidFill>
                  <a:schemeClr val="tx1">
                    <a:alpha val="80000"/>
                  </a:schemeClr>
                </a:solidFill>
                <a:latin typeface="微软雅黑" panose="020B0503020204020204" charset="-122"/>
                <a:ea typeface="微软雅黑" panose="020B0503020204020204" charset="-122"/>
                <a:cs typeface="MiSans" panose="00000500000000000000" pitchFamily="34" charset="-120"/>
              </a:rPr>
              <a:t>峰值利用率</a:t>
            </a:r>
            <a:endParaRPr lang="en-US" sz="1050" dirty="0">
              <a:solidFill>
                <a:schemeClr val="tx1">
                  <a:alpha val="80000"/>
                </a:schemeClr>
              </a:solidFill>
              <a:latin typeface="微软雅黑" panose="020B0503020204020204" charset="-122"/>
              <a:ea typeface="微软雅黑" panose="020B0503020204020204" charset="-122"/>
              <a:cs typeface="MiSans" panose="00000500000000000000" pitchFamily="34" charset="-120"/>
            </a:endParaRPr>
          </a:p>
        </p:txBody>
      </p:sp>
      <p:sp>
        <p:nvSpPr>
          <p:cNvPr id="21" name="Shape 17"/>
          <p:cNvSpPr/>
          <p:nvPr>
            <p:custDataLst>
              <p:tags r:id="rId19"/>
            </p:custDataLst>
          </p:nvPr>
        </p:nvSpPr>
        <p:spPr>
          <a:xfrm>
            <a:off x="6191250" y="5419725"/>
            <a:ext cx="5619750" cy="723900"/>
          </a:xfrm>
          <a:custGeom>
            <a:avLst/>
            <a:gdLst/>
            <a:ahLst/>
            <a:cxnLst/>
            <a:rect l="l" t="t" r="r" b="b"/>
            <a:pathLst>
              <a:path w="5619750" h="723900">
                <a:moveTo>
                  <a:pt x="38099" y="0"/>
                </a:moveTo>
                <a:lnTo>
                  <a:pt x="5581651" y="0"/>
                </a:lnTo>
                <a:cubicBezTo>
                  <a:pt x="5602678" y="0"/>
                  <a:pt x="5619750" y="17072"/>
                  <a:pt x="5619750" y="38099"/>
                </a:cubicBezTo>
                <a:lnTo>
                  <a:pt x="5619750" y="685801"/>
                </a:lnTo>
                <a:cubicBezTo>
                  <a:pt x="5619750" y="706828"/>
                  <a:pt x="5602678" y="723900"/>
                  <a:pt x="5581651" y="723900"/>
                </a:cubicBezTo>
                <a:lnTo>
                  <a:pt x="38099" y="723900"/>
                </a:lnTo>
                <a:cubicBezTo>
                  <a:pt x="17072" y="723900"/>
                  <a:pt x="0" y="706828"/>
                  <a:pt x="0" y="685801"/>
                </a:cubicBezTo>
                <a:lnTo>
                  <a:pt x="0" y="38099"/>
                </a:lnTo>
                <a:cubicBezTo>
                  <a:pt x="0" y="17072"/>
                  <a:pt x="17072" y="0"/>
                  <a:pt x="38099" y="0"/>
                </a:cubicBezTo>
                <a:close/>
              </a:path>
            </a:pathLst>
          </a:custGeom>
          <a:solidFill>
            <a:srgbClr val="F8EEEE"/>
          </a:solidFill>
        </p:spPr>
      </p:sp>
      <p:sp>
        <p:nvSpPr>
          <p:cNvPr id="22" name="Shape 18"/>
          <p:cNvSpPr/>
          <p:nvPr>
            <p:custDataLst>
              <p:tags r:id="rId20"/>
            </p:custDataLst>
          </p:nvPr>
        </p:nvSpPr>
        <p:spPr>
          <a:xfrm>
            <a:off x="6191250" y="5419725"/>
            <a:ext cx="38100" cy="723900"/>
          </a:xfrm>
          <a:custGeom>
            <a:avLst/>
            <a:gdLst/>
            <a:ahLst/>
            <a:cxnLst/>
            <a:rect l="l" t="t" r="r" b="b"/>
            <a:pathLst>
              <a:path w="38100" h="723900">
                <a:moveTo>
                  <a:pt x="38100" y="0"/>
                </a:moveTo>
                <a:lnTo>
                  <a:pt x="38100" y="0"/>
                </a:lnTo>
                <a:lnTo>
                  <a:pt x="38100" y="723900"/>
                </a:lnTo>
                <a:lnTo>
                  <a:pt x="38100" y="723900"/>
                </a:lnTo>
                <a:cubicBezTo>
                  <a:pt x="17072" y="723900"/>
                  <a:pt x="0" y="706828"/>
                  <a:pt x="0" y="685800"/>
                </a:cubicBezTo>
                <a:lnTo>
                  <a:pt x="0" y="38100"/>
                </a:lnTo>
                <a:cubicBezTo>
                  <a:pt x="0" y="17072"/>
                  <a:pt x="17072" y="0"/>
                  <a:pt x="38100" y="0"/>
                </a:cubicBezTo>
                <a:close/>
              </a:path>
            </a:pathLst>
          </a:custGeom>
          <a:solidFill>
            <a:srgbClr val="B88A53"/>
          </a:solidFill>
        </p:spPr>
      </p:sp>
      <p:sp>
        <p:nvSpPr>
          <p:cNvPr id="23" name="Shape 19"/>
          <p:cNvSpPr/>
          <p:nvPr>
            <p:custDataLst>
              <p:tags r:id="rId21"/>
            </p:custDataLst>
          </p:nvPr>
        </p:nvSpPr>
        <p:spPr>
          <a:xfrm>
            <a:off x="6362700" y="5572125"/>
            <a:ext cx="114300" cy="152400"/>
          </a:xfrm>
          <a:custGeom>
            <a:avLst/>
            <a:gdLst/>
            <a:ahLst/>
            <a:cxnLst/>
            <a:rect l="l" t="t" r="r" b="b"/>
            <a:pathLst>
              <a:path w="114300" h="152400">
                <a:moveTo>
                  <a:pt x="87184" y="114300"/>
                </a:moveTo>
                <a:cubicBezTo>
                  <a:pt x="89356" y="107662"/>
                  <a:pt x="93702" y="101650"/>
                  <a:pt x="98614" y="96470"/>
                </a:cubicBezTo>
                <a:cubicBezTo>
                  <a:pt x="108347" y="86231"/>
                  <a:pt x="114300" y="72390"/>
                  <a:pt x="114300" y="57150"/>
                </a:cubicBezTo>
                <a:cubicBezTo>
                  <a:pt x="114300" y="25598"/>
                  <a:pt x="88702" y="0"/>
                  <a:pt x="57150" y="0"/>
                </a:cubicBezTo>
                <a:cubicBezTo>
                  <a:pt x="25598" y="0"/>
                  <a:pt x="0" y="25598"/>
                  <a:pt x="0" y="57150"/>
                </a:cubicBezTo>
                <a:cubicBezTo>
                  <a:pt x="0" y="72390"/>
                  <a:pt x="5953" y="86231"/>
                  <a:pt x="15686" y="96470"/>
                </a:cubicBezTo>
                <a:cubicBezTo>
                  <a:pt x="20598" y="101650"/>
                  <a:pt x="24973" y="107662"/>
                  <a:pt x="27116" y="114300"/>
                </a:cubicBezTo>
                <a:lnTo>
                  <a:pt x="87154" y="114300"/>
                </a:lnTo>
                <a:close/>
                <a:moveTo>
                  <a:pt x="85725" y="128588"/>
                </a:moveTo>
                <a:lnTo>
                  <a:pt x="28575" y="128588"/>
                </a:lnTo>
                <a:lnTo>
                  <a:pt x="28575" y="133350"/>
                </a:lnTo>
                <a:cubicBezTo>
                  <a:pt x="28575" y="146506"/>
                  <a:pt x="39231" y="157163"/>
                  <a:pt x="52388" y="157163"/>
                </a:cubicBezTo>
                <a:lnTo>
                  <a:pt x="61912" y="157163"/>
                </a:lnTo>
                <a:cubicBezTo>
                  <a:pt x="75069" y="157163"/>
                  <a:pt x="85725" y="146506"/>
                  <a:pt x="85725" y="133350"/>
                </a:cubicBezTo>
                <a:lnTo>
                  <a:pt x="85725" y="128588"/>
                </a:lnTo>
                <a:close/>
                <a:moveTo>
                  <a:pt x="54769" y="33338"/>
                </a:moveTo>
                <a:cubicBezTo>
                  <a:pt x="42922" y="33338"/>
                  <a:pt x="33338" y="42922"/>
                  <a:pt x="33338" y="54769"/>
                </a:cubicBezTo>
                <a:cubicBezTo>
                  <a:pt x="33338" y="58728"/>
                  <a:pt x="30153" y="61912"/>
                  <a:pt x="26194" y="61912"/>
                </a:cubicBezTo>
                <a:cubicBezTo>
                  <a:pt x="22235" y="61912"/>
                  <a:pt x="19050" y="58728"/>
                  <a:pt x="19050" y="54769"/>
                </a:cubicBezTo>
                <a:cubicBezTo>
                  <a:pt x="19050" y="35034"/>
                  <a:pt x="35034" y="19050"/>
                  <a:pt x="54769" y="19050"/>
                </a:cubicBezTo>
                <a:cubicBezTo>
                  <a:pt x="58728" y="19050"/>
                  <a:pt x="61912" y="22235"/>
                  <a:pt x="61912" y="26194"/>
                </a:cubicBezTo>
                <a:cubicBezTo>
                  <a:pt x="61912" y="30153"/>
                  <a:pt x="58728" y="33338"/>
                  <a:pt x="54769" y="33338"/>
                </a:cubicBezTo>
                <a:close/>
              </a:path>
            </a:pathLst>
          </a:custGeom>
          <a:solidFill>
            <a:srgbClr val="B88A53"/>
          </a:solidFill>
        </p:spPr>
      </p:sp>
      <p:sp>
        <p:nvSpPr>
          <p:cNvPr id="24" name="Text 20"/>
          <p:cNvSpPr/>
          <p:nvPr>
            <p:custDataLst>
              <p:tags r:id="rId22"/>
            </p:custDataLst>
          </p:nvPr>
        </p:nvSpPr>
        <p:spPr>
          <a:xfrm>
            <a:off x="6572250" y="5534025"/>
            <a:ext cx="5200650" cy="495300"/>
          </a:xfrm>
          <a:prstGeom prst="rect">
            <a:avLst/>
          </a:prstGeom>
          <a:noFill/>
        </p:spPr>
        <p:txBody>
          <a:bodyPr wrap="square" lIns="0" tIns="0" rIns="0" bIns="0" rtlCol="0" anchor="ctr"/>
          <a:lstStyle/>
          <a:p>
            <a:pPr>
              <a:lnSpc>
                <a:spcPct val="140000"/>
              </a:lnSpc>
            </a:pPr>
            <a:r>
              <a:rPr lang="en-US" sz="1200" b="1" dirty="0">
                <a:solidFill>
                  <a:srgbClr val="B88A53"/>
                </a:solidFill>
                <a:latin typeface="微软雅黑" panose="020B0503020204020204" charset="-122"/>
                <a:ea typeface="微软雅黑" panose="020B0503020204020204" charset="-122"/>
                <a:cs typeface="微软雅黑" panose="020B0503020204020204" charset="-122"/>
              </a:rPr>
              <a:t>关键发现：</a:t>
            </a:r>
            <a:r>
              <a:rPr lang="en-US" sz="1200" dirty="0">
                <a:solidFill>
                  <a:schemeClr val="tx1"/>
                </a:solidFill>
                <a:latin typeface="微软雅黑" panose="020B0503020204020204" charset="-122"/>
                <a:ea typeface="微软雅黑" panose="020B0503020204020204" charset="-122"/>
                <a:cs typeface="微软雅黑" panose="020B0503020204020204" charset="-122"/>
              </a:rPr>
              <a:t>Proposed+Optimizer组合策略</a:t>
            </a:r>
            <a:r>
              <a:rPr lang="zh-CN" altLang="en-US" sz="1200" dirty="0">
                <a:solidFill>
                  <a:schemeClr val="tx1"/>
                </a:solidFill>
                <a:latin typeface="微软雅黑" panose="020B0503020204020204" charset="-122"/>
                <a:ea typeface="微软雅黑" panose="020B0503020204020204" charset="-122"/>
                <a:cs typeface="微软雅黑" panose="020B0503020204020204" charset="-122"/>
              </a:rPr>
              <a:t>对巷道平均利用率有一定提升</a:t>
            </a:r>
            <a:r>
              <a:rPr lang="en-US" sz="1200" dirty="0">
                <a:solidFill>
                  <a:schemeClr val="tx1"/>
                </a:solidFill>
                <a:latin typeface="微软雅黑" panose="020B0503020204020204" charset="-122"/>
                <a:ea typeface="微软雅黑" panose="020B0503020204020204" charset="-122"/>
                <a:cs typeface="微软雅黑" panose="020B0503020204020204" charset="-122"/>
              </a:rPr>
              <a:t>，相较基线模型提升</a:t>
            </a:r>
            <a:r>
              <a:rPr lang="en-US" sz="1200" b="1" dirty="0">
                <a:solidFill>
                  <a:schemeClr val="tx1"/>
                </a:solidFill>
                <a:latin typeface="微软雅黑" panose="020B0503020204020204" charset="-122"/>
                <a:ea typeface="微软雅黑" panose="020B0503020204020204" charset="-122"/>
                <a:cs typeface="微软雅黑" panose="020B0503020204020204" charset="-122"/>
              </a:rPr>
              <a:t>8.4%</a:t>
            </a:r>
            <a:r>
              <a:rPr lang="en-US" sz="1200" dirty="0">
                <a:solidFill>
                  <a:schemeClr val="tx1"/>
                </a:solidFill>
                <a:latin typeface="微软雅黑" panose="020B0503020204020204" charset="-122"/>
                <a:ea typeface="微软雅黑" panose="020B0503020204020204" charset="-122"/>
                <a:cs typeface="微软雅黑" panose="020B0503020204020204" charset="-122"/>
              </a:rPr>
              <a:t>，显著优于单一优化策略。</a:t>
            </a:r>
            <a:endParaRPr lang="en-US" sz="1200" dirty="0">
              <a:solidFill>
                <a:schemeClr val="tx1"/>
              </a:solidFill>
              <a:latin typeface="微软雅黑" panose="020B0503020204020204" charset="-122"/>
              <a:ea typeface="微软雅黑" panose="020B0503020204020204" charset="-122"/>
              <a:cs typeface="微软雅黑" panose="020B0503020204020204" charset="-122"/>
            </a:endParaRPr>
          </a:p>
        </p:txBody>
      </p:sp>
      <p:pic>
        <p:nvPicPr>
          <p:cNvPr id="25" name="Image 0" descr="https://kimi-img.moonshot.cn/pub/slides/26-01-15-10:06:24-d5k4n84432e7d5ck5rqg.png"/>
          <p:cNvPicPr>
            <a:picLocks noChangeAspect="1"/>
          </p:cNvPicPr>
          <p:nvPr/>
        </p:nvPicPr>
        <p:blipFill>
          <a:blip r:embed="rId23">
            <a:lum contrast="-48000"/>
          </a:blip>
          <a:srcRect/>
          <a:stretch>
            <a:fillRect/>
          </a:stretch>
        </p:blipFill>
        <p:spPr>
          <a:xfrm>
            <a:off x="469900" y="2219325"/>
            <a:ext cx="5314950" cy="3799205"/>
          </a:xfrm>
          <a:prstGeom prst="roundRect">
            <a:avLst>
              <a:gd name="adj" fmla="val 0"/>
            </a:avLst>
          </a:prstGeom>
        </p:spPr>
      </p:pic>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custDataLst>
              <p:tags r:id="rId1"/>
            </p:custDataLst>
          </p:nvPr>
        </p:nvSpPr>
        <p:spPr>
          <a:xfrm>
            <a:off x="381000" y="647700"/>
            <a:ext cx="11601450" cy="381000"/>
          </a:xfrm>
          <a:prstGeom prst="rect">
            <a:avLst/>
          </a:prstGeom>
          <a:noFill/>
        </p:spPr>
        <p:txBody>
          <a:bodyPr wrap="square" lIns="0" tIns="0" rIns="0" bIns="0" rtlCol="0" anchor="ctr"/>
          <a:lstStyle/>
          <a:p>
            <a:pPr>
              <a:lnSpc>
                <a:spcPct val="90000"/>
              </a:lnSpc>
            </a:pPr>
            <a:r>
              <a:rPr lang="en-US" sz="2700" b="1" dirty="0">
                <a:solidFill>
                  <a:schemeClr val="tx1"/>
                </a:solidFill>
                <a:latin typeface="微软雅黑" panose="020B0503020204020204" charset="-122"/>
                <a:ea typeface="微软雅黑" panose="020B0503020204020204" charset="-122"/>
                <a:cs typeface="MiSans" panose="00000500000000000000" pitchFamily="34" charset="-120"/>
              </a:rPr>
              <a:t>完工时间分析</a:t>
            </a:r>
            <a:endParaRPr lang="en-US" sz="2700" b="1" dirty="0">
              <a:solidFill>
                <a:schemeClr val="tx1"/>
              </a:solidFill>
              <a:latin typeface="微软雅黑" panose="020B0503020204020204" charset="-122"/>
              <a:ea typeface="微软雅黑" panose="020B0503020204020204" charset="-122"/>
              <a:cs typeface="MiSans" panose="00000500000000000000" pitchFamily="34" charset="-120"/>
            </a:endParaRPr>
          </a:p>
        </p:txBody>
      </p:sp>
      <p:sp>
        <p:nvSpPr>
          <p:cNvPr id="4" name="Text 2"/>
          <p:cNvSpPr/>
          <p:nvPr>
            <p:custDataLst>
              <p:tags r:id="rId2"/>
            </p:custDataLst>
          </p:nvPr>
        </p:nvSpPr>
        <p:spPr>
          <a:xfrm>
            <a:off x="381000" y="1104900"/>
            <a:ext cx="11515725" cy="266700"/>
          </a:xfrm>
          <a:prstGeom prst="rect">
            <a:avLst/>
          </a:prstGeom>
          <a:noFill/>
        </p:spPr>
        <p:txBody>
          <a:bodyPr wrap="square" lIns="0" tIns="0" rIns="0" bIns="0" rtlCol="0" anchor="ctr"/>
          <a:lstStyle/>
          <a:p>
            <a:pPr>
              <a:lnSpc>
                <a:spcPct val="130000"/>
              </a:lnSpc>
            </a:pPr>
            <a:r>
              <a:rPr lang="en-US" sz="1350" dirty="0">
                <a:solidFill>
                  <a:schemeClr val="tx1">
                    <a:alpha val="70000"/>
                  </a:schemeClr>
                </a:solidFill>
                <a:latin typeface="微软雅黑" panose="020B0503020204020204" charset="-122"/>
                <a:ea typeface="微软雅黑" panose="020B0503020204020204" charset="-122"/>
                <a:cs typeface="MiSans" panose="00000500000000000000" pitchFamily="34" charset="-120"/>
              </a:rPr>
              <a:t>仿真期间内每日完工时间对比</a:t>
            </a:r>
            <a:endParaRPr lang="en-US" sz="1350" dirty="0">
              <a:solidFill>
                <a:schemeClr val="tx1">
                  <a:alpha val="70000"/>
                </a:schemeClr>
              </a:solidFill>
              <a:latin typeface="微软雅黑" panose="020B0503020204020204" charset="-122"/>
              <a:ea typeface="微软雅黑" panose="020B0503020204020204" charset="-122"/>
              <a:cs typeface="MiSans" panose="00000500000000000000" pitchFamily="34" charset="-120"/>
            </a:endParaRPr>
          </a:p>
        </p:txBody>
      </p:sp>
      <p:sp>
        <p:nvSpPr>
          <p:cNvPr id="5" name="Shape 3"/>
          <p:cNvSpPr/>
          <p:nvPr>
            <p:custDataLst>
              <p:tags r:id="rId3"/>
            </p:custDataLst>
          </p:nvPr>
        </p:nvSpPr>
        <p:spPr>
          <a:xfrm>
            <a:off x="381000" y="14859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B88A53"/>
          </a:solidFill>
        </p:spPr>
      </p:sp>
      <p:sp>
        <p:nvSpPr>
          <p:cNvPr id="6" name="Shape 4"/>
          <p:cNvSpPr/>
          <p:nvPr>
            <p:custDataLst>
              <p:tags r:id="rId4"/>
            </p:custDataLst>
          </p:nvPr>
        </p:nvSpPr>
        <p:spPr>
          <a:xfrm>
            <a:off x="385763" y="1681163"/>
            <a:ext cx="5629275" cy="4457700"/>
          </a:xfrm>
          <a:custGeom>
            <a:avLst/>
            <a:gdLst/>
            <a:ahLst/>
            <a:cxnLst/>
            <a:rect l="l" t="t" r="r" b="b"/>
            <a:pathLst>
              <a:path w="5629275" h="4457700">
                <a:moveTo>
                  <a:pt x="38113" y="0"/>
                </a:moveTo>
                <a:lnTo>
                  <a:pt x="5591162" y="0"/>
                </a:lnTo>
                <a:cubicBezTo>
                  <a:pt x="5612211" y="0"/>
                  <a:pt x="5629275" y="17064"/>
                  <a:pt x="5629275" y="38113"/>
                </a:cubicBezTo>
                <a:lnTo>
                  <a:pt x="5629275" y="4419587"/>
                </a:lnTo>
                <a:cubicBezTo>
                  <a:pt x="5629275" y="4440636"/>
                  <a:pt x="5612211" y="4457700"/>
                  <a:pt x="5591162" y="4457700"/>
                </a:cubicBezTo>
                <a:lnTo>
                  <a:pt x="38113" y="4457700"/>
                </a:lnTo>
                <a:cubicBezTo>
                  <a:pt x="17064" y="4457700"/>
                  <a:pt x="0" y="4440636"/>
                  <a:pt x="0" y="4419587"/>
                </a:cubicBezTo>
                <a:lnTo>
                  <a:pt x="0" y="38113"/>
                </a:lnTo>
                <a:cubicBezTo>
                  <a:pt x="0" y="17064"/>
                  <a:pt x="17064" y="0"/>
                  <a:pt x="38113" y="0"/>
                </a:cubicBezTo>
                <a:close/>
              </a:path>
            </a:pathLst>
          </a:custGeom>
          <a:solidFill>
            <a:schemeClr val="bg1"/>
          </a:solidFill>
          <a:ln w="12700">
            <a:solidFill>
              <a:srgbClr val="6B7D91">
                <a:alpha val="40000"/>
              </a:srgbClr>
            </a:solidFill>
            <a:prstDash val="solid"/>
          </a:ln>
        </p:spPr>
      </p:sp>
      <p:sp>
        <p:nvSpPr>
          <p:cNvPr id="7" name="Text 5"/>
          <p:cNvSpPr/>
          <p:nvPr>
            <p:custDataLst>
              <p:tags r:id="rId5"/>
            </p:custDataLst>
          </p:nvPr>
        </p:nvSpPr>
        <p:spPr>
          <a:xfrm>
            <a:off x="542925" y="1838325"/>
            <a:ext cx="5410200" cy="266700"/>
          </a:xfrm>
          <a:prstGeom prst="rect">
            <a:avLst/>
          </a:prstGeom>
          <a:noFill/>
        </p:spPr>
        <p:txBody>
          <a:bodyPr wrap="square" lIns="0" tIns="0" rIns="0" bIns="0" rtlCol="0" anchor="ctr"/>
          <a:lstStyle/>
          <a:p>
            <a:pPr>
              <a:lnSpc>
                <a:spcPct val="120000"/>
              </a:lnSpc>
            </a:pPr>
            <a:r>
              <a:rPr lang="en-US" sz="1500" b="1" dirty="0">
                <a:solidFill>
                  <a:schemeClr val="tx1"/>
                </a:solidFill>
                <a:latin typeface="微软雅黑" panose="020B0503020204020204" charset="-122"/>
                <a:ea typeface="微软雅黑" panose="020B0503020204020204" charset="-122"/>
                <a:cs typeface="MiSans" panose="00000500000000000000" pitchFamily="34" charset="-120"/>
              </a:rPr>
              <a:t>四种策略完工时间对比</a:t>
            </a:r>
            <a:endParaRPr lang="en-US" sz="1500" b="1" dirty="0">
              <a:solidFill>
                <a:schemeClr val="tx1"/>
              </a:solidFill>
              <a:latin typeface="微软雅黑" panose="020B0503020204020204" charset="-122"/>
              <a:ea typeface="微软雅黑" panose="020B0503020204020204" charset="-122"/>
              <a:cs typeface="MiSans" panose="00000500000000000000" pitchFamily="34" charset="-120"/>
            </a:endParaRPr>
          </a:p>
        </p:txBody>
      </p:sp>
      <p:sp>
        <p:nvSpPr>
          <p:cNvPr id="9" name="Shape 6"/>
          <p:cNvSpPr/>
          <p:nvPr>
            <p:custDataLst>
              <p:tags r:id="rId6"/>
            </p:custDataLst>
          </p:nvPr>
        </p:nvSpPr>
        <p:spPr>
          <a:xfrm>
            <a:off x="6176963" y="1681163"/>
            <a:ext cx="5629275" cy="2686050"/>
          </a:xfrm>
          <a:custGeom>
            <a:avLst/>
            <a:gdLst/>
            <a:ahLst/>
            <a:cxnLst/>
            <a:rect l="l" t="t" r="r" b="b"/>
            <a:pathLst>
              <a:path w="5629275" h="2686050">
                <a:moveTo>
                  <a:pt x="38088" y="0"/>
                </a:moveTo>
                <a:lnTo>
                  <a:pt x="5591187" y="0"/>
                </a:lnTo>
                <a:cubicBezTo>
                  <a:pt x="5612222" y="0"/>
                  <a:pt x="5629275" y="17053"/>
                  <a:pt x="5629275" y="38088"/>
                </a:cubicBezTo>
                <a:lnTo>
                  <a:pt x="5629275" y="2647962"/>
                </a:lnTo>
                <a:cubicBezTo>
                  <a:pt x="5629275" y="2668997"/>
                  <a:pt x="5612222" y="2686050"/>
                  <a:pt x="5591187" y="2686050"/>
                </a:cubicBezTo>
                <a:lnTo>
                  <a:pt x="38088" y="2686050"/>
                </a:lnTo>
                <a:cubicBezTo>
                  <a:pt x="17053" y="2686050"/>
                  <a:pt x="0" y="2668997"/>
                  <a:pt x="0" y="2647962"/>
                </a:cubicBezTo>
                <a:lnTo>
                  <a:pt x="0" y="38088"/>
                </a:lnTo>
                <a:cubicBezTo>
                  <a:pt x="0" y="17053"/>
                  <a:pt x="17053" y="0"/>
                  <a:pt x="38088" y="0"/>
                </a:cubicBezTo>
                <a:close/>
              </a:path>
            </a:pathLst>
          </a:custGeom>
          <a:solidFill>
            <a:schemeClr val="bg1"/>
          </a:solidFill>
          <a:ln w="12700">
            <a:solidFill>
              <a:srgbClr val="6B7D91">
                <a:alpha val="40000"/>
              </a:srgbClr>
            </a:solidFill>
            <a:prstDash val="solid"/>
          </a:ln>
        </p:spPr>
      </p:sp>
      <p:sp>
        <p:nvSpPr>
          <p:cNvPr id="10" name="Text 7"/>
          <p:cNvSpPr/>
          <p:nvPr>
            <p:custDataLst>
              <p:tags r:id="rId7"/>
            </p:custDataLst>
          </p:nvPr>
        </p:nvSpPr>
        <p:spPr>
          <a:xfrm>
            <a:off x="6334125" y="1838325"/>
            <a:ext cx="5410200" cy="266700"/>
          </a:xfrm>
          <a:prstGeom prst="rect">
            <a:avLst/>
          </a:prstGeom>
          <a:noFill/>
        </p:spPr>
        <p:txBody>
          <a:bodyPr wrap="square" lIns="0" tIns="0" rIns="0" bIns="0" rtlCol="0" anchor="ctr"/>
          <a:lstStyle/>
          <a:p>
            <a:pPr>
              <a:lnSpc>
                <a:spcPct val="120000"/>
              </a:lnSpc>
            </a:pPr>
            <a:r>
              <a:rPr lang="en-US" sz="1500" b="1" dirty="0">
                <a:solidFill>
                  <a:schemeClr val="tx1"/>
                </a:solidFill>
                <a:latin typeface="微软雅黑" panose="020B0503020204020204" charset="-122"/>
                <a:ea typeface="微软雅黑" panose="020B0503020204020204" charset="-122"/>
                <a:cs typeface="MiSans" panose="00000500000000000000" pitchFamily="34" charset="-120"/>
              </a:rPr>
              <a:t>数据汇总表</a:t>
            </a:r>
            <a:endParaRPr lang="en-US" sz="1500" b="1" dirty="0">
              <a:solidFill>
                <a:schemeClr val="tx1"/>
              </a:solidFill>
              <a:latin typeface="微软雅黑" panose="020B0503020204020204" charset="-122"/>
              <a:ea typeface="微软雅黑" panose="020B0503020204020204" charset="-122"/>
              <a:cs typeface="MiSans" panose="00000500000000000000" pitchFamily="34" charset="-120"/>
            </a:endParaRPr>
          </a:p>
        </p:txBody>
      </p:sp>
      <p:graphicFrame>
        <p:nvGraphicFramePr>
          <p:cNvPr id="11" name="Table 0"/>
          <p:cNvGraphicFramePr>
            <a:graphicFrameLocks noGrp="1"/>
          </p:cNvGraphicFramePr>
          <p:nvPr>
            <p:custDataLst>
              <p:tags r:id="rId8"/>
            </p:custDataLst>
          </p:nvPr>
        </p:nvGraphicFramePr>
        <p:xfrm>
          <a:off x="6334125" y="2219325"/>
          <a:ext cx="5314950" cy="1990725"/>
        </p:xfrm>
        <a:graphic>
          <a:graphicData uri="http://schemas.openxmlformats.org/drawingml/2006/table">
            <a:tbl>
              <a:tblPr/>
              <a:tblGrid>
                <a:gridCol w="2447171"/>
                <a:gridCol w="1338297"/>
                <a:gridCol w="1529482"/>
              </a:tblGrid>
              <a:tr h="398145">
                <a:tc>
                  <a:txBody>
                    <a:bodyPr/>
                    <a:lstStyle/>
                    <a:p>
                      <a:pPr algn="l"/>
                      <a:r>
                        <a:rPr lang="en-US" sz="1200" b="1" u="none" dirty="0">
                          <a:solidFill>
                            <a:schemeClr val="tx1"/>
                          </a:solidFill>
                          <a:latin typeface="微软雅黑" panose="020B0503020204020204" charset="-122"/>
                          <a:ea typeface="微软雅黑" panose="020B0503020204020204" charset="-122"/>
                          <a:cs typeface="微软雅黑" panose="020B0503020204020204" pitchFamily="34" charset="-120"/>
                        </a:rPr>
                        <a:t>策略</a:t>
                      </a:r>
                      <a:endParaRPr lang="en-US" sz="1200" b="1"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0" cap="flat" cmpd="sng" algn="ctr">
                      <a:noFill/>
                    </a:lnL>
                    <a:lnR w="0" cap="flat" cmpd="sng" algn="ctr">
                      <a:noFill/>
                    </a:lnR>
                    <a:lnT w="0" cap="flat" cmpd="sng" algn="ctr">
                      <a:noFill/>
                    </a:lnT>
                    <a:lnB w="25400" cap="flat" cmpd="sng" algn="ctr">
                      <a:solidFill>
                        <a:srgbClr val="6B7D91"/>
                      </a:solidFill>
                      <a:prstDash val="solid"/>
                      <a:round/>
                      <a:headEnd type="none" w="med" len="med"/>
                      <a:tailEnd type="none" w="med" len="med"/>
                    </a:lnB>
                    <a:solidFill>
                      <a:srgbClr val="FFFFFF">
                        <a:alpha val="0"/>
                      </a:srgbClr>
                    </a:solidFill>
                  </a:tcPr>
                </a:tc>
                <a:tc>
                  <a:txBody>
                    <a:bodyPr/>
                    <a:lstStyle/>
                    <a:p>
                      <a:pPr algn="r"/>
                      <a:r>
                        <a:rPr lang="en-US" sz="1200" b="1" u="none" dirty="0">
                          <a:solidFill>
                            <a:schemeClr val="tx1"/>
                          </a:solidFill>
                          <a:latin typeface="微软雅黑" panose="020B0503020204020204" charset="-122"/>
                          <a:ea typeface="微软雅黑" panose="020B0503020204020204" charset="-122"/>
                          <a:cs typeface="微软雅黑" panose="020B0503020204020204" pitchFamily="34" charset="-120"/>
                        </a:rPr>
                        <a:t>平均完工时间</a:t>
                      </a:r>
                      <a:endParaRPr lang="en-US" sz="1200" b="1"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0" cap="flat" cmpd="sng" algn="ctr">
                      <a:noFill/>
                    </a:lnL>
                    <a:lnR w="0" cap="flat" cmpd="sng" algn="ctr">
                      <a:noFill/>
                    </a:lnR>
                    <a:lnT w="0" cap="flat" cmpd="sng" algn="ctr">
                      <a:noFill/>
                    </a:lnT>
                    <a:lnB w="25400" cap="flat" cmpd="sng" algn="ctr">
                      <a:solidFill>
                        <a:srgbClr val="6B7D91"/>
                      </a:solidFill>
                      <a:prstDash val="solid"/>
                      <a:round/>
                      <a:headEnd type="none" w="med" len="med"/>
                      <a:tailEnd type="none" w="med" len="med"/>
                    </a:lnB>
                    <a:solidFill>
                      <a:srgbClr val="FFFFFF">
                        <a:alpha val="0"/>
                      </a:srgbClr>
                    </a:solidFill>
                  </a:tcPr>
                </a:tc>
                <a:tc>
                  <a:txBody>
                    <a:bodyPr/>
                    <a:lstStyle/>
                    <a:p>
                      <a:pPr algn="r"/>
                      <a:r>
                        <a:rPr lang="en-US" sz="1200" b="1" u="none" dirty="0">
                          <a:solidFill>
                            <a:schemeClr val="tx1"/>
                          </a:solidFill>
                          <a:latin typeface="微软雅黑" panose="020B0503020204020204" charset="-122"/>
                          <a:ea typeface="微软雅黑" panose="020B0503020204020204" charset="-122"/>
                          <a:cs typeface="微软雅黑" panose="020B0503020204020204" charset="-122"/>
                        </a:rPr>
                        <a:t>较Baseline缩短</a:t>
                      </a:r>
                      <a:endParaRPr lang="en-US" sz="1200" b="1" u="none" dirty="0">
                        <a:solidFill>
                          <a:schemeClr val="tx1"/>
                        </a:solidFill>
                        <a:latin typeface="微软雅黑" panose="020B0503020204020204" charset="-122"/>
                        <a:ea typeface="微软雅黑" panose="020B0503020204020204" charset="-122"/>
                        <a:cs typeface="微软雅黑" panose="020B0503020204020204" charset="-122"/>
                      </a:endParaRPr>
                    </a:p>
                  </a:txBody>
                  <a:tcPr marL="0" marR="0" marT="76200" marB="76200" anchor="ctr">
                    <a:lnL w="0" cap="flat" cmpd="sng" algn="ctr">
                      <a:noFill/>
                    </a:lnL>
                    <a:lnR w="0" cap="flat" cmpd="sng" algn="ctr">
                      <a:noFill/>
                    </a:lnR>
                    <a:lnT w="0" cap="flat" cmpd="sng" algn="ctr">
                      <a:noFill/>
                    </a:lnT>
                    <a:lnB w="25400" cap="flat" cmpd="sng" algn="ctr">
                      <a:solidFill>
                        <a:srgbClr val="6B7D91"/>
                      </a:solidFill>
                      <a:prstDash val="solid"/>
                      <a:round/>
                      <a:headEnd type="none" w="med" len="med"/>
                      <a:tailEnd type="none" w="med" len="med"/>
                    </a:lnB>
                    <a:solidFill>
                      <a:srgbClr val="FFFFFF">
                        <a:alpha val="0"/>
                      </a:srgbClr>
                    </a:solidFill>
                  </a:tcPr>
                </a:tc>
              </a:tr>
              <a:tr h="398145">
                <a:tc>
                  <a:txBody>
                    <a:bodyPr/>
                    <a:lstStyle/>
                    <a:p>
                      <a:r>
                        <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rPr>
                        <a:t>Baseline</a:t>
                      </a:r>
                      <a:endPar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r"/>
                      <a:r>
                        <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rPr>
                        <a:t>6.71h</a:t>
                      </a:r>
                      <a:endPar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r"/>
                      <a:r>
                        <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rPr>
                        <a:t>—</a:t>
                      </a:r>
                      <a:endPar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r>
              <a:tr h="398145">
                <a:tc>
                  <a:txBody>
                    <a:bodyPr/>
                    <a:lstStyle/>
                    <a:p>
                      <a:r>
                        <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rPr>
                        <a:t>+Scheduling</a:t>
                      </a:r>
                      <a:endPar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r"/>
                      <a:r>
                        <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rPr>
                        <a:t>6.53h</a:t>
                      </a:r>
                      <a:endPar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r"/>
                      <a:r>
                        <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rPr>
                        <a:t>-2.7%</a:t>
                      </a:r>
                      <a:endPar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r>
              <a:tr h="398145">
                <a:tc>
                  <a:txBody>
                    <a:bodyPr/>
                    <a:lstStyle/>
                    <a:p>
                      <a:r>
                        <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rPr>
                        <a:t>+Allocation</a:t>
                      </a:r>
                      <a:endPar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r"/>
                      <a:r>
                        <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rPr>
                        <a:t>5.82h</a:t>
                      </a:r>
                      <a:endPar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r"/>
                      <a:r>
                        <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rPr>
                        <a:t>-13.3%</a:t>
                      </a:r>
                      <a:endPar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r>
              <a:tr h="398145">
                <a:tc>
                  <a:txBody>
                    <a:bodyPr/>
                    <a:lstStyle/>
                    <a:p>
                      <a:r>
                        <a:rPr lang="en-US" sz="1200" b="1" u="none" dirty="0">
                          <a:solidFill>
                            <a:schemeClr val="tx1"/>
                          </a:solidFill>
                          <a:latin typeface="微软雅黑" panose="020B0503020204020204" charset="-122"/>
                          <a:ea typeface="微软雅黑" panose="020B0503020204020204" charset="-122"/>
                          <a:cs typeface="微软雅黑" panose="020B0503020204020204" pitchFamily="34" charset="-120"/>
                        </a:rPr>
                        <a:t>+Allocation+Scheduling</a:t>
                      </a:r>
                      <a:endParaRPr lang="en-US" sz="1200" b="1"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50800" cap="flat" cmpd="sng" algn="ctr">
                      <a:solidFill>
                        <a:srgbClr val="B88A53"/>
                      </a:solidFill>
                      <a:prstDash val="solid"/>
                      <a:round/>
                      <a:headEnd type="none" w="med" len="med"/>
                      <a:tailEnd type="none" w="med" len="med"/>
                    </a:lnL>
                    <a:lnR w="0" cap="flat" cmpd="sng" algn="ctr">
                      <a:noFill/>
                    </a:lnR>
                    <a:lnT w="0" cap="flat" cmpd="sng" algn="ctr">
                      <a:noFill/>
                    </a:lnT>
                    <a:lnB w="0" cap="flat" cmpd="sng" algn="ctr">
                      <a:noFill/>
                    </a:lnB>
                    <a:solidFill>
                      <a:srgbClr val="B88A53">
                        <a:alpha val="20000"/>
                      </a:srgbClr>
                    </a:solidFill>
                  </a:tcPr>
                </a:tc>
                <a:tc>
                  <a:txBody>
                    <a:bodyPr/>
                    <a:lstStyle/>
                    <a:p>
                      <a:pPr algn="r"/>
                      <a:r>
                        <a:rPr lang="en-US" sz="1500" b="1" u="none" dirty="0">
                          <a:solidFill>
                            <a:schemeClr val="tx1"/>
                          </a:solidFill>
                          <a:latin typeface="微软雅黑" panose="020B0503020204020204" charset="-122"/>
                          <a:ea typeface="微软雅黑" panose="020B0503020204020204" charset="-122"/>
                          <a:cs typeface="微软雅黑" panose="020B0503020204020204" pitchFamily="34" charset="-120"/>
                        </a:rPr>
                        <a:t>5.71h</a:t>
                      </a:r>
                      <a:endParaRPr lang="en-US" sz="1500" b="1"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50800" cap="flat" cmpd="sng" algn="ctr">
                      <a:solidFill>
                        <a:srgbClr val="B88A53"/>
                      </a:solidFill>
                      <a:prstDash val="solid"/>
                      <a:round/>
                      <a:headEnd type="none" w="med" len="med"/>
                      <a:tailEnd type="none" w="med" len="med"/>
                    </a:lnL>
                    <a:lnR w="0" cap="flat" cmpd="sng" algn="ctr">
                      <a:noFill/>
                    </a:lnR>
                    <a:lnT w="0" cap="flat" cmpd="sng" algn="ctr">
                      <a:noFill/>
                    </a:lnT>
                    <a:lnB w="0" cap="flat" cmpd="sng" algn="ctr">
                      <a:noFill/>
                    </a:lnB>
                    <a:solidFill>
                      <a:srgbClr val="B88A53">
                        <a:alpha val="20000"/>
                      </a:srgbClr>
                    </a:solidFill>
                  </a:tcPr>
                </a:tc>
                <a:tc>
                  <a:txBody>
                    <a:bodyPr/>
                    <a:lstStyle/>
                    <a:p>
                      <a:pPr algn="r"/>
                      <a:r>
                        <a:rPr lang="en-US" sz="1500" b="1" u="none" dirty="0">
                          <a:solidFill>
                            <a:schemeClr val="tx1"/>
                          </a:solidFill>
                          <a:latin typeface="微软雅黑" panose="020B0503020204020204" charset="-122"/>
                          <a:ea typeface="微软雅黑" panose="020B0503020204020204" charset="-122"/>
                          <a:cs typeface="微软雅黑" panose="020B0503020204020204" pitchFamily="34" charset="-120"/>
                        </a:rPr>
                        <a:t>-14.9%</a:t>
                      </a:r>
                      <a:endParaRPr lang="en-US" sz="1500" b="1"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50800" cap="flat" cmpd="sng" algn="ctr">
                      <a:solidFill>
                        <a:srgbClr val="B88A53"/>
                      </a:solidFill>
                      <a:prstDash val="solid"/>
                      <a:round/>
                      <a:headEnd type="none" w="med" len="med"/>
                      <a:tailEnd type="none" w="med" len="med"/>
                    </a:lnL>
                    <a:lnR w="0" cap="flat" cmpd="sng" algn="ctr">
                      <a:noFill/>
                    </a:lnR>
                    <a:lnT w="0" cap="flat" cmpd="sng" algn="ctr">
                      <a:noFill/>
                    </a:lnT>
                    <a:lnB w="0" cap="flat" cmpd="sng" algn="ctr">
                      <a:noFill/>
                    </a:lnB>
                    <a:solidFill>
                      <a:srgbClr val="B88A53">
                        <a:alpha val="20000"/>
                      </a:srgbClr>
                    </a:solidFill>
                  </a:tcPr>
                </a:tc>
              </a:tr>
            </a:tbl>
          </a:graphicData>
        </a:graphic>
      </p:graphicFrame>
      <p:sp>
        <p:nvSpPr>
          <p:cNvPr id="12" name="Shape 8"/>
          <p:cNvSpPr/>
          <p:nvPr>
            <p:custDataLst>
              <p:tags r:id="rId9"/>
            </p:custDataLst>
          </p:nvPr>
        </p:nvSpPr>
        <p:spPr>
          <a:xfrm>
            <a:off x="6176963" y="4491038"/>
            <a:ext cx="1790700" cy="809625"/>
          </a:xfrm>
          <a:custGeom>
            <a:avLst/>
            <a:gdLst/>
            <a:ahLst/>
            <a:cxnLst/>
            <a:rect l="l" t="t" r="r" b="b"/>
            <a:pathLst>
              <a:path w="1790700" h="809625">
                <a:moveTo>
                  <a:pt x="38101" y="0"/>
                </a:moveTo>
                <a:lnTo>
                  <a:pt x="1752599" y="0"/>
                </a:lnTo>
                <a:cubicBezTo>
                  <a:pt x="1773642" y="0"/>
                  <a:pt x="1790700" y="17058"/>
                  <a:pt x="1790700" y="38101"/>
                </a:cubicBezTo>
                <a:lnTo>
                  <a:pt x="1790700" y="771524"/>
                </a:lnTo>
                <a:cubicBezTo>
                  <a:pt x="1790700" y="792567"/>
                  <a:pt x="1773642" y="809625"/>
                  <a:pt x="1752599" y="809625"/>
                </a:cubicBezTo>
                <a:lnTo>
                  <a:pt x="38101" y="809625"/>
                </a:lnTo>
                <a:cubicBezTo>
                  <a:pt x="17058" y="809625"/>
                  <a:pt x="0" y="792567"/>
                  <a:pt x="0" y="771524"/>
                </a:cubicBezTo>
                <a:lnTo>
                  <a:pt x="0" y="38101"/>
                </a:lnTo>
                <a:cubicBezTo>
                  <a:pt x="0" y="17058"/>
                  <a:pt x="17058" y="0"/>
                  <a:pt x="38101" y="0"/>
                </a:cubicBezTo>
                <a:close/>
              </a:path>
            </a:pathLst>
          </a:custGeom>
          <a:solidFill>
            <a:srgbClr val="B88A53">
              <a:alpha val="20000"/>
            </a:srgbClr>
          </a:solidFill>
          <a:ln w="12700">
            <a:solidFill>
              <a:srgbClr val="B88A53">
                <a:alpha val="40000"/>
              </a:srgbClr>
            </a:solidFill>
            <a:prstDash val="solid"/>
          </a:ln>
        </p:spPr>
      </p:sp>
      <p:sp>
        <p:nvSpPr>
          <p:cNvPr id="13" name="Text 9"/>
          <p:cNvSpPr/>
          <p:nvPr>
            <p:custDataLst>
              <p:tags r:id="rId10"/>
            </p:custDataLst>
          </p:nvPr>
        </p:nvSpPr>
        <p:spPr>
          <a:xfrm>
            <a:off x="6224588" y="4610100"/>
            <a:ext cx="1695450" cy="342900"/>
          </a:xfrm>
          <a:prstGeom prst="rect">
            <a:avLst/>
          </a:prstGeom>
          <a:noFill/>
        </p:spPr>
        <p:txBody>
          <a:bodyPr wrap="square" lIns="0" tIns="0" rIns="0" bIns="0" rtlCol="0" anchor="ctr"/>
          <a:lstStyle/>
          <a:p>
            <a:pPr algn="ctr">
              <a:lnSpc>
                <a:spcPct val="100000"/>
              </a:lnSpc>
            </a:pPr>
            <a:r>
              <a:rPr lang="en-US" sz="2250" b="1" dirty="0">
                <a:solidFill>
                  <a:schemeClr val="tx1"/>
                </a:solidFill>
                <a:latin typeface="微软雅黑" panose="020B0503020204020204" charset="-122"/>
                <a:ea typeface="微软雅黑" panose="020B0503020204020204" charset="-122"/>
                <a:cs typeface="Liter" panose="02000503030000020004" pitchFamily="34" charset="-120"/>
              </a:rPr>
              <a:t>-1.00h</a:t>
            </a:r>
            <a:endParaRPr lang="en-US" sz="2250" b="1" dirty="0">
              <a:solidFill>
                <a:schemeClr val="tx1"/>
              </a:solidFill>
              <a:latin typeface="微软雅黑" panose="020B0503020204020204" charset="-122"/>
              <a:ea typeface="微软雅黑" panose="020B0503020204020204" charset="-122"/>
              <a:cs typeface="Liter" panose="02000503030000020004" pitchFamily="34" charset="-120"/>
            </a:endParaRPr>
          </a:p>
        </p:txBody>
      </p:sp>
      <p:sp>
        <p:nvSpPr>
          <p:cNvPr id="14" name="Text 10"/>
          <p:cNvSpPr/>
          <p:nvPr>
            <p:custDataLst>
              <p:tags r:id="rId11"/>
            </p:custDataLst>
          </p:nvPr>
        </p:nvSpPr>
        <p:spPr>
          <a:xfrm>
            <a:off x="6262688" y="4991100"/>
            <a:ext cx="1619250" cy="190500"/>
          </a:xfrm>
          <a:prstGeom prst="rect">
            <a:avLst/>
          </a:prstGeom>
          <a:noFill/>
        </p:spPr>
        <p:txBody>
          <a:bodyPr wrap="square" lIns="0" tIns="0" rIns="0" bIns="0" rtlCol="0" anchor="ctr"/>
          <a:lstStyle/>
          <a:p>
            <a:pPr algn="ctr">
              <a:lnSpc>
                <a:spcPct val="120000"/>
              </a:lnSpc>
            </a:pPr>
            <a:r>
              <a:rPr lang="en-US" sz="1050" dirty="0">
                <a:solidFill>
                  <a:schemeClr val="tx1">
                    <a:alpha val="80000"/>
                  </a:schemeClr>
                </a:solidFill>
                <a:latin typeface="微软雅黑" panose="020B0503020204020204" charset="-122"/>
                <a:ea typeface="微软雅黑" panose="020B0503020204020204" charset="-122"/>
                <a:cs typeface="MiSans" panose="00000500000000000000" pitchFamily="34" charset="-120"/>
              </a:rPr>
              <a:t>绝对节省时间</a:t>
            </a:r>
            <a:endParaRPr lang="en-US" sz="1050" dirty="0">
              <a:solidFill>
                <a:schemeClr val="tx1">
                  <a:alpha val="80000"/>
                </a:schemeClr>
              </a:solidFill>
              <a:latin typeface="微软雅黑" panose="020B0503020204020204" charset="-122"/>
              <a:ea typeface="微软雅黑" panose="020B0503020204020204" charset="-122"/>
              <a:cs typeface="MiSans" panose="00000500000000000000" pitchFamily="34" charset="-120"/>
            </a:endParaRPr>
          </a:p>
        </p:txBody>
      </p:sp>
      <p:sp>
        <p:nvSpPr>
          <p:cNvPr id="15" name="Shape 11"/>
          <p:cNvSpPr/>
          <p:nvPr>
            <p:custDataLst>
              <p:tags r:id="rId12"/>
            </p:custDataLst>
          </p:nvPr>
        </p:nvSpPr>
        <p:spPr>
          <a:xfrm>
            <a:off x="8094613" y="4491038"/>
            <a:ext cx="1790700" cy="809625"/>
          </a:xfrm>
          <a:custGeom>
            <a:avLst/>
            <a:gdLst/>
            <a:ahLst/>
            <a:cxnLst/>
            <a:rect l="l" t="t" r="r" b="b"/>
            <a:pathLst>
              <a:path w="1790700" h="809625">
                <a:moveTo>
                  <a:pt x="38101" y="0"/>
                </a:moveTo>
                <a:lnTo>
                  <a:pt x="1752599" y="0"/>
                </a:lnTo>
                <a:cubicBezTo>
                  <a:pt x="1773642" y="0"/>
                  <a:pt x="1790700" y="17058"/>
                  <a:pt x="1790700" y="38101"/>
                </a:cubicBezTo>
                <a:lnTo>
                  <a:pt x="1790700" y="771524"/>
                </a:lnTo>
                <a:cubicBezTo>
                  <a:pt x="1790700" y="792567"/>
                  <a:pt x="1773642" y="809625"/>
                  <a:pt x="1752599" y="809625"/>
                </a:cubicBezTo>
                <a:lnTo>
                  <a:pt x="38101" y="809625"/>
                </a:lnTo>
                <a:cubicBezTo>
                  <a:pt x="17058" y="809625"/>
                  <a:pt x="0" y="792567"/>
                  <a:pt x="0" y="771524"/>
                </a:cubicBezTo>
                <a:lnTo>
                  <a:pt x="0" y="38101"/>
                </a:lnTo>
                <a:cubicBezTo>
                  <a:pt x="0" y="17058"/>
                  <a:pt x="17058" y="0"/>
                  <a:pt x="38101" y="0"/>
                </a:cubicBezTo>
                <a:close/>
              </a:path>
            </a:pathLst>
          </a:custGeom>
          <a:solidFill>
            <a:srgbClr val="3A5A78">
              <a:alpha val="30196"/>
            </a:srgbClr>
          </a:solidFill>
          <a:ln w="12700">
            <a:solidFill>
              <a:srgbClr val="3A5A78">
                <a:alpha val="50196"/>
              </a:srgbClr>
            </a:solidFill>
            <a:prstDash val="solid"/>
          </a:ln>
        </p:spPr>
      </p:sp>
      <p:sp>
        <p:nvSpPr>
          <p:cNvPr id="16" name="Text 12"/>
          <p:cNvSpPr/>
          <p:nvPr>
            <p:custDataLst>
              <p:tags r:id="rId13"/>
            </p:custDataLst>
          </p:nvPr>
        </p:nvSpPr>
        <p:spPr>
          <a:xfrm>
            <a:off x="8142238" y="4610100"/>
            <a:ext cx="1695450" cy="342900"/>
          </a:xfrm>
          <a:prstGeom prst="rect">
            <a:avLst/>
          </a:prstGeom>
          <a:noFill/>
        </p:spPr>
        <p:txBody>
          <a:bodyPr wrap="square" lIns="0" tIns="0" rIns="0" bIns="0" rtlCol="0" anchor="ctr"/>
          <a:lstStyle/>
          <a:p>
            <a:pPr algn="ctr">
              <a:lnSpc>
                <a:spcPct val="100000"/>
              </a:lnSpc>
            </a:pPr>
            <a:r>
              <a:rPr lang="en-US" sz="2250" b="1" dirty="0">
                <a:solidFill>
                  <a:schemeClr val="tx1"/>
                </a:solidFill>
                <a:latin typeface="微软雅黑" panose="020B0503020204020204" charset="-122"/>
                <a:ea typeface="微软雅黑" panose="020B0503020204020204" charset="-122"/>
                <a:cs typeface="Liter" panose="02000503030000020004" pitchFamily="34" charset="-120"/>
              </a:rPr>
              <a:t>14.9%</a:t>
            </a:r>
            <a:endParaRPr lang="en-US" sz="2250" b="1" dirty="0">
              <a:solidFill>
                <a:schemeClr val="tx1"/>
              </a:solidFill>
              <a:latin typeface="微软雅黑" panose="020B0503020204020204" charset="-122"/>
              <a:ea typeface="微软雅黑" panose="020B0503020204020204" charset="-122"/>
              <a:cs typeface="Liter" panose="02000503030000020004" pitchFamily="34" charset="-120"/>
            </a:endParaRPr>
          </a:p>
        </p:txBody>
      </p:sp>
      <p:sp>
        <p:nvSpPr>
          <p:cNvPr id="17" name="Text 13"/>
          <p:cNvSpPr/>
          <p:nvPr>
            <p:custDataLst>
              <p:tags r:id="rId14"/>
            </p:custDataLst>
          </p:nvPr>
        </p:nvSpPr>
        <p:spPr>
          <a:xfrm>
            <a:off x="8180338" y="4991100"/>
            <a:ext cx="1619250" cy="190500"/>
          </a:xfrm>
          <a:prstGeom prst="rect">
            <a:avLst/>
          </a:prstGeom>
          <a:noFill/>
        </p:spPr>
        <p:txBody>
          <a:bodyPr wrap="square" lIns="0" tIns="0" rIns="0" bIns="0" rtlCol="0" anchor="ctr"/>
          <a:lstStyle/>
          <a:p>
            <a:pPr algn="ctr">
              <a:lnSpc>
                <a:spcPct val="120000"/>
              </a:lnSpc>
            </a:pPr>
            <a:r>
              <a:rPr lang="en-US" sz="1050" dirty="0">
                <a:solidFill>
                  <a:schemeClr val="tx1">
                    <a:alpha val="80000"/>
                  </a:schemeClr>
                </a:solidFill>
                <a:latin typeface="微软雅黑" panose="020B0503020204020204" charset="-122"/>
                <a:ea typeface="微软雅黑" panose="020B0503020204020204" charset="-122"/>
                <a:cs typeface="MiSans" panose="00000500000000000000" pitchFamily="34" charset="-120"/>
              </a:rPr>
              <a:t>相对提升幅度</a:t>
            </a:r>
            <a:endParaRPr lang="en-US" sz="1050" dirty="0">
              <a:solidFill>
                <a:schemeClr val="tx1">
                  <a:alpha val="80000"/>
                </a:schemeClr>
              </a:solidFill>
              <a:latin typeface="微软雅黑" panose="020B0503020204020204" charset="-122"/>
              <a:ea typeface="微软雅黑" panose="020B0503020204020204" charset="-122"/>
              <a:cs typeface="MiSans" panose="00000500000000000000" pitchFamily="34" charset="-120"/>
            </a:endParaRPr>
          </a:p>
        </p:txBody>
      </p:sp>
      <p:sp>
        <p:nvSpPr>
          <p:cNvPr id="18" name="Shape 14"/>
          <p:cNvSpPr/>
          <p:nvPr>
            <p:custDataLst>
              <p:tags r:id="rId15"/>
            </p:custDataLst>
          </p:nvPr>
        </p:nvSpPr>
        <p:spPr>
          <a:xfrm>
            <a:off x="10012263" y="4491038"/>
            <a:ext cx="1790700" cy="809625"/>
          </a:xfrm>
          <a:custGeom>
            <a:avLst/>
            <a:gdLst/>
            <a:ahLst/>
            <a:cxnLst/>
            <a:rect l="l" t="t" r="r" b="b"/>
            <a:pathLst>
              <a:path w="1790700" h="809625">
                <a:moveTo>
                  <a:pt x="38101" y="0"/>
                </a:moveTo>
                <a:lnTo>
                  <a:pt x="1752599" y="0"/>
                </a:lnTo>
                <a:cubicBezTo>
                  <a:pt x="1773642" y="0"/>
                  <a:pt x="1790700" y="17058"/>
                  <a:pt x="1790700" y="38101"/>
                </a:cubicBezTo>
                <a:lnTo>
                  <a:pt x="1790700" y="771524"/>
                </a:lnTo>
                <a:cubicBezTo>
                  <a:pt x="1790700" y="792567"/>
                  <a:pt x="1773642" y="809625"/>
                  <a:pt x="1752599" y="809625"/>
                </a:cubicBezTo>
                <a:lnTo>
                  <a:pt x="38101" y="809625"/>
                </a:lnTo>
                <a:cubicBezTo>
                  <a:pt x="17058" y="809625"/>
                  <a:pt x="0" y="792567"/>
                  <a:pt x="0" y="771524"/>
                </a:cubicBezTo>
                <a:lnTo>
                  <a:pt x="0" y="38101"/>
                </a:lnTo>
                <a:cubicBezTo>
                  <a:pt x="0" y="17058"/>
                  <a:pt x="17058" y="0"/>
                  <a:pt x="38101" y="0"/>
                </a:cubicBezTo>
                <a:close/>
              </a:path>
            </a:pathLst>
          </a:custGeom>
          <a:solidFill>
            <a:srgbClr val="6B7D91">
              <a:alpha val="30196"/>
            </a:srgbClr>
          </a:solidFill>
          <a:ln w="12700">
            <a:solidFill>
              <a:srgbClr val="6B7D91">
                <a:alpha val="50196"/>
              </a:srgbClr>
            </a:solidFill>
            <a:prstDash val="solid"/>
          </a:ln>
        </p:spPr>
      </p:sp>
      <p:sp>
        <p:nvSpPr>
          <p:cNvPr id="19" name="Text 15"/>
          <p:cNvSpPr/>
          <p:nvPr>
            <p:custDataLst>
              <p:tags r:id="rId16"/>
            </p:custDataLst>
          </p:nvPr>
        </p:nvSpPr>
        <p:spPr>
          <a:xfrm>
            <a:off x="10059888" y="4610100"/>
            <a:ext cx="1695450" cy="342900"/>
          </a:xfrm>
          <a:prstGeom prst="rect">
            <a:avLst/>
          </a:prstGeom>
          <a:noFill/>
        </p:spPr>
        <p:txBody>
          <a:bodyPr wrap="square" lIns="0" tIns="0" rIns="0" bIns="0" rtlCol="0" anchor="ctr"/>
          <a:lstStyle/>
          <a:p>
            <a:pPr algn="ctr">
              <a:lnSpc>
                <a:spcPct val="100000"/>
              </a:lnSpc>
            </a:pPr>
            <a:r>
              <a:rPr lang="en-US" sz="2250" b="1" dirty="0">
                <a:solidFill>
                  <a:schemeClr val="tx1"/>
                </a:solidFill>
                <a:latin typeface="微软雅黑" panose="020B0503020204020204" charset="-122"/>
                <a:ea typeface="微软雅黑" panose="020B0503020204020204" charset="-122"/>
                <a:cs typeface="Liter" panose="02000503030000020004" pitchFamily="34" charset="-120"/>
              </a:rPr>
              <a:t>5.71h</a:t>
            </a:r>
            <a:endParaRPr lang="en-US" sz="2250" b="1" dirty="0">
              <a:solidFill>
                <a:schemeClr val="tx1"/>
              </a:solidFill>
              <a:latin typeface="微软雅黑" panose="020B0503020204020204" charset="-122"/>
              <a:ea typeface="微软雅黑" panose="020B0503020204020204" charset="-122"/>
              <a:cs typeface="Liter" panose="02000503030000020004" pitchFamily="34" charset="-120"/>
            </a:endParaRPr>
          </a:p>
        </p:txBody>
      </p:sp>
      <p:sp>
        <p:nvSpPr>
          <p:cNvPr id="20" name="Text 16"/>
          <p:cNvSpPr/>
          <p:nvPr>
            <p:custDataLst>
              <p:tags r:id="rId17"/>
            </p:custDataLst>
          </p:nvPr>
        </p:nvSpPr>
        <p:spPr>
          <a:xfrm>
            <a:off x="10097988" y="4991100"/>
            <a:ext cx="1619250" cy="190500"/>
          </a:xfrm>
          <a:prstGeom prst="rect">
            <a:avLst/>
          </a:prstGeom>
          <a:noFill/>
        </p:spPr>
        <p:txBody>
          <a:bodyPr wrap="square" lIns="0" tIns="0" rIns="0" bIns="0" rtlCol="0" anchor="ctr"/>
          <a:lstStyle/>
          <a:p>
            <a:pPr algn="ctr">
              <a:lnSpc>
                <a:spcPct val="120000"/>
              </a:lnSpc>
            </a:pPr>
            <a:r>
              <a:rPr lang="en-US" sz="1050" dirty="0">
                <a:solidFill>
                  <a:schemeClr val="tx1">
                    <a:alpha val="80000"/>
                  </a:schemeClr>
                </a:solidFill>
                <a:latin typeface="微软雅黑" panose="020B0503020204020204" charset="-122"/>
                <a:ea typeface="微软雅黑" panose="020B0503020204020204" charset="-122"/>
                <a:cs typeface="MiSans" panose="00000500000000000000" pitchFamily="34" charset="-120"/>
              </a:rPr>
              <a:t>最优完工时间</a:t>
            </a:r>
            <a:endParaRPr lang="en-US" sz="1050" dirty="0">
              <a:solidFill>
                <a:schemeClr val="tx1">
                  <a:alpha val="80000"/>
                </a:schemeClr>
              </a:solidFill>
              <a:latin typeface="微软雅黑" panose="020B0503020204020204" charset="-122"/>
              <a:ea typeface="微软雅黑" panose="020B0503020204020204" charset="-122"/>
              <a:cs typeface="MiSans" panose="00000500000000000000" pitchFamily="34" charset="-120"/>
            </a:endParaRPr>
          </a:p>
        </p:txBody>
      </p:sp>
      <p:sp>
        <p:nvSpPr>
          <p:cNvPr id="21" name="Shape 17"/>
          <p:cNvSpPr/>
          <p:nvPr>
            <p:custDataLst>
              <p:tags r:id="rId18"/>
            </p:custDataLst>
          </p:nvPr>
        </p:nvSpPr>
        <p:spPr>
          <a:xfrm>
            <a:off x="6191250" y="5419725"/>
            <a:ext cx="5619750" cy="723900"/>
          </a:xfrm>
          <a:custGeom>
            <a:avLst/>
            <a:gdLst/>
            <a:ahLst/>
            <a:cxnLst/>
            <a:rect l="l" t="t" r="r" b="b"/>
            <a:pathLst>
              <a:path w="5619750" h="723900">
                <a:moveTo>
                  <a:pt x="38099" y="0"/>
                </a:moveTo>
                <a:lnTo>
                  <a:pt x="5581651" y="0"/>
                </a:lnTo>
                <a:cubicBezTo>
                  <a:pt x="5602678" y="0"/>
                  <a:pt x="5619750" y="17072"/>
                  <a:pt x="5619750" y="38099"/>
                </a:cubicBezTo>
                <a:lnTo>
                  <a:pt x="5619750" y="685801"/>
                </a:lnTo>
                <a:cubicBezTo>
                  <a:pt x="5619750" y="706828"/>
                  <a:pt x="5602678" y="723900"/>
                  <a:pt x="5581651" y="723900"/>
                </a:cubicBezTo>
                <a:lnTo>
                  <a:pt x="38099" y="723900"/>
                </a:lnTo>
                <a:cubicBezTo>
                  <a:pt x="17072" y="723900"/>
                  <a:pt x="0" y="706828"/>
                  <a:pt x="0" y="685801"/>
                </a:cubicBezTo>
                <a:lnTo>
                  <a:pt x="0" y="38099"/>
                </a:lnTo>
                <a:cubicBezTo>
                  <a:pt x="0" y="17072"/>
                  <a:pt x="17072" y="0"/>
                  <a:pt x="38099" y="0"/>
                </a:cubicBezTo>
                <a:close/>
              </a:path>
            </a:pathLst>
          </a:custGeom>
          <a:solidFill>
            <a:srgbClr val="F8EEEE"/>
          </a:solidFill>
        </p:spPr>
      </p:sp>
      <p:sp>
        <p:nvSpPr>
          <p:cNvPr id="22" name="Shape 18"/>
          <p:cNvSpPr/>
          <p:nvPr>
            <p:custDataLst>
              <p:tags r:id="rId19"/>
            </p:custDataLst>
          </p:nvPr>
        </p:nvSpPr>
        <p:spPr>
          <a:xfrm>
            <a:off x="6191250" y="5419725"/>
            <a:ext cx="38100" cy="723900"/>
          </a:xfrm>
          <a:custGeom>
            <a:avLst/>
            <a:gdLst/>
            <a:ahLst/>
            <a:cxnLst/>
            <a:rect l="l" t="t" r="r" b="b"/>
            <a:pathLst>
              <a:path w="38100" h="723900">
                <a:moveTo>
                  <a:pt x="38100" y="0"/>
                </a:moveTo>
                <a:lnTo>
                  <a:pt x="38100" y="0"/>
                </a:lnTo>
                <a:lnTo>
                  <a:pt x="38100" y="723900"/>
                </a:lnTo>
                <a:lnTo>
                  <a:pt x="38100" y="723900"/>
                </a:lnTo>
                <a:cubicBezTo>
                  <a:pt x="17072" y="723900"/>
                  <a:pt x="0" y="706828"/>
                  <a:pt x="0" y="685800"/>
                </a:cubicBezTo>
                <a:lnTo>
                  <a:pt x="0" y="38100"/>
                </a:lnTo>
                <a:cubicBezTo>
                  <a:pt x="0" y="17072"/>
                  <a:pt x="17072" y="0"/>
                  <a:pt x="38100" y="0"/>
                </a:cubicBezTo>
                <a:close/>
              </a:path>
            </a:pathLst>
          </a:custGeom>
          <a:solidFill>
            <a:srgbClr val="B88A53"/>
          </a:solidFill>
        </p:spPr>
      </p:sp>
      <p:sp>
        <p:nvSpPr>
          <p:cNvPr id="23" name="Shape 19"/>
          <p:cNvSpPr/>
          <p:nvPr>
            <p:custDataLst>
              <p:tags r:id="rId20"/>
            </p:custDataLst>
          </p:nvPr>
        </p:nvSpPr>
        <p:spPr>
          <a:xfrm>
            <a:off x="6362700" y="5572125"/>
            <a:ext cx="114300" cy="152400"/>
          </a:xfrm>
          <a:custGeom>
            <a:avLst/>
            <a:gdLst/>
            <a:ahLst/>
            <a:cxnLst/>
            <a:rect l="l" t="t" r="r" b="b"/>
            <a:pathLst>
              <a:path w="114300" h="152400">
                <a:moveTo>
                  <a:pt x="87184" y="114300"/>
                </a:moveTo>
                <a:cubicBezTo>
                  <a:pt x="89356" y="107662"/>
                  <a:pt x="93702" y="101650"/>
                  <a:pt x="98614" y="96470"/>
                </a:cubicBezTo>
                <a:cubicBezTo>
                  <a:pt x="108347" y="86231"/>
                  <a:pt x="114300" y="72390"/>
                  <a:pt x="114300" y="57150"/>
                </a:cubicBezTo>
                <a:cubicBezTo>
                  <a:pt x="114300" y="25598"/>
                  <a:pt x="88702" y="0"/>
                  <a:pt x="57150" y="0"/>
                </a:cubicBezTo>
                <a:cubicBezTo>
                  <a:pt x="25598" y="0"/>
                  <a:pt x="0" y="25598"/>
                  <a:pt x="0" y="57150"/>
                </a:cubicBezTo>
                <a:cubicBezTo>
                  <a:pt x="0" y="72390"/>
                  <a:pt x="5953" y="86231"/>
                  <a:pt x="15686" y="96470"/>
                </a:cubicBezTo>
                <a:cubicBezTo>
                  <a:pt x="20598" y="101650"/>
                  <a:pt x="24973" y="107662"/>
                  <a:pt x="27116" y="114300"/>
                </a:cubicBezTo>
                <a:lnTo>
                  <a:pt x="87154" y="114300"/>
                </a:lnTo>
                <a:close/>
                <a:moveTo>
                  <a:pt x="85725" y="128588"/>
                </a:moveTo>
                <a:lnTo>
                  <a:pt x="28575" y="128588"/>
                </a:lnTo>
                <a:lnTo>
                  <a:pt x="28575" y="133350"/>
                </a:lnTo>
                <a:cubicBezTo>
                  <a:pt x="28575" y="146506"/>
                  <a:pt x="39231" y="157163"/>
                  <a:pt x="52388" y="157163"/>
                </a:cubicBezTo>
                <a:lnTo>
                  <a:pt x="61912" y="157163"/>
                </a:lnTo>
                <a:cubicBezTo>
                  <a:pt x="75069" y="157163"/>
                  <a:pt x="85725" y="146506"/>
                  <a:pt x="85725" y="133350"/>
                </a:cubicBezTo>
                <a:lnTo>
                  <a:pt x="85725" y="128588"/>
                </a:lnTo>
                <a:close/>
                <a:moveTo>
                  <a:pt x="54769" y="33338"/>
                </a:moveTo>
                <a:cubicBezTo>
                  <a:pt x="42922" y="33338"/>
                  <a:pt x="33338" y="42922"/>
                  <a:pt x="33338" y="54769"/>
                </a:cubicBezTo>
                <a:cubicBezTo>
                  <a:pt x="33338" y="58728"/>
                  <a:pt x="30153" y="61912"/>
                  <a:pt x="26194" y="61912"/>
                </a:cubicBezTo>
                <a:cubicBezTo>
                  <a:pt x="22235" y="61912"/>
                  <a:pt x="19050" y="58728"/>
                  <a:pt x="19050" y="54769"/>
                </a:cubicBezTo>
                <a:cubicBezTo>
                  <a:pt x="19050" y="35034"/>
                  <a:pt x="35034" y="19050"/>
                  <a:pt x="54769" y="19050"/>
                </a:cubicBezTo>
                <a:cubicBezTo>
                  <a:pt x="58728" y="19050"/>
                  <a:pt x="61912" y="22235"/>
                  <a:pt x="61912" y="26194"/>
                </a:cubicBezTo>
                <a:cubicBezTo>
                  <a:pt x="61912" y="30153"/>
                  <a:pt x="58728" y="33338"/>
                  <a:pt x="54769" y="33338"/>
                </a:cubicBezTo>
                <a:close/>
              </a:path>
            </a:pathLst>
          </a:custGeom>
          <a:solidFill>
            <a:srgbClr val="B88A53"/>
          </a:solidFill>
        </p:spPr>
      </p:sp>
      <p:sp>
        <p:nvSpPr>
          <p:cNvPr id="24" name="Text 20"/>
          <p:cNvSpPr/>
          <p:nvPr>
            <p:custDataLst>
              <p:tags r:id="rId21"/>
            </p:custDataLst>
          </p:nvPr>
        </p:nvSpPr>
        <p:spPr>
          <a:xfrm>
            <a:off x="6572250" y="5534025"/>
            <a:ext cx="5200650" cy="495300"/>
          </a:xfrm>
          <a:prstGeom prst="rect">
            <a:avLst/>
          </a:prstGeom>
          <a:noFill/>
        </p:spPr>
        <p:txBody>
          <a:bodyPr wrap="square" lIns="0" tIns="0" rIns="0" bIns="0" rtlCol="0" anchor="ctr"/>
          <a:lstStyle/>
          <a:p>
            <a:pPr>
              <a:lnSpc>
                <a:spcPct val="140000"/>
              </a:lnSpc>
            </a:pPr>
            <a:r>
              <a:rPr lang="en-US" sz="1200" b="1" dirty="0">
                <a:solidFill>
                  <a:schemeClr val="tx1"/>
                </a:solidFill>
                <a:latin typeface="微软雅黑" panose="020B0503020204020204" charset="-122"/>
                <a:ea typeface="微软雅黑" panose="020B0503020204020204" charset="-122"/>
                <a:cs typeface="微软雅黑" panose="020B0503020204020204" charset="-122"/>
              </a:rPr>
              <a:t>关键发现：</a:t>
            </a:r>
            <a:r>
              <a:rPr lang="en-US" sz="1200" dirty="0">
                <a:solidFill>
                  <a:schemeClr val="tx1"/>
                </a:solidFill>
                <a:latin typeface="微软雅黑" panose="020B0503020204020204" charset="-122"/>
                <a:ea typeface="微软雅黑" panose="020B0503020204020204" charset="-122"/>
                <a:cs typeface="微软雅黑" panose="020B0503020204020204" charset="-122"/>
              </a:rPr>
              <a:t>全链路优化策略将平均完工时间从</a:t>
            </a:r>
            <a:r>
              <a:rPr lang="en-US" sz="1200" b="1" dirty="0">
                <a:solidFill>
                  <a:schemeClr val="tx1"/>
                </a:solidFill>
                <a:latin typeface="微软雅黑" panose="020B0503020204020204" charset="-122"/>
                <a:ea typeface="微软雅黑" panose="020B0503020204020204" charset="-122"/>
                <a:cs typeface="微软雅黑" panose="020B0503020204020204" charset="-122"/>
              </a:rPr>
              <a:t>6.71小时</a:t>
            </a:r>
            <a:r>
              <a:rPr lang="en-US" sz="1200" dirty="0">
                <a:solidFill>
                  <a:schemeClr val="tx1"/>
                </a:solidFill>
                <a:latin typeface="微软雅黑" panose="020B0503020204020204" charset="-122"/>
                <a:ea typeface="微软雅黑" panose="020B0503020204020204" charset="-122"/>
                <a:cs typeface="微软雅黑" panose="020B0503020204020204" charset="-122"/>
              </a:rPr>
              <a:t>压缩至</a:t>
            </a:r>
            <a:r>
              <a:rPr lang="en-US" sz="1200" b="1" dirty="0">
                <a:solidFill>
                  <a:schemeClr val="tx1"/>
                </a:solidFill>
                <a:latin typeface="微软雅黑" panose="020B0503020204020204" charset="-122"/>
                <a:ea typeface="微软雅黑" panose="020B0503020204020204" charset="-122"/>
                <a:cs typeface="微软雅黑" panose="020B0503020204020204" charset="-122"/>
              </a:rPr>
              <a:t>5.71小时</a:t>
            </a:r>
            <a:r>
              <a:rPr lang="en-US" sz="1200" dirty="0">
                <a:solidFill>
                  <a:schemeClr val="tx1"/>
                </a:solidFill>
                <a:latin typeface="微软雅黑" panose="020B0503020204020204" charset="-122"/>
                <a:ea typeface="微软雅黑" panose="020B0503020204020204" charset="-122"/>
                <a:cs typeface="微软雅黑" panose="020B0503020204020204" charset="-122"/>
              </a:rPr>
              <a:t>，每小时节省作业时间相当于提升</a:t>
            </a:r>
            <a:r>
              <a:rPr lang="en-US" sz="1200" b="1" dirty="0">
                <a:solidFill>
                  <a:schemeClr val="tx1"/>
                </a:solidFill>
                <a:latin typeface="微软雅黑" panose="020B0503020204020204" charset="-122"/>
                <a:ea typeface="微软雅黑" panose="020B0503020204020204" charset="-122"/>
                <a:cs typeface="微软雅黑" panose="020B0503020204020204" charset="-122"/>
              </a:rPr>
              <a:t>14.9%</a:t>
            </a:r>
            <a:r>
              <a:rPr lang="en-US" sz="1200" dirty="0">
                <a:solidFill>
                  <a:schemeClr val="tx1"/>
                </a:solidFill>
                <a:latin typeface="微软雅黑" panose="020B0503020204020204" charset="-122"/>
                <a:ea typeface="微软雅黑" panose="020B0503020204020204" charset="-122"/>
                <a:cs typeface="微软雅黑" panose="020B0503020204020204" charset="-122"/>
              </a:rPr>
              <a:t>的系统吞吐能力。</a:t>
            </a:r>
            <a:endParaRPr lang="en-US" sz="1200" dirty="0">
              <a:solidFill>
                <a:schemeClr val="tx1"/>
              </a:solidFill>
              <a:latin typeface="微软雅黑" panose="020B0503020204020204" charset="-122"/>
              <a:ea typeface="微软雅黑" panose="020B0503020204020204" charset="-122"/>
              <a:cs typeface="微软雅黑" panose="020B0503020204020204" charset="-122"/>
            </a:endParaRPr>
          </a:p>
        </p:txBody>
      </p:sp>
      <p:pic>
        <p:nvPicPr>
          <p:cNvPr id="2" name="Image 0" descr="https://kimi-img.moonshot.cn/pub/slides/26-01-15-10:06:24-d5k4n85jqedc3dg3dveg.png"/>
          <p:cNvPicPr>
            <a:picLocks noChangeAspect="1"/>
          </p:cNvPicPr>
          <p:nvPr/>
        </p:nvPicPr>
        <p:blipFill>
          <a:blip r:embed="rId22">
            <a:lum contrast="-60000"/>
          </a:blip>
          <a:srcRect/>
          <a:stretch>
            <a:fillRect/>
          </a:stretch>
        </p:blipFill>
        <p:spPr>
          <a:xfrm>
            <a:off x="533400" y="2295525"/>
            <a:ext cx="5314950" cy="3429000"/>
          </a:xfrm>
          <a:prstGeom prst="roundRect">
            <a:avLst>
              <a:gd name="adj" fmla="val 0"/>
            </a:avLst>
          </a:prstGeom>
        </p:spPr>
      </p:pic>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custDataLst>
              <p:tags r:id="rId1"/>
            </p:custDataLst>
          </p:nvPr>
        </p:nvSpPr>
        <p:spPr>
          <a:xfrm>
            <a:off x="417195" y="647700"/>
            <a:ext cx="11601450" cy="381000"/>
          </a:xfrm>
          <a:prstGeom prst="rect">
            <a:avLst/>
          </a:prstGeom>
          <a:noFill/>
        </p:spPr>
        <p:txBody>
          <a:bodyPr wrap="square" lIns="0" tIns="0" rIns="0" bIns="0" rtlCol="0" anchor="ctr"/>
          <a:lstStyle/>
          <a:p>
            <a:pPr>
              <a:lnSpc>
                <a:spcPct val="90000"/>
              </a:lnSpc>
            </a:pPr>
            <a:r>
              <a:rPr lang="en-US" sz="2700" b="1" dirty="0">
                <a:solidFill>
                  <a:schemeClr val="tx1"/>
                </a:solidFill>
                <a:latin typeface="微软雅黑" panose="020B0503020204020204" charset="-122"/>
                <a:ea typeface="微软雅黑" panose="020B0503020204020204" charset="-122"/>
                <a:cs typeface="微软雅黑" panose="020B0503020204020204" charset="-122"/>
              </a:rPr>
              <a:t>移库次数分析 </a:t>
            </a:r>
            <a:endParaRPr lang="en-US" sz="2700" b="1" dirty="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4" name="Text 2"/>
          <p:cNvSpPr/>
          <p:nvPr>
            <p:custDataLst>
              <p:tags r:id="rId2"/>
            </p:custDataLst>
          </p:nvPr>
        </p:nvSpPr>
        <p:spPr>
          <a:xfrm>
            <a:off x="417195" y="1104900"/>
            <a:ext cx="11515725" cy="266700"/>
          </a:xfrm>
          <a:prstGeom prst="rect">
            <a:avLst/>
          </a:prstGeom>
          <a:noFill/>
        </p:spPr>
        <p:txBody>
          <a:bodyPr wrap="square" lIns="0" tIns="0" rIns="0" bIns="0" rtlCol="0" anchor="ctr"/>
          <a:lstStyle/>
          <a:p>
            <a:pPr>
              <a:lnSpc>
                <a:spcPct val="130000"/>
              </a:lnSpc>
            </a:pPr>
            <a:r>
              <a:rPr lang="en-US" sz="1350" dirty="0">
                <a:solidFill>
                  <a:schemeClr val="tx1">
                    <a:alpha val="70000"/>
                  </a:schemeClr>
                </a:solidFill>
                <a:latin typeface="微软雅黑" panose="020B0503020204020204" charset="-122"/>
                <a:ea typeface="微软雅黑" panose="020B0503020204020204" charset="-122"/>
                <a:cs typeface="MiSans" panose="00000500000000000000" pitchFamily="34" charset="-120"/>
              </a:rPr>
              <a:t>仿真期间内每日移库数量对比</a:t>
            </a:r>
            <a:endParaRPr lang="en-US" sz="1350" dirty="0">
              <a:solidFill>
                <a:schemeClr val="tx1">
                  <a:alpha val="70000"/>
                </a:schemeClr>
              </a:solidFill>
              <a:latin typeface="微软雅黑" panose="020B0503020204020204" charset="-122"/>
              <a:ea typeface="微软雅黑" panose="020B0503020204020204" charset="-122"/>
              <a:cs typeface="MiSans" panose="00000500000000000000" pitchFamily="34" charset="-120"/>
            </a:endParaRPr>
          </a:p>
        </p:txBody>
      </p:sp>
      <p:sp>
        <p:nvSpPr>
          <p:cNvPr id="5" name="Shape 3"/>
          <p:cNvSpPr/>
          <p:nvPr>
            <p:custDataLst>
              <p:tags r:id="rId3"/>
            </p:custDataLst>
          </p:nvPr>
        </p:nvSpPr>
        <p:spPr>
          <a:xfrm>
            <a:off x="417195" y="14859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B88A53"/>
          </a:solidFill>
        </p:spPr>
      </p:sp>
      <p:sp>
        <p:nvSpPr>
          <p:cNvPr id="6" name="Shape 4"/>
          <p:cNvSpPr/>
          <p:nvPr>
            <p:custDataLst>
              <p:tags r:id="rId4"/>
            </p:custDataLst>
          </p:nvPr>
        </p:nvSpPr>
        <p:spPr>
          <a:xfrm>
            <a:off x="421958" y="1681163"/>
            <a:ext cx="5629275" cy="4457700"/>
          </a:xfrm>
          <a:custGeom>
            <a:avLst/>
            <a:gdLst/>
            <a:ahLst/>
            <a:cxnLst/>
            <a:rect l="l" t="t" r="r" b="b"/>
            <a:pathLst>
              <a:path w="5629275" h="4457700">
                <a:moveTo>
                  <a:pt x="38113" y="0"/>
                </a:moveTo>
                <a:lnTo>
                  <a:pt x="5591162" y="0"/>
                </a:lnTo>
                <a:cubicBezTo>
                  <a:pt x="5612211" y="0"/>
                  <a:pt x="5629275" y="17064"/>
                  <a:pt x="5629275" y="38113"/>
                </a:cubicBezTo>
                <a:lnTo>
                  <a:pt x="5629275" y="4419587"/>
                </a:lnTo>
                <a:cubicBezTo>
                  <a:pt x="5629275" y="4440636"/>
                  <a:pt x="5612211" y="4457700"/>
                  <a:pt x="5591162" y="4457700"/>
                </a:cubicBezTo>
                <a:lnTo>
                  <a:pt x="38113" y="4457700"/>
                </a:lnTo>
                <a:cubicBezTo>
                  <a:pt x="17064" y="4457700"/>
                  <a:pt x="0" y="4440636"/>
                  <a:pt x="0" y="4419587"/>
                </a:cubicBezTo>
                <a:lnTo>
                  <a:pt x="0" y="38113"/>
                </a:lnTo>
                <a:cubicBezTo>
                  <a:pt x="0" y="17064"/>
                  <a:pt x="17064" y="0"/>
                  <a:pt x="38113" y="0"/>
                </a:cubicBezTo>
                <a:close/>
              </a:path>
            </a:pathLst>
          </a:custGeom>
          <a:solidFill>
            <a:schemeClr val="bg1"/>
          </a:solidFill>
          <a:ln w="12700">
            <a:solidFill>
              <a:srgbClr val="6B7D91">
                <a:alpha val="40000"/>
              </a:srgbClr>
            </a:solidFill>
            <a:prstDash val="solid"/>
          </a:ln>
        </p:spPr>
      </p:sp>
      <p:sp>
        <p:nvSpPr>
          <p:cNvPr id="7" name="Text 5"/>
          <p:cNvSpPr/>
          <p:nvPr>
            <p:custDataLst>
              <p:tags r:id="rId5"/>
            </p:custDataLst>
          </p:nvPr>
        </p:nvSpPr>
        <p:spPr>
          <a:xfrm>
            <a:off x="579120" y="1838325"/>
            <a:ext cx="5410200" cy="266700"/>
          </a:xfrm>
          <a:prstGeom prst="rect">
            <a:avLst/>
          </a:prstGeom>
          <a:noFill/>
        </p:spPr>
        <p:txBody>
          <a:bodyPr wrap="square" lIns="0" tIns="0" rIns="0" bIns="0" rtlCol="0" anchor="ctr"/>
          <a:lstStyle/>
          <a:p>
            <a:pPr>
              <a:lnSpc>
                <a:spcPct val="120000"/>
              </a:lnSpc>
            </a:pPr>
            <a:r>
              <a:rPr lang="en-US" sz="1500" b="1" dirty="0">
                <a:solidFill>
                  <a:schemeClr val="tx1"/>
                </a:solidFill>
                <a:latin typeface="微软雅黑" panose="020B0503020204020204" charset="-122"/>
                <a:ea typeface="微软雅黑" panose="020B0503020204020204" charset="-122"/>
                <a:cs typeface="MiSans" panose="00000500000000000000" pitchFamily="34" charset="-120"/>
              </a:rPr>
              <a:t>四种策略移库次数对比</a:t>
            </a:r>
            <a:endParaRPr lang="en-US" sz="1500" b="1" dirty="0">
              <a:solidFill>
                <a:schemeClr val="tx1"/>
              </a:solidFill>
              <a:latin typeface="微软雅黑" panose="020B0503020204020204" charset="-122"/>
              <a:ea typeface="微软雅黑" panose="020B0503020204020204" charset="-122"/>
              <a:cs typeface="MiSans" panose="00000500000000000000" pitchFamily="34" charset="-120"/>
            </a:endParaRPr>
          </a:p>
        </p:txBody>
      </p:sp>
      <p:sp>
        <p:nvSpPr>
          <p:cNvPr id="9" name="Shape 6"/>
          <p:cNvSpPr/>
          <p:nvPr>
            <p:custDataLst>
              <p:tags r:id="rId6"/>
            </p:custDataLst>
          </p:nvPr>
        </p:nvSpPr>
        <p:spPr>
          <a:xfrm>
            <a:off x="6213158" y="1681163"/>
            <a:ext cx="5629275" cy="2686050"/>
          </a:xfrm>
          <a:custGeom>
            <a:avLst/>
            <a:gdLst/>
            <a:ahLst/>
            <a:cxnLst/>
            <a:rect l="l" t="t" r="r" b="b"/>
            <a:pathLst>
              <a:path w="5629275" h="2686050">
                <a:moveTo>
                  <a:pt x="38088" y="0"/>
                </a:moveTo>
                <a:lnTo>
                  <a:pt x="5591187" y="0"/>
                </a:lnTo>
                <a:cubicBezTo>
                  <a:pt x="5612222" y="0"/>
                  <a:pt x="5629275" y="17053"/>
                  <a:pt x="5629275" y="38088"/>
                </a:cubicBezTo>
                <a:lnTo>
                  <a:pt x="5629275" y="2647962"/>
                </a:lnTo>
                <a:cubicBezTo>
                  <a:pt x="5629275" y="2668997"/>
                  <a:pt x="5612222" y="2686050"/>
                  <a:pt x="5591187" y="2686050"/>
                </a:cubicBezTo>
                <a:lnTo>
                  <a:pt x="38088" y="2686050"/>
                </a:lnTo>
                <a:cubicBezTo>
                  <a:pt x="17053" y="2686050"/>
                  <a:pt x="0" y="2668997"/>
                  <a:pt x="0" y="2647962"/>
                </a:cubicBezTo>
                <a:lnTo>
                  <a:pt x="0" y="38088"/>
                </a:lnTo>
                <a:cubicBezTo>
                  <a:pt x="0" y="17053"/>
                  <a:pt x="17053" y="0"/>
                  <a:pt x="38088" y="0"/>
                </a:cubicBezTo>
                <a:close/>
              </a:path>
            </a:pathLst>
          </a:custGeom>
          <a:solidFill>
            <a:schemeClr val="bg1"/>
          </a:solidFill>
          <a:ln w="12700">
            <a:solidFill>
              <a:srgbClr val="6B7D91">
                <a:alpha val="40000"/>
              </a:srgbClr>
            </a:solidFill>
            <a:prstDash val="solid"/>
          </a:ln>
        </p:spPr>
      </p:sp>
      <p:sp>
        <p:nvSpPr>
          <p:cNvPr id="10" name="Text 7"/>
          <p:cNvSpPr/>
          <p:nvPr>
            <p:custDataLst>
              <p:tags r:id="rId7"/>
            </p:custDataLst>
          </p:nvPr>
        </p:nvSpPr>
        <p:spPr>
          <a:xfrm>
            <a:off x="6370320" y="1838325"/>
            <a:ext cx="5410200" cy="266700"/>
          </a:xfrm>
          <a:prstGeom prst="rect">
            <a:avLst/>
          </a:prstGeom>
          <a:noFill/>
        </p:spPr>
        <p:txBody>
          <a:bodyPr wrap="square" lIns="0" tIns="0" rIns="0" bIns="0" rtlCol="0" anchor="ctr"/>
          <a:lstStyle/>
          <a:p>
            <a:pPr>
              <a:lnSpc>
                <a:spcPct val="120000"/>
              </a:lnSpc>
            </a:pPr>
            <a:r>
              <a:rPr lang="en-US" sz="1500" b="1" dirty="0">
                <a:solidFill>
                  <a:schemeClr val="tx1"/>
                </a:solidFill>
                <a:latin typeface="微软雅黑" panose="020B0503020204020204" charset="-122"/>
                <a:ea typeface="微软雅黑" panose="020B0503020204020204" charset="-122"/>
                <a:cs typeface="MiSans" panose="00000500000000000000" pitchFamily="34" charset="-120"/>
              </a:rPr>
              <a:t>数据汇总表</a:t>
            </a:r>
            <a:endParaRPr lang="en-US" sz="1500" b="1" dirty="0">
              <a:solidFill>
                <a:schemeClr val="tx1"/>
              </a:solidFill>
              <a:latin typeface="微软雅黑" panose="020B0503020204020204" charset="-122"/>
              <a:ea typeface="微软雅黑" panose="020B0503020204020204" charset="-122"/>
              <a:cs typeface="MiSans" panose="00000500000000000000" pitchFamily="34" charset="-120"/>
            </a:endParaRPr>
          </a:p>
        </p:txBody>
      </p:sp>
      <p:graphicFrame>
        <p:nvGraphicFramePr>
          <p:cNvPr id="11" name="Table 0"/>
          <p:cNvGraphicFramePr>
            <a:graphicFrameLocks noGrp="1"/>
          </p:cNvGraphicFramePr>
          <p:nvPr>
            <p:custDataLst>
              <p:tags r:id="rId8"/>
            </p:custDataLst>
          </p:nvPr>
        </p:nvGraphicFramePr>
        <p:xfrm>
          <a:off x="6370320" y="2219325"/>
          <a:ext cx="5314950" cy="1990725"/>
        </p:xfrm>
        <a:graphic>
          <a:graphicData uri="http://schemas.openxmlformats.org/drawingml/2006/table">
            <a:tbl>
              <a:tblPr/>
              <a:tblGrid>
                <a:gridCol w="2447171"/>
                <a:gridCol w="1338297"/>
                <a:gridCol w="1529482"/>
              </a:tblGrid>
              <a:tr h="398145">
                <a:tc>
                  <a:txBody>
                    <a:bodyPr/>
                    <a:lstStyle/>
                    <a:p>
                      <a:pPr algn="l"/>
                      <a:r>
                        <a:rPr lang="en-US" sz="1200" b="1" u="none" dirty="0">
                          <a:solidFill>
                            <a:schemeClr val="tx1"/>
                          </a:solidFill>
                          <a:latin typeface="微软雅黑" panose="020B0503020204020204" charset="-122"/>
                          <a:ea typeface="微软雅黑" panose="020B0503020204020204" charset="-122"/>
                          <a:cs typeface="微软雅黑" panose="020B0503020204020204" pitchFamily="34" charset="-120"/>
                        </a:rPr>
                        <a:t>策略</a:t>
                      </a:r>
                      <a:endParaRPr lang="en-US" sz="1200" b="1"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0" cap="flat" cmpd="sng" algn="ctr">
                      <a:noFill/>
                    </a:lnL>
                    <a:lnR w="0" cap="flat" cmpd="sng" algn="ctr">
                      <a:noFill/>
                    </a:lnR>
                    <a:lnT w="0" cap="flat" cmpd="sng" algn="ctr">
                      <a:noFill/>
                    </a:lnT>
                    <a:lnB w="25400" cap="flat" cmpd="sng" algn="ctr">
                      <a:solidFill>
                        <a:srgbClr val="6B7D91"/>
                      </a:solidFill>
                      <a:prstDash val="solid"/>
                      <a:round/>
                      <a:headEnd type="none" w="med" len="med"/>
                      <a:tailEnd type="none" w="med" len="med"/>
                    </a:lnB>
                    <a:solidFill>
                      <a:srgbClr val="FFFFFF">
                        <a:alpha val="0"/>
                      </a:srgbClr>
                    </a:solidFill>
                  </a:tcPr>
                </a:tc>
                <a:tc>
                  <a:txBody>
                    <a:bodyPr/>
                    <a:lstStyle/>
                    <a:p>
                      <a:pPr algn="r"/>
                      <a:r>
                        <a:rPr lang="en-US" sz="1200" b="1" u="none" dirty="0">
                          <a:solidFill>
                            <a:schemeClr val="tx1"/>
                          </a:solidFill>
                          <a:latin typeface="微软雅黑" panose="020B0503020204020204" charset="-122"/>
                          <a:ea typeface="微软雅黑" panose="020B0503020204020204" charset="-122"/>
                          <a:cs typeface="微软雅黑" panose="020B0503020204020204" pitchFamily="34" charset="-120"/>
                        </a:rPr>
                        <a:t>平均移库数量</a:t>
                      </a:r>
                      <a:endParaRPr lang="en-US" sz="1200" b="1"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0" cap="flat" cmpd="sng" algn="ctr">
                      <a:noFill/>
                    </a:lnL>
                    <a:lnR w="0" cap="flat" cmpd="sng" algn="ctr">
                      <a:noFill/>
                    </a:lnR>
                    <a:lnT w="0" cap="flat" cmpd="sng" algn="ctr">
                      <a:noFill/>
                    </a:lnT>
                    <a:lnB w="25400" cap="flat" cmpd="sng" algn="ctr">
                      <a:solidFill>
                        <a:srgbClr val="6B7D91"/>
                      </a:solidFill>
                      <a:prstDash val="solid"/>
                      <a:round/>
                      <a:headEnd type="none" w="med" len="med"/>
                      <a:tailEnd type="none" w="med" len="med"/>
                    </a:lnB>
                    <a:solidFill>
                      <a:srgbClr val="FFFFFF">
                        <a:alpha val="0"/>
                      </a:srgbClr>
                    </a:solidFill>
                  </a:tcPr>
                </a:tc>
                <a:tc>
                  <a:txBody>
                    <a:bodyPr/>
                    <a:lstStyle/>
                    <a:p>
                      <a:pPr algn="r"/>
                      <a:r>
                        <a:rPr lang="en-US" sz="1200" b="1" u="none" dirty="0">
                          <a:solidFill>
                            <a:schemeClr val="tx1"/>
                          </a:solidFill>
                          <a:latin typeface="微软雅黑" panose="020B0503020204020204" charset="-122"/>
                          <a:ea typeface="微软雅黑" panose="020B0503020204020204" charset="-122"/>
                          <a:cs typeface="微软雅黑" panose="020B0503020204020204" charset="-122"/>
                        </a:rPr>
                        <a:t>较Baseline减少</a:t>
                      </a:r>
                      <a:endParaRPr lang="en-US" sz="1200" b="1" u="none" dirty="0">
                        <a:solidFill>
                          <a:schemeClr val="tx1"/>
                        </a:solidFill>
                        <a:latin typeface="微软雅黑" panose="020B0503020204020204" charset="-122"/>
                        <a:ea typeface="微软雅黑" panose="020B0503020204020204" charset="-122"/>
                        <a:cs typeface="微软雅黑" panose="020B0503020204020204" charset="-122"/>
                      </a:endParaRPr>
                    </a:p>
                  </a:txBody>
                  <a:tcPr marL="0" marR="0" marT="76200" marB="76200" anchor="ctr">
                    <a:lnL w="0" cap="flat" cmpd="sng" algn="ctr">
                      <a:noFill/>
                    </a:lnL>
                    <a:lnR w="0" cap="flat" cmpd="sng" algn="ctr">
                      <a:noFill/>
                    </a:lnR>
                    <a:lnT w="0" cap="flat" cmpd="sng" algn="ctr">
                      <a:noFill/>
                    </a:lnT>
                    <a:lnB w="25400" cap="flat" cmpd="sng" algn="ctr">
                      <a:solidFill>
                        <a:srgbClr val="6B7D91"/>
                      </a:solidFill>
                      <a:prstDash val="solid"/>
                      <a:round/>
                      <a:headEnd type="none" w="med" len="med"/>
                      <a:tailEnd type="none" w="med" len="med"/>
                    </a:lnB>
                    <a:solidFill>
                      <a:srgbClr val="FFFFFF">
                        <a:alpha val="0"/>
                      </a:srgbClr>
                    </a:solidFill>
                  </a:tcPr>
                </a:tc>
              </a:tr>
              <a:tr h="398145">
                <a:tc>
                  <a:txBody>
                    <a:bodyPr/>
                    <a:lstStyle/>
                    <a:p>
                      <a:r>
                        <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rPr>
                        <a:t>Baseline</a:t>
                      </a:r>
                      <a:endPar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r"/>
                      <a:r>
                        <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rPr>
                        <a:t>95.12</a:t>
                      </a:r>
                      <a:endPar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r"/>
                      <a:r>
                        <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rPr>
                        <a:t>—</a:t>
                      </a:r>
                      <a:endPar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r>
              <a:tr h="398145">
                <a:tc>
                  <a:txBody>
                    <a:bodyPr/>
                    <a:lstStyle/>
                    <a:p>
                      <a:r>
                        <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rPr>
                        <a:t>+Scheduling</a:t>
                      </a:r>
                      <a:endPar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r"/>
                      <a:r>
                        <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rPr>
                        <a:t>93.12</a:t>
                      </a:r>
                      <a:endPar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r"/>
                      <a:r>
                        <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rPr>
                        <a:t>-2.1%</a:t>
                      </a:r>
                      <a:endPar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r>
              <a:tr h="398145">
                <a:tc>
                  <a:txBody>
                    <a:bodyPr/>
                    <a:lstStyle/>
                    <a:p>
                      <a:r>
                        <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rPr>
                        <a:t>+Allocation</a:t>
                      </a:r>
                      <a:endPar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r"/>
                      <a:r>
                        <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rPr>
                        <a:t>75.53</a:t>
                      </a:r>
                      <a:endPar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r"/>
                      <a:r>
                        <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rPr>
                        <a:t>-20.6%</a:t>
                      </a:r>
                      <a:endParaRPr lang="en-US" sz="1200"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r>
              <a:tr h="398145">
                <a:tc>
                  <a:txBody>
                    <a:bodyPr/>
                    <a:lstStyle/>
                    <a:p>
                      <a:r>
                        <a:rPr lang="en-US" sz="1200" b="1" u="none" dirty="0">
                          <a:solidFill>
                            <a:schemeClr val="tx1"/>
                          </a:solidFill>
                          <a:latin typeface="微软雅黑" panose="020B0503020204020204" charset="-122"/>
                          <a:ea typeface="微软雅黑" panose="020B0503020204020204" charset="-122"/>
                          <a:cs typeface="微软雅黑" panose="020B0503020204020204" pitchFamily="34" charset="-120"/>
                        </a:rPr>
                        <a:t>+Allocation+Scheduling</a:t>
                      </a:r>
                      <a:endParaRPr lang="en-US" sz="1200" b="1"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50800" cap="flat" cmpd="sng" algn="ctr">
                      <a:solidFill>
                        <a:srgbClr val="B88A53"/>
                      </a:solidFill>
                      <a:prstDash val="solid"/>
                      <a:round/>
                      <a:headEnd type="none" w="med" len="med"/>
                      <a:tailEnd type="none" w="med" len="med"/>
                    </a:lnL>
                    <a:lnR w="0" cap="flat" cmpd="sng" algn="ctr">
                      <a:noFill/>
                    </a:lnR>
                    <a:lnT w="0" cap="flat" cmpd="sng" algn="ctr">
                      <a:noFill/>
                    </a:lnT>
                    <a:lnB w="0" cap="flat" cmpd="sng" algn="ctr">
                      <a:noFill/>
                    </a:lnB>
                    <a:solidFill>
                      <a:srgbClr val="B88A53">
                        <a:alpha val="20000"/>
                      </a:srgbClr>
                    </a:solidFill>
                  </a:tcPr>
                </a:tc>
                <a:tc>
                  <a:txBody>
                    <a:bodyPr/>
                    <a:lstStyle/>
                    <a:p>
                      <a:pPr algn="r"/>
                      <a:r>
                        <a:rPr lang="en-US" sz="1500" b="1" u="none" dirty="0">
                          <a:solidFill>
                            <a:schemeClr val="tx1"/>
                          </a:solidFill>
                          <a:latin typeface="微软雅黑" panose="020B0503020204020204" charset="-122"/>
                          <a:ea typeface="微软雅黑" panose="020B0503020204020204" charset="-122"/>
                          <a:cs typeface="微软雅黑" panose="020B0503020204020204" pitchFamily="34" charset="-120"/>
                        </a:rPr>
                        <a:t>74.47</a:t>
                      </a:r>
                      <a:endParaRPr lang="en-US" sz="1500" b="1"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50800" cap="flat" cmpd="sng" algn="ctr">
                      <a:solidFill>
                        <a:srgbClr val="B88A53"/>
                      </a:solidFill>
                      <a:prstDash val="solid"/>
                      <a:round/>
                      <a:headEnd type="none" w="med" len="med"/>
                      <a:tailEnd type="none" w="med" len="med"/>
                    </a:lnL>
                    <a:lnR w="0" cap="flat" cmpd="sng" algn="ctr">
                      <a:noFill/>
                    </a:lnR>
                    <a:lnT w="0" cap="flat" cmpd="sng" algn="ctr">
                      <a:noFill/>
                    </a:lnT>
                    <a:lnB w="0" cap="flat" cmpd="sng" algn="ctr">
                      <a:noFill/>
                    </a:lnB>
                    <a:solidFill>
                      <a:srgbClr val="B88A53">
                        <a:alpha val="20000"/>
                      </a:srgbClr>
                    </a:solidFill>
                  </a:tcPr>
                </a:tc>
                <a:tc>
                  <a:txBody>
                    <a:bodyPr/>
                    <a:lstStyle/>
                    <a:p>
                      <a:pPr algn="r"/>
                      <a:r>
                        <a:rPr lang="en-US" sz="1500" b="1" u="none" dirty="0">
                          <a:solidFill>
                            <a:schemeClr val="tx1"/>
                          </a:solidFill>
                          <a:latin typeface="微软雅黑" panose="020B0503020204020204" charset="-122"/>
                          <a:ea typeface="微软雅黑" panose="020B0503020204020204" charset="-122"/>
                          <a:cs typeface="微软雅黑" panose="020B0503020204020204" pitchFamily="34" charset="-120"/>
                        </a:rPr>
                        <a:t>-21.7%</a:t>
                      </a:r>
                      <a:endParaRPr lang="en-US" sz="1500" b="1" u="none" dirty="0">
                        <a:solidFill>
                          <a:schemeClr val="tx1"/>
                        </a:solidFill>
                        <a:latin typeface="微软雅黑" panose="020B0503020204020204" charset="-122"/>
                        <a:ea typeface="微软雅黑" panose="020B0503020204020204" charset="-122"/>
                        <a:cs typeface="微软雅黑" panose="020B0503020204020204" pitchFamily="34" charset="-120"/>
                      </a:endParaRPr>
                    </a:p>
                  </a:txBody>
                  <a:tcPr marL="0" marR="0" marT="76200" marB="76200" anchor="ctr">
                    <a:lnL w="50800" cap="flat" cmpd="sng" algn="ctr">
                      <a:solidFill>
                        <a:srgbClr val="B88A53"/>
                      </a:solidFill>
                      <a:prstDash val="solid"/>
                      <a:round/>
                      <a:headEnd type="none" w="med" len="med"/>
                      <a:tailEnd type="none" w="med" len="med"/>
                    </a:lnL>
                    <a:lnR w="0" cap="flat" cmpd="sng" algn="ctr">
                      <a:noFill/>
                    </a:lnR>
                    <a:lnT w="0" cap="flat" cmpd="sng" algn="ctr">
                      <a:noFill/>
                    </a:lnT>
                    <a:lnB w="0" cap="flat" cmpd="sng" algn="ctr">
                      <a:noFill/>
                    </a:lnB>
                    <a:solidFill>
                      <a:srgbClr val="B88A53">
                        <a:alpha val="20000"/>
                      </a:srgbClr>
                    </a:solidFill>
                  </a:tcPr>
                </a:tc>
              </a:tr>
            </a:tbl>
          </a:graphicData>
        </a:graphic>
      </p:graphicFrame>
      <p:sp>
        <p:nvSpPr>
          <p:cNvPr id="12" name="Shape 8"/>
          <p:cNvSpPr/>
          <p:nvPr>
            <p:custDataLst>
              <p:tags r:id="rId9"/>
            </p:custDataLst>
          </p:nvPr>
        </p:nvSpPr>
        <p:spPr>
          <a:xfrm>
            <a:off x="6213158" y="4491038"/>
            <a:ext cx="1790700" cy="809625"/>
          </a:xfrm>
          <a:custGeom>
            <a:avLst/>
            <a:gdLst/>
            <a:ahLst/>
            <a:cxnLst/>
            <a:rect l="l" t="t" r="r" b="b"/>
            <a:pathLst>
              <a:path w="1790700" h="809625">
                <a:moveTo>
                  <a:pt x="38101" y="0"/>
                </a:moveTo>
                <a:lnTo>
                  <a:pt x="1752599" y="0"/>
                </a:lnTo>
                <a:cubicBezTo>
                  <a:pt x="1773642" y="0"/>
                  <a:pt x="1790700" y="17058"/>
                  <a:pt x="1790700" y="38101"/>
                </a:cubicBezTo>
                <a:lnTo>
                  <a:pt x="1790700" y="771524"/>
                </a:lnTo>
                <a:cubicBezTo>
                  <a:pt x="1790700" y="792567"/>
                  <a:pt x="1773642" y="809625"/>
                  <a:pt x="1752599" y="809625"/>
                </a:cubicBezTo>
                <a:lnTo>
                  <a:pt x="38101" y="809625"/>
                </a:lnTo>
                <a:cubicBezTo>
                  <a:pt x="17058" y="809625"/>
                  <a:pt x="0" y="792567"/>
                  <a:pt x="0" y="771524"/>
                </a:cubicBezTo>
                <a:lnTo>
                  <a:pt x="0" y="38101"/>
                </a:lnTo>
                <a:cubicBezTo>
                  <a:pt x="0" y="17058"/>
                  <a:pt x="17058" y="0"/>
                  <a:pt x="38101" y="0"/>
                </a:cubicBezTo>
                <a:close/>
              </a:path>
            </a:pathLst>
          </a:custGeom>
          <a:solidFill>
            <a:srgbClr val="B88A53">
              <a:alpha val="20000"/>
            </a:srgbClr>
          </a:solidFill>
          <a:ln w="12700">
            <a:solidFill>
              <a:srgbClr val="B88A53">
                <a:alpha val="40000"/>
              </a:srgbClr>
            </a:solidFill>
            <a:prstDash val="solid"/>
          </a:ln>
        </p:spPr>
      </p:sp>
      <p:sp>
        <p:nvSpPr>
          <p:cNvPr id="13" name="Text 9"/>
          <p:cNvSpPr/>
          <p:nvPr>
            <p:custDataLst>
              <p:tags r:id="rId10"/>
            </p:custDataLst>
          </p:nvPr>
        </p:nvSpPr>
        <p:spPr>
          <a:xfrm>
            <a:off x="6260783" y="4610100"/>
            <a:ext cx="1695450" cy="342900"/>
          </a:xfrm>
          <a:prstGeom prst="rect">
            <a:avLst/>
          </a:prstGeom>
          <a:noFill/>
        </p:spPr>
        <p:txBody>
          <a:bodyPr wrap="square" lIns="0" tIns="0" rIns="0" bIns="0" rtlCol="0" anchor="ctr"/>
          <a:lstStyle/>
          <a:p>
            <a:pPr algn="ctr">
              <a:lnSpc>
                <a:spcPct val="100000"/>
              </a:lnSpc>
            </a:pPr>
            <a:r>
              <a:rPr lang="en-US" sz="2250" b="1" dirty="0">
                <a:solidFill>
                  <a:schemeClr val="tx1"/>
                </a:solidFill>
                <a:latin typeface="微软雅黑" panose="020B0503020204020204" charset="-122"/>
                <a:ea typeface="微软雅黑" panose="020B0503020204020204" charset="-122"/>
                <a:cs typeface="Liter" panose="02000503030000020004" pitchFamily="34" charset="-120"/>
              </a:rPr>
              <a:t>-20.65</a:t>
            </a:r>
            <a:endParaRPr lang="en-US" sz="2250" b="1" dirty="0">
              <a:solidFill>
                <a:schemeClr val="tx1"/>
              </a:solidFill>
              <a:latin typeface="微软雅黑" panose="020B0503020204020204" charset="-122"/>
              <a:ea typeface="微软雅黑" panose="020B0503020204020204" charset="-122"/>
              <a:cs typeface="Liter" panose="02000503030000020004" pitchFamily="34" charset="-120"/>
            </a:endParaRPr>
          </a:p>
        </p:txBody>
      </p:sp>
      <p:sp>
        <p:nvSpPr>
          <p:cNvPr id="14" name="Text 10"/>
          <p:cNvSpPr/>
          <p:nvPr>
            <p:custDataLst>
              <p:tags r:id="rId11"/>
            </p:custDataLst>
          </p:nvPr>
        </p:nvSpPr>
        <p:spPr>
          <a:xfrm>
            <a:off x="6298883" y="4991100"/>
            <a:ext cx="1619250" cy="190500"/>
          </a:xfrm>
          <a:prstGeom prst="rect">
            <a:avLst/>
          </a:prstGeom>
          <a:noFill/>
        </p:spPr>
        <p:txBody>
          <a:bodyPr wrap="square" lIns="0" tIns="0" rIns="0" bIns="0" rtlCol="0" anchor="ctr"/>
          <a:lstStyle/>
          <a:p>
            <a:pPr algn="ctr">
              <a:lnSpc>
                <a:spcPct val="120000"/>
              </a:lnSpc>
            </a:pPr>
            <a:r>
              <a:rPr lang="en-US" sz="1050" dirty="0">
                <a:solidFill>
                  <a:schemeClr val="tx1">
                    <a:alpha val="80000"/>
                  </a:schemeClr>
                </a:solidFill>
                <a:latin typeface="微软雅黑" panose="020B0503020204020204" charset="-122"/>
                <a:ea typeface="微软雅黑" panose="020B0503020204020204" charset="-122"/>
                <a:cs typeface="MiSans" panose="00000500000000000000" pitchFamily="34" charset="-120"/>
              </a:rPr>
              <a:t>绝对减少次数</a:t>
            </a:r>
            <a:endParaRPr lang="en-US" sz="1050" dirty="0">
              <a:solidFill>
                <a:schemeClr val="tx1">
                  <a:alpha val="80000"/>
                </a:schemeClr>
              </a:solidFill>
              <a:latin typeface="微软雅黑" panose="020B0503020204020204" charset="-122"/>
              <a:ea typeface="微软雅黑" panose="020B0503020204020204" charset="-122"/>
              <a:cs typeface="MiSans" panose="00000500000000000000" pitchFamily="34" charset="-120"/>
            </a:endParaRPr>
          </a:p>
        </p:txBody>
      </p:sp>
      <p:sp>
        <p:nvSpPr>
          <p:cNvPr id="15" name="Shape 11"/>
          <p:cNvSpPr/>
          <p:nvPr>
            <p:custDataLst>
              <p:tags r:id="rId12"/>
            </p:custDataLst>
          </p:nvPr>
        </p:nvSpPr>
        <p:spPr>
          <a:xfrm>
            <a:off x="8130808" y="4491038"/>
            <a:ext cx="1790700" cy="809625"/>
          </a:xfrm>
          <a:custGeom>
            <a:avLst/>
            <a:gdLst/>
            <a:ahLst/>
            <a:cxnLst/>
            <a:rect l="l" t="t" r="r" b="b"/>
            <a:pathLst>
              <a:path w="1790700" h="809625">
                <a:moveTo>
                  <a:pt x="38101" y="0"/>
                </a:moveTo>
                <a:lnTo>
                  <a:pt x="1752599" y="0"/>
                </a:lnTo>
                <a:cubicBezTo>
                  <a:pt x="1773642" y="0"/>
                  <a:pt x="1790700" y="17058"/>
                  <a:pt x="1790700" y="38101"/>
                </a:cubicBezTo>
                <a:lnTo>
                  <a:pt x="1790700" y="771524"/>
                </a:lnTo>
                <a:cubicBezTo>
                  <a:pt x="1790700" y="792567"/>
                  <a:pt x="1773642" y="809625"/>
                  <a:pt x="1752599" y="809625"/>
                </a:cubicBezTo>
                <a:lnTo>
                  <a:pt x="38101" y="809625"/>
                </a:lnTo>
                <a:cubicBezTo>
                  <a:pt x="17058" y="809625"/>
                  <a:pt x="0" y="792567"/>
                  <a:pt x="0" y="771524"/>
                </a:cubicBezTo>
                <a:lnTo>
                  <a:pt x="0" y="38101"/>
                </a:lnTo>
                <a:cubicBezTo>
                  <a:pt x="0" y="17058"/>
                  <a:pt x="17058" y="0"/>
                  <a:pt x="38101" y="0"/>
                </a:cubicBezTo>
                <a:close/>
              </a:path>
            </a:pathLst>
          </a:custGeom>
          <a:solidFill>
            <a:srgbClr val="3A5A78">
              <a:alpha val="30196"/>
            </a:srgbClr>
          </a:solidFill>
          <a:ln w="12700">
            <a:solidFill>
              <a:srgbClr val="3A5A78">
                <a:alpha val="50196"/>
              </a:srgbClr>
            </a:solidFill>
            <a:prstDash val="solid"/>
          </a:ln>
        </p:spPr>
      </p:sp>
      <p:sp>
        <p:nvSpPr>
          <p:cNvPr id="16" name="Text 12"/>
          <p:cNvSpPr/>
          <p:nvPr>
            <p:custDataLst>
              <p:tags r:id="rId13"/>
            </p:custDataLst>
          </p:nvPr>
        </p:nvSpPr>
        <p:spPr>
          <a:xfrm>
            <a:off x="8178433" y="4610100"/>
            <a:ext cx="1695450" cy="342900"/>
          </a:xfrm>
          <a:prstGeom prst="rect">
            <a:avLst/>
          </a:prstGeom>
          <a:noFill/>
        </p:spPr>
        <p:txBody>
          <a:bodyPr wrap="square" lIns="0" tIns="0" rIns="0" bIns="0" rtlCol="0" anchor="ctr"/>
          <a:lstStyle/>
          <a:p>
            <a:pPr algn="ctr">
              <a:lnSpc>
                <a:spcPct val="100000"/>
              </a:lnSpc>
            </a:pPr>
            <a:r>
              <a:rPr lang="en-US" sz="2250" b="1" dirty="0">
                <a:solidFill>
                  <a:schemeClr val="tx1"/>
                </a:solidFill>
                <a:latin typeface="微软雅黑" panose="020B0503020204020204" charset="-122"/>
                <a:ea typeface="微软雅黑" panose="020B0503020204020204" charset="-122"/>
                <a:cs typeface="Liter" panose="02000503030000020004" pitchFamily="34" charset="-120"/>
              </a:rPr>
              <a:t>21.7%</a:t>
            </a:r>
            <a:endParaRPr lang="en-US" sz="2250" b="1" dirty="0">
              <a:solidFill>
                <a:schemeClr val="tx1"/>
              </a:solidFill>
              <a:latin typeface="微软雅黑" panose="020B0503020204020204" charset="-122"/>
              <a:ea typeface="微软雅黑" panose="020B0503020204020204" charset="-122"/>
              <a:cs typeface="Liter" panose="02000503030000020004" pitchFamily="34" charset="-120"/>
            </a:endParaRPr>
          </a:p>
        </p:txBody>
      </p:sp>
      <p:sp>
        <p:nvSpPr>
          <p:cNvPr id="17" name="Text 13"/>
          <p:cNvSpPr/>
          <p:nvPr>
            <p:custDataLst>
              <p:tags r:id="rId14"/>
            </p:custDataLst>
          </p:nvPr>
        </p:nvSpPr>
        <p:spPr>
          <a:xfrm>
            <a:off x="8216533" y="4991100"/>
            <a:ext cx="1619250" cy="190500"/>
          </a:xfrm>
          <a:prstGeom prst="rect">
            <a:avLst/>
          </a:prstGeom>
          <a:noFill/>
        </p:spPr>
        <p:txBody>
          <a:bodyPr wrap="square" lIns="0" tIns="0" rIns="0" bIns="0" rtlCol="0" anchor="ctr"/>
          <a:lstStyle/>
          <a:p>
            <a:pPr algn="ctr">
              <a:lnSpc>
                <a:spcPct val="120000"/>
              </a:lnSpc>
            </a:pPr>
            <a:r>
              <a:rPr lang="en-US" sz="1050" dirty="0">
                <a:solidFill>
                  <a:schemeClr val="tx1">
                    <a:alpha val="80000"/>
                  </a:schemeClr>
                </a:solidFill>
                <a:latin typeface="微软雅黑" panose="020B0503020204020204" charset="-122"/>
                <a:ea typeface="微软雅黑" panose="020B0503020204020204" charset="-122"/>
                <a:cs typeface="MiSans" panose="00000500000000000000" pitchFamily="34" charset="-120"/>
              </a:rPr>
              <a:t>相对减少幅度</a:t>
            </a:r>
            <a:endParaRPr lang="en-US" sz="1050" dirty="0">
              <a:solidFill>
                <a:schemeClr val="tx1">
                  <a:alpha val="80000"/>
                </a:schemeClr>
              </a:solidFill>
              <a:latin typeface="微软雅黑" panose="020B0503020204020204" charset="-122"/>
              <a:ea typeface="微软雅黑" panose="020B0503020204020204" charset="-122"/>
              <a:cs typeface="MiSans" panose="00000500000000000000" pitchFamily="34" charset="-120"/>
            </a:endParaRPr>
          </a:p>
        </p:txBody>
      </p:sp>
      <p:sp>
        <p:nvSpPr>
          <p:cNvPr id="18" name="Shape 14"/>
          <p:cNvSpPr/>
          <p:nvPr>
            <p:custDataLst>
              <p:tags r:id="rId15"/>
            </p:custDataLst>
          </p:nvPr>
        </p:nvSpPr>
        <p:spPr>
          <a:xfrm>
            <a:off x="10048458" y="4491038"/>
            <a:ext cx="1790700" cy="809625"/>
          </a:xfrm>
          <a:custGeom>
            <a:avLst/>
            <a:gdLst/>
            <a:ahLst/>
            <a:cxnLst/>
            <a:rect l="l" t="t" r="r" b="b"/>
            <a:pathLst>
              <a:path w="1790700" h="809625">
                <a:moveTo>
                  <a:pt x="38101" y="0"/>
                </a:moveTo>
                <a:lnTo>
                  <a:pt x="1752599" y="0"/>
                </a:lnTo>
                <a:cubicBezTo>
                  <a:pt x="1773642" y="0"/>
                  <a:pt x="1790700" y="17058"/>
                  <a:pt x="1790700" y="38101"/>
                </a:cubicBezTo>
                <a:lnTo>
                  <a:pt x="1790700" y="771524"/>
                </a:lnTo>
                <a:cubicBezTo>
                  <a:pt x="1790700" y="792567"/>
                  <a:pt x="1773642" y="809625"/>
                  <a:pt x="1752599" y="809625"/>
                </a:cubicBezTo>
                <a:lnTo>
                  <a:pt x="38101" y="809625"/>
                </a:lnTo>
                <a:cubicBezTo>
                  <a:pt x="17058" y="809625"/>
                  <a:pt x="0" y="792567"/>
                  <a:pt x="0" y="771524"/>
                </a:cubicBezTo>
                <a:lnTo>
                  <a:pt x="0" y="38101"/>
                </a:lnTo>
                <a:cubicBezTo>
                  <a:pt x="0" y="17058"/>
                  <a:pt x="17058" y="0"/>
                  <a:pt x="38101" y="0"/>
                </a:cubicBezTo>
                <a:close/>
              </a:path>
            </a:pathLst>
          </a:custGeom>
          <a:solidFill>
            <a:srgbClr val="6B7D91">
              <a:alpha val="30196"/>
            </a:srgbClr>
          </a:solidFill>
          <a:ln w="12700">
            <a:solidFill>
              <a:srgbClr val="6B7D91">
                <a:alpha val="50196"/>
              </a:srgbClr>
            </a:solidFill>
            <a:prstDash val="solid"/>
          </a:ln>
        </p:spPr>
      </p:sp>
      <p:sp>
        <p:nvSpPr>
          <p:cNvPr id="19" name="Text 15"/>
          <p:cNvSpPr/>
          <p:nvPr>
            <p:custDataLst>
              <p:tags r:id="rId16"/>
            </p:custDataLst>
          </p:nvPr>
        </p:nvSpPr>
        <p:spPr>
          <a:xfrm>
            <a:off x="10096083" y="4610100"/>
            <a:ext cx="1695450" cy="342900"/>
          </a:xfrm>
          <a:prstGeom prst="rect">
            <a:avLst/>
          </a:prstGeom>
          <a:noFill/>
        </p:spPr>
        <p:txBody>
          <a:bodyPr wrap="square" lIns="0" tIns="0" rIns="0" bIns="0" rtlCol="0" anchor="ctr"/>
          <a:lstStyle/>
          <a:p>
            <a:pPr algn="ctr">
              <a:lnSpc>
                <a:spcPct val="100000"/>
              </a:lnSpc>
            </a:pPr>
            <a:r>
              <a:rPr lang="en-US" sz="2250" b="1" dirty="0">
                <a:solidFill>
                  <a:schemeClr val="tx1"/>
                </a:solidFill>
                <a:latin typeface="微软雅黑" panose="020B0503020204020204" charset="-122"/>
                <a:ea typeface="微软雅黑" panose="020B0503020204020204" charset="-122"/>
                <a:cs typeface="Liter" panose="02000503030000020004" pitchFamily="34" charset="-120"/>
              </a:rPr>
              <a:t>74.47</a:t>
            </a:r>
            <a:endParaRPr lang="en-US" sz="2250" b="1" dirty="0">
              <a:solidFill>
                <a:schemeClr val="tx1"/>
              </a:solidFill>
              <a:latin typeface="微软雅黑" panose="020B0503020204020204" charset="-122"/>
              <a:ea typeface="微软雅黑" panose="020B0503020204020204" charset="-122"/>
              <a:cs typeface="Liter" panose="02000503030000020004" pitchFamily="34" charset="-120"/>
            </a:endParaRPr>
          </a:p>
        </p:txBody>
      </p:sp>
      <p:sp>
        <p:nvSpPr>
          <p:cNvPr id="20" name="Text 16"/>
          <p:cNvSpPr/>
          <p:nvPr>
            <p:custDataLst>
              <p:tags r:id="rId17"/>
            </p:custDataLst>
          </p:nvPr>
        </p:nvSpPr>
        <p:spPr>
          <a:xfrm>
            <a:off x="10134183" y="4991100"/>
            <a:ext cx="1619250" cy="190500"/>
          </a:xfrm>
          <a:prstGeom prst="rect">
            <a:avLst/>
          </a:prstGeom>
          <a:noFill/>
        </p:spPr>
        <p:txBody>
          <a:bodyPr wrap="square" lIns="0" tIns="0" rIns="0" bIns="0" rtlCol="0" anchor="ctr"/>
          <a:lstStyle/>
          <a:p>
            <a:pPr algn="ctr">
              <a:lnSpc>
                <a:spcPct val="120000"/>
              </a:lnSpc>
            </a:pPr>
            <a:r>
              <a:rPr lang="en-US" sz="1050" dirty="0">
                <a:solidFill>
                  <a:schemeClr val="tx1">
                    <a:alpha val="80000"/>
                  </a:schemeClr>
                </a:solidFill>
                <a:latin typeface="微软雅黑" panose="020B0503020204020204" charset="-122"/>
                <a:ea typeface="微软雅黑" panose="020B0503020204020204" charset="-122"/>
                <a:cs typeface="MiSans" panose="00000500000000000000" pitchFamily="34" charset="-120"/>
              </a:rPr>
              <a:t>最优移库次数</a:t>
            </a:r>
            <a:endParaRPr lang="en-US" sz="1050" dirty="0">
              <a:solidFill>
                <a:schemeClr val="tx1">
                  <a:alpha val="80000"/>
                </a:schemeClr>
              </a:solidFill>
              <a:latin typeface="微软雅黑" panose="020B0503020204020204" charset="-122"/>
              <a:ea typeface="微软雅黑" panose="020B0503020204020204" charset="-122"/>
              <a:cs typeface="MiSans" panose="00000500000000000000" pitchFamily="34" charset="-120"/>
            </a:endParaRPr>
          </a:p>
        </p:txBody>
      </p:sp>
      <p:sp>
        <p:nvSpPr>
          <p:cNvPr id="21" name="Shape 17"/>
          <p:cNvSpPr/>
          <p:nvPr>
            <p:custDataLst>
              <p:tags r:id="rId18"/>
            </p:custDataLst>
          </p:nvPr>
        </p:nvSpPr>
        <p:spPr>
          <a:xfrm>
            <a:off x="6227445" y="5419725"/>
            <a:ext cx="5619750" cy="723900"/>
          </a:xfrm>
          <a:custGeom>
            <a:avLst/>
            <a:gdLst/>
            <a:ahLst/>
            <a:cxnLst/>
            <a:rect l="l" t="t" r="r" b="b"/>
            <a:pathLst>
              <a:path w="5619750" h="723900">
                <a:moveTo>
                  <a:pt x="38099" y="0"/>
                </a:moveTo>
                <a:lnTo>
                  <a:pt x="5581651" y="0"/>
                </a:lnTo>
                <a:cubicBezTo>
                  <a:pt x="5602678" y="0"/>
                  <a:pt x="5619750" y="17072"/>
                  <a:pt x="5619750" y="38099"/>
                </a:cubicBezTo>
                <a:lnTo>
                  <a:pt x="5619750" y="685801"/>
                </a:lnTo>
                <a:cubicBezTo>
                  <a:pt x="5619750" y="706828"/>
                  <a:pt x="5602678" y="723900"/>
                  <a:pt x="5581651" y="723900"/>
                </a:cubicBezTo>
                <a:lnTo>
                  <a:pt x="38099" y="723900"/>
                </a:lnTo>
                <a:cubicBezTo>
                  <a:pt x="17072" y="723900"/>
                  <a:pt x="0" y="706828"/>
                  <a:pt x="0" y="685801"/>
                </a:cubicBezTo>
                <a:lnTo>
                  <a:pt x="0" y="38099"/>
                </a:lnTo>
                <a:cubicBezTo>
                  <a:pt x="0" y="17072"/>
                  <a:pt x="17072" y="0"/>
                  <a:pt x="38099" y="0"/>
                </a:cubicBezTo>
                <a:close/>
              </a:path>
            </a:pathLst>
          </a:custGeom>
          <a:solidFill>
            <a:srgbClr val="F8EEEE"/>
          </a:solidFill>
        </p:spPr>
      </p:sp>
      <p:sp>
        <p:nvSpPr>
          <p:cNvPr id="22" name="Shape 18"/>
          <p:cNvSpPr/>
          <p:nvPr>
            <p:custDataLst>
              <p:tags r:id="rId19"/>
            </p:custDataLst>
          </p:nvPr>
        </p:nvSpPr>
        <p:spPr>
          <a:xfrm>
            <a:off x="6227445" y="5419725"/>
            <a:ext cx="38100" cy="723900"/>
          </a:xfrm>
          <a:custGeom>
            <a:avLst/>
            <a:gdLst/>
            <a:ahLst/>
            <a:cxnLst/>
            <a:rect l="l" t="t" r="r" b="b"/>
            <a:pathLst>
              <a:path w="38100" h="723900">
                <a:moveTo>
                  <a:pt x="38100" y="0"/>
                </a:moveTo>
                <a:lnTo>
                  <a:pt x="38100" y="0"/>
                </a:lnTo>
                <a:lnTo>
                  <a:pt x="38100" y="723900"/>
                </a:lnTo>
                <a:lnTo>
                  <a:pt x="38100" y="723900"/>
                </a:lnTo>
                <a:cubicBezTo>
                  <a:pt x="17072" y="723900"/>
                  <a:pt x="0" y="706828"/>
                  <a:pt x="0" y="685800"/>
                </a:cubicBezTo>
                <a:lnTo>
                  <a:pt x="0" y="38100"/>
                </a:lnTo>
                <a:cubicBezTo>
                  <a:pt x="0" y="17072"/>
                  <a:pt x="17072" y="0"/>
                  <a:pt x="38100" y="0"/>
                </a:cubicBezTo>
                <a:close/>
              </a:path>
            </a:pathLst>
          </a:custGeom>
          <a:solidFill>
            <a:srgbClr val="B88A53"/>
          </a:solidFill>
        </p:spPr>
      </p:sp>
      <p:sp>
        <p:nvSpPr>
          <p:cNvPr id="23" name="Shape 19"/>
          <p:cNvSpPr/>
          <p:nvPr>
            <p:custDataLst>
              <p:tags r:id="rId20"/>
            </p:custDataLst>
          </p:nvPr>
        </p:nvSpPr>
        <p:spPr>
          <a:xfrm>
            <a:off x="6398895" y="5572125"/>
            <a:ext cx="114300" cy="152400"/>
          </a:xfrm>
          <a:custGeom>
            <a:avLst/>
            <a:gdLst/>
            <a:ahLst/>
            <a:cxnLst/>
            <a:rect l="l" t="t" r="r" b="b"/>
            <a:pathLst>
              <a:path w="114300" h="152400">
                <a:moveTo>
                  <a:pt x="87184" y="114300"/>
                </a:moveTo>
                <a:cubicBezTo>
                  <a:pt x="89356" y="107662"/>
                  <a:pt x="93702" y="101650"/>
                  <a:pt x="98614" y="96470"/>
                </a:cubicBezTo>
                <a:cubicBezTo>
                  <a:pt x="108347" y="86231"/>
                  <a:pt x="114300" y="72390"/>
                  <a:pt x="114300" y="57150"/>
                </a:cubicBezTo>
                <a:cubicBezTo>
                  <a:pt x="114300" y="25598"/>
                  <a:pt x="88702" y="0"/>
                  <a:pt x="57150" y="0"/>
                </a:cubicBezTo>
                <a:cubicBezTo>
                  <a:pt x="25598" y="0"/>
                  <a:pt x="0" y="25598"/>
                  <a:pt x="0" y="57150"/>
                </a:cubicBezTo>
                <a:cubicBezTo>
                  <a:pt x="0" y="72390"/>
                  <a:pt x="5953" y="86231"/>
                  <a:pt x="15686" y="96470"/>
                </a:cubicBezTo>
                <a:cubicBezTo>
                  <a:pt x="20598" y="101650"/>
                  <a:pt x="24973" y="107662"/>
                  <a:pt x="27116" y="114300"/>
                </a:cubicBezTo>
                <a:lnTo>
                  <a:pt x="87154" y="114300"/>
                </a:lnTo>
                <a:close/>
                <a:moveTo>
                  <a:pt x="85725" y="128588"/>
                </a:moveTo>
                <a:lnTo>
                  <a:pt x="28575" y="128588"/>
                </a:lnTo>
                <a:lnTo>
                  <a:pt x="28575" y="133350"/>
                </a:lnTo>
                <a:cubicBezTo>
                  <a:pt x="28575" y="146506"/>
                  <a:pt x="39231" y="157163"/>
                  <a:pt x="52388" y="157163"/>
                </a:cubicBezTo>
                <a:lnTo>
                  <a:pt x="61912" y="157163"/>
                </a:lnTo>
                <a:cubicBezTo>
                  <a:pt x="75069" y="157163"/>
                  <a:pt x="85725" y="146506"/>
                  <a:pt x="85725" y="133350"/>
                </a:cubicBezTo>
                <a:lnTo>
                  <a:pt x="85725" y="128588"/>
                </a:lnTo>
                <a:close/>
                <a:moveTo>
                  <a:pt x="54769" y="33338"/>
                </a:moveTo>
                <a:cubicBezTo>
                  <a:pt x="42922" y="33338"/>
                  <a:pt x="33338" y="42922"/>
                  <a:pt x="33338" y="54769"/>
                </a:cubicBezTo>
                <a:cubicBezTo>
                  <a:pt x="33338" y="58728"/>
                  <a:pt x="30153" y="61912"/>
                  <a:pt x="26194" y="61912"/>
                </a:cubicBezTo>
                <a:cubicBezTo>
                  <a:pt x="22235" y="61912"/>
                  <a:pt x="19050" y="58728"/>
                  <a:pt x="19050" y="54769"/>
                </a:cubicBezTo>
                <a:cubicBezTo>
                  <a:pt x="19050" y="35034"/>
                  <a:pt x="35034" y="19050"/>
                  <a:pt x="54769" y="19050"/>
                </a:cubicBezTo>
                <a:cubicBezTo>
                  <a:pt x="58728" y="19050"/>
                  <a:pt x="61912" y="22235"/>
                  <a:pt x="61912" y="26194"/>
                </a:cubicBezTo>
                <a:cubicBezTo>
                  <a:pt x="61912" y="30153"/>
                  <a:pt x="58728" y="33338"/>
                  <a:pt x="54769" y="33338"/>
                </a:cubicBezTo>
                <a:close/>
              </a:path>
            </a:pathLst>
          </a:custGeom>
          <a:solidFill>
            <a:srgbClr val="B88A53"/>
          </a:solidFill>
        </p:spPr>
      </p:sp>
      <p:sp>
        <p:nvSpPr>
          <p:cNvPr id="24" name="Text 20"/>
          <p:cNvSpPr/>
          <p:nvPr>
            <p:custDataLst>
              <p:tags r:id="rId21"/>
            </p:custDataLst>
          </p:nvPr>
        </p:nvSpPr>
        <p:spPr>
          <a:xfrm>
            <a:off x="6608445" y="5534025"/>
            <a:ext cx="5200650" cy="495300"/>
          </a:xfrm>
          <a:prstGeom prst="rect">
            <a:avLst/>
          </a:prstGeom>
          <a:noFill/>
        </p:spPr>
        <p:txBody>
          <a:bodyPr wrap="square" lIns="0" tIns="0" rIns="0" bIns="0" rtlCol="0" anchor="ctr"/>
          <a:lstStyle/>
          <a:p>
            <a:pPr>
              <a:lnSpc>
                <a:spcPct val="140000"/>
              </a:lnSpc>
            </a:pPr>
            <a:r>
              <a:rPr lang="en-US" sz="1200" b="1" dirty="0">
                <a:solidFill>
                  <a:schemeClr val="tx1"/>
                </a:solidFill>
                <a:latin typeface="微软雅黑" panose="020B0503020204020204" charset="-122"/>
                <a:ea typeface="微软雅黑" panose="020B0503020204020204" charset="-122"/>
                <a:cs typeface="微软雅黑" panose="020B0503020204020204" charset="-122"/>
              </a:rPr>
              <a:t>关键发现：</a:t>
            </a:r>
            <a:r>
              <a:rPr lang="en-US" sz="1200" dirty="0">
                <a:solidFill>
                  <a:schemeClr val="tx1"/>
                </a:solidFill>
                <a:latin typeface="微软雅黑" panose="020B0503020204020204" charset="-122"/>
                <a:ea typeface="微软雅黑" panose="020B0503020204020204" charset="-122"/>
                <a:cs typeface="微软雅黑" panose="020B0503020204020204" charset="-122"/>
              </a:rPr>
              <a:t>移库行为是导致作业完工时间延长与巷道资源损耗的核心负面变量。优化策略将每日移库次数从</a:t>
            </a:r>
            <a:r>
              <a:rPr lang="en-US" sz="1200" b="1" dirty="0">
                <a:solidFill>
                  <a:schemeClr val="tx1"/>
                </a:solidFill>
                <a:latin typeface="微软雅黑" panose="020B0503020204020204" charset="-122"/>
                <a:ea typeface="微软雅黑" panose="020B0503020204020204" charset="-122"/>
                <a:cs typeface="微软雅黑" panose="020B0503020204020204" charset="-122"/>
              </a:rPr>
              <a:t>95.12次</a:t>
            </a:r>
            <a:r>
              <a:rPr lang="en-US" sz="1200" dirty="0">
                <a:solidFill>
                  <a:schemeClr val="tx1"/>
                </a:solidFill>
                <a:latin typeface="微软雅黑" panose="020B0503020204020204" charset="-122"/>
                <a:ea typeface="微软雅黑" panose="020B0503020204020204" charset="-122"/>
                <a:cs typeface="微软雅黑" panose="020B0503020204020204" charset="-122"/>
              </a:rPr>
              <a:t>降至</a:t>
            </a:r>
            <a:r>
              <a:rPr lang="en-US" sz="1200" b="1" dirty="0">
                <a:solidFill>
                  <a:schemeClr val="tx1"/>
                </a:solidFill>
                <a:latin typeface="微软雅黑" panose="020B0503020204020204" charset="-122"/>
                <a:ea typeface="微软雅黑" panose="020B0503020204020204" charset="-122"/>
                <a:cs typeface="微软雅黑" panose="020B0503020204020204" charset="-122"/>
              </a:rPr>
              <a:t>74.47次</a:t>
            </a:r>
            <a:r>
              <a:rPr lang="en-US" sz="1200" dirty="0">
                <a:solidFill>
                  <a:schemeClr val="tx1"/>
                </a:solidFill>
                <a:latin typeface="微软雅黑" panose="020B0503020204020204" charset="-122"/>
                <a:ea typeface="微软雅黑" panose="020B0503020204020204" charset="-122"/>
                <a:cs typeface="微软雅黑" panose="020B0503020204020204" charset="-122"/>
              </a:rPr>
              <a:t>，大幅降低系统损耗。</a:t>
            </a:r>
            <a:endParaRPr lang="en-US" sz="1200" dirty="0">
              <a:solidFill>
                <a:schemeClr val="tx1"/>
              </a:solidFill>
              <a:latin typeface="微软雅黑" panose="020B0503020204020204" charset="-122"/>
              <a:ea typeface="微软雅黑" panose="020B0503020204020204" charset="-122"/>
              <a:cs typeface="微软雅黑" panose="020B0503020204020204" charset="-122"/>
            </a:endParaRPr>
          </a:p>
        </p:txBody>
      </p:sp>
      <p:pic>
        <p:nvPicPr>
          <p:cNvPr id="2" name="Image 0" descr="https://kimi-img.moonshot.cn/pub/slides/26-01-15-10:06:24-d5k4n86f2kq75h7qsebg.png"/>
          <p:cNvPicPr>
            <a:picLocks noChangeAspect="1"/>
          </p:cNvPicPr>
          <p:nvPr/>
        </p:nvPicPr>
        <p:blipFill>
          <a:blip r:embed="rId22">
            <a:lum contrast="-60000"/>
          </a:blip>
          <a:srcRect/>
          <a:stretch>
            <a:fillRect/>
          </a:stretch>
        </p:blipFill>
        <p:spPr>
          <a:xfrm>
            <a:off x="480060" y="2219325"/>
            <a:ext cx="5314950" cy="3429000"/>
          </a:xfrm>
          <a:prstGeom prst="roundRect">
            <a:avLst>
              <a:gd name="adj" fmla="val 0"/>
            </a:avLst>
          </a:prstGeom>
        </p:spPr>
      </p:pic>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custDataLst>
              <p:tags r:id="rId1"/>
            </p:custDataLst>
          </p:nvPr>
        </p:nvSpPr>
        <p:spPr>
          <a:xfrm>
            <a:off x="417195" y="647700"/>
            <a:ext cx="11601450" cy="381000"/>
          </a:xfrm>
          <a:prstGeom prst="rect">
            <a:avLst/>
          </a:prstGeom>
          <a:noFill/>
        </p:spPr>
        <p:txBody>
          <a:bodyPr wrap="square" lIns="0" tIns="0" rIns="0" bIns="0" rtlCol="0" anchor="ctr"/>
          <a:lstStyle/>
          <a:p>
            <a:pPr>
              <a:lnSpc>
                <a:spcPct val="90000"/>
              </a:lnSpc>
            </a:pPr>
            <a:r>
              <a:rPr lang="zh-CN" altLang="en-US" sz="2700" b="1" dirty="0">
                <a:solidFill>
                  <a:schemeClr val="tx1"/>
                </a:solidFill>
                <a:latin typeface="微软雅黑" panose="020B0503020204020204" charset="-122"/>
                <a:ea typeface="微软雅黑" panose="020B0503020204020204" charset="-122"/>
                <a:cs typeface="MiSans" panose="00000500000000000000" pitchFamily="34" charset="-120"/>
              </a:rPr>
              <a:t>泊松比影响验证</a:t>
            </a:r>
            <a:endParaRPr lang="zh-CN" altLang="en-US" sz="2700" b="1" dirty="0">
              <a:solidFill>
                <a:schemeClr val="tx1"/>
              </a:solidFill>
              <a:latin typeface="微软雅黑" panose="020B0503020204020204" charset="-122"/>
              <a:ea typeface="微软雅黑" panose="020B0503020204020204" charset="-122"/>
              <a:cs typeface="MiSans" panose="00000500000000000000" pitchFamily="34" charset="-120"/>
            </a:endParaRPr>
          </a:p>
        </p:txBody>
      </p:sp>
      <p:sp>
        <p:nvSpPr>
          <p:cNvPr id="4" name="Text 2"/>
          <p:cNvSpPr/>
          <p:nvPr>
            <p:custDataLst>
              <p:tags r:id="rId2"/>
            </p:custDataLst>
          </p:nvPr>
        </p:nvSpPr>
        <p:spPr>
          <a:xfrm>
            <a:off x="417195" y="1104900"/>
            <a:ext cx="11515725" cy="266700"/>
          </a:xfrm>
          <a:prstGeom prst="rect">
            <a:avLst/>
          </a:prstGeom>
          <a:noFill/>
        </p:spPr>
        <p:txBody>
          <a:bodyPr wrap="square" lIns="0" tIns="0" rIns="0" bIns="0" rtlCol="0" anchor="ctr"/>
          <a:lstStyle/>
          <a:p>
            <a:pPr>
              <a:lnSpc>
                <a:spcPct val="130000"/>
              </a:lnSpc>
            </a:pPr>
            <a:endParaRPr lang="en-US" sz="1350" dirty="0">
              <a:solidFill>
                <a:schemeClr val="tx1">
                  <a:alpha val="70000"/>
                </a:schemeClr>
              </a:solidFill>
              <a:latin typeface="微软雅黑" panose="020B0503020204020204" charset="-122"/>
              <a:ea typeface="微软雅黑" panose="020B0503020204020204" charset="-122"/>
              <a:cs typeface="MiSans" panose="00000500000000000000" pitchFamily="34" charset="-120"/>
            </a:endParaRPr>
          </a:p>
        </p:txBody>
      </p:sp>
      <p:sp>
        <p:nvSpPr>
          <p:cNvPr id="5" name="Shape 3"/>
          <p:cNvSpPr/>
          <p:nvPr>
            <p:custDataLst>
              <p:tags r:id="rId3"/>
            </p:custDataLst>
          </p:nvPr>
        </p:nvSpPr>
        <p:spPr>
          <a:xfrm>
            <a:off x="417195" y="12192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B88A53"/>
          </a:solidFill>
        </p:spPr>
      </p:sp>
      <p:sp>
        <p:nvSpPr>
          <p:cNvPr id="31" name="文本框 30"/>
          <p:cNvSpPr txBox="1"/>
          <p:nvPr>
            <p:custDataLst>
              <p:tags r:id="rId4"/>
            </p:custDataLst>
          </p:nvPr>
        </p:nvSpPr>
        <p:spPr>
          <a:xfrm>
            <a:off x="417195" y="1413510"/>
            <a:ext cx="11265535" cy="645160"/>
          </a:xfrm>
          <a:prstGeom prst="rect">
            <a:avLst/>
          </a:prstGeom>
          <a:noFill/>
        </p:spPr>
        <p:txBody>
          <a:bodyPr wrap="square" rtlCol="0">
            <a:spAutoFit/>
          </a:bodyPr>
          <a:p>
            <a:pPr indent="457200" algn="l"/>
            <a:r>
              <a:rPr lang="zh-CN" altLang="en-US" dirty="0">
                <a:latin typeface="微软雅黑" panose="020B0503020204020204" charset="-122"/>
                <a:ea typeface="微软雅黑" panose="020B0503020204020204" charset="-122"/>
              </a:rPr>
              <a:t>可以看到，两种泊松比下巷道的平均利用率，平均每日完工时间，平均每日移库次数在提升幅度上表现效果相近，表明</a:t>
            </a:r>
            <a:r>
              <a:rPr lang="zh-CN" altLang="en-US" dirty="0">
                <a:latin typeface="微软雅黑" panose="020B0503020204020204" charset="-122"/>
                <a:ea typeface="微软雅黑" panose="020B0503020204020204" charset="-122"/>
              </a:rPr>
              <a:t>算法在不同仓储动态环境下具有良好的鲁棒性与适应性。</a:t>
            </a:r>
            <a:endParaRPr lang="zh-CN" altLang="en-US" dirty="0">
              <a:latin typeface="微软雅黑" panose="020B0503020204020204" charset="-122"/>
              <a:ea typeface="微软雅黑" panose="020B0503020204020204" charset="-122"/>
            </a:endParaRPr>
          </a:p>
        </p:txBody>
      </p:sp>
      <p:pic>
        <p:nvPicPr>
          <p:cNvPr id="2" name="图片 1" descr="Figure_1"/>
          <p:cNvPicPr>
            <a:picLocks noChangeAspect="1"/>
          </p:cNvPicPr>
          <p:nvPr/>
        </p:nvPicPr>
        <p:blipFill>
          <a:blip r:embed="rId5"/>
          <a:stretch>
            <a:fillRect/>
          </a:stretch>
        </p:blipFill>
        <p:spPr>
          <a:xfrm>
            <a:off x="417195" y="2214880"/>
            <a:ext cx="11588115" cy="4062095"/>
          </a:xfrm>
          <a:prstGeom prst="rect">
            <a:avLst/>
          </a:prstGeom>
        </p:spPr>
      </p:pic>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ctrTitle" idx="17826049"/>
            <p:custDataLst>
              <p:tags r:id="rId1"/>
            </p:custDataLst>
          </p:nvPr>
        </p:nvSpPr>
        <p:spPr>
          <a:xfrm>
            <a:off x="1814195" y="2858135"/>
            <a:ext cx="8624570" cy="1671320"/>
          </a:xfrm>
        </p:spPr>
        <p:txBody>
          <a:bodyPr>
            <a:normAutofit/>
          </a:bodyPr>
          <a:p>
            <a:r>
              <a:rPr lang="zh-CN" sz="4800"/>
              <a:t>感谢</a:t>
            </a:r>
            <a:r>
              <a:rPr lang="zh-CN" sz="4800"/>
              <a:t>聆听</a:t>
            </a:r>
            <a:endParaRPr lang="zh-CN" sz="4800"/>
          </a:p>
        </p:txBody>
      </p:sp>
      <p:sp>
        <p:nvSpPr>
          <p:cNvPr id="2" name="文本占位符 1"/>
          <p:cNvSpPr>
            <a:spLocks noGrp="1"/>
          </p:cNvSpPr>
          <p:nvPr>
            <p:ph type="body" idx="17827585"/>
            <p:custDataLst>
              <p:tags r:id="rId2"/>
            </p:custDataLst>
          </p:nvPr>
        </p:nvSpPr>
        <p:spPr>
          <a:xfrm>
            <a:off x="8826065" y="5583283"/>
            <a:ext cx="2793447" cy="457200"/>
          </a:xfrm>
        </p:spPr>
        <p:txBody>
          <a:bodyPr>
            <a:normAutofit lnSpcReduction="10000"/>
          </a:bodyPr>
          <a:p>
            <a:pPr marL="0" indent="0">
              <a:buNone/>
            </a:pPr>
            <a:r>
              <a:rPr lang="en-US" altLang="en-US"/>
              <a:t>2026/01/15</a:t>
            </a:r>
            <a:endParaRPr lang="en-US" altLang="en-US"/>
          </a:p>
        </p:txBody>
      </p:sp>
      <p:cxnSp>
        <p:nvCxnSpPr>
          <p:cNvPr id="4" name="直接连接符 3"/>
          <p:cNvCxnSpPr/>
          <p:nvPr userDrawn="1"/>
        </p:nvCxnSpPr>
        <p:spPr>
          <a:xfrm>
            <a:off x="2453005" y="3896995"/>
            <a:ext cx="7346950" cy="0"/>
          </a:xfrm>
          <a:prstGeom prst="line">
            <a:avLst/>
          </a:prstGeom>
          <a:ln w="1905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 name="KSO_WM_TEMPLATE_INDEX" val="40490346"/>
  <p:tag name="KSO_WM_TEMPLATE_CATEGORY" val="custo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 name="KSO_WM_UNIT_ISNUMDGMTITLE" val="0"/>
  <p:tag name="KSO_WM_TEMPLATE_INDEX" val="40490346"/>
  <p:tag name="KSO_WM_TEMPLATE_CATEGORY" val="custo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i*1"/>
  <p:tag name="KSO_WM_UNIT_LAYERLEVEL" val="1"/>
  <p:tag name="KSO_WM_TAG_VERSION" val="3.0"/>
  <p:tag name="KSO_WM_BEAUTIFY_FLAG" val="#wm#"/>
  <p:tag name="KSO_WM_UNIT_TYPE" val="i"/>
  <p:tag name="KSO_WM_UNIT_INDEX" val="1"/>
  <p:tag name="KSO_WM_CHIP_GROUPID" val="629425eedb924c3ee3991e4a"/>
  <p:tag name="KSO_WM_CHIP_XID" val="629d66167459d9b06302c11c"/>
  <p:tag name="KSO_WM_UNIT_DEC_AREA_ID" val="88e1e43502c94c699f12a58b27ba7229"/>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0330600b1e6f4b85aa2fb567ab3facba"/>
  <p:tag name="KSO_WM_UNIT_ISNUMDGMTITLE" val="0"/>
  <p:tag name="KSO_WM_UNIT_NOCLEAR" val="0"/>
  <p:tag name="KSO_WM_TEMPLATE_INDEX" val="40490346"/>
  <p:tag name="KSO_WM_TEMPLATE_CATEGORY" val="custom"/>
</p:tagLst>
</file>

<file path=ppt/tags/tag7.xml><?xml version="1.0" encoding="utf-8"?>
<p:tagLst xmlns:p="http://schemas.openxmlformats.org/presentationml/2006/main">
  <p:tag name="KSO_WM_UNIT_TYPE" val="i"/>
  <p:tag name="KSO_WM_UNIT_INDEX" val="2"/>
  <p:tag name="KSO_WM_UNIT_ID" val="_2*i*2"/>
  <p:tag name="KSO_WM_BEAUTIFY_FLAG" val="#wm#"/>
  <p:tag name="KSO_WM_TAG_VERSION" val="3.0"/>
  <p:tag name="KSO_WM_CHIP_GROUPID" val="629425eedb924c3ee3991e4a"/>
  <p:tag name="KSO_WM_CHIP_XID" val="629d66167459d9b06302c0fe"/>
  <p:tag name="KSO_WM_UNIT_DEC_AREA_ID" val="154e14a693f342bdb73e082da9ab4cdd"/>
  <p:tag name="KSO_WM_CHIP_FILLAREA_FILL_RULE" val="{&quot;fill_align&quot;:&quot;cm&quot;,&quot;fill_effect&quot;:[],&quot;fill_mode&quot;:&quot;adaptive&quot;,&quot;sacle_strategy&quot;:&quot;stretch&quot;}"/>
  <p:tag name="KSO_WM_UNIT_DEC_SUPPORTCHANGEPIC" val="0"/>
  <p:tag name="KSO_WM_UNIT_DEC_CHANGEPICRESERVED" val="1"/>
  <p:tag name="KSO_WM_ASSEMBLE_CHIP_INDEX" val="ba01a3518b064c8bb1ae29aa73283084"/>
  <p:tag name="KSO_WM_UNIT_HIGHLIGHT" val="0"/>
  <p:tag name="KSO_WM_UNIT_COMPATIBLE" val="0"/>
  <p:tag name="KSO_WM_UNIT_DIAGRAM_ISNUMVISUAL" val="0"/>
  <p:tag name="KSO_WM_UNIT_DIAGRAM_ISREFERUNIT" val="0"/>
  <p:tag name="KSO_WM_UNIT_LAYERLEVEL" val="1"/>
  <p:tag name="KSO_WM_UNIT_ISNUMDGMTITLE" val="0"/>
  <p:tag name="KSO_WM_UNIT_NOCLEAR" val="0"/>
  <p:tag name="KSO_WM_TEMPLATE_INDEX" val="40490346"/>
  <p:tag name="KSO_WM_TEMPLATE_CATEGORY" val="custom"/>
</p:tagLst>
</file>

<file path=ppt/tags/tag8.xml><?xml version="1.0" encoding="utf-8"?>
<p:tagLst xmlns:p="http://schemas.openxmlformats.org/presentationml/2006/main">
  <p:tag name="KSO_WM_UNIT_TYPE" val="i"/>
  <p:tag name="KSO_WM_UNIT_INDEX" val="3"/>
  <p:tag name="KSO_WM_UNIT_ID" val="_2*i*3"/>
  <p:tag name="KSO_WM_BEAUTIFY_FLAG" val="#wm#"/>
  <p:tag name="KSO_WM_TAG_VERSION" val="3.0"/>
  <p:tag name="KSO_WM_CHIP_GROUPID" val="629425eedb924c3ee3991e4a"/>
  <p:tag name="KSO_WM_CHIP_XID" val="629d66167459d9b06302c0e5"/>
  <p:tag name="KSO_WM_UNIT_DEC_AREA_ID" val="72b2321acfe64ed48bee35a7387e7b19"/>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7d8f9e49cf9e417486f45a7ca6587a6d"/>
  <p:tag name="KSO_WM_UNIT_HIGHLIGHT" val="0"/>
  <p:tag name="KSO_WM_UNIT_COMPATIBLE" val="0"/>
  <p:tag name="KSO_WM_UNIT_DIAGRAM_ISNUMVISUAL" val="0"/>
  <p:tag name="KSO_WM_UNIT_DIAGRAM_ISREFERUNIT" val="0"/>
  <p:tag name="KSO_WM_UNIT_LAYERLEVEL" val="1"/>
  <p:tag name="KSO_WM_UNIT_ISNUMDGMTITLE" val="0"/>
  <p:tag name="KSO_WM_UNIT_NOCLEAR" val="0"/>
  <p:tag name="KSO_WM_TEMPLATE_INDEX" val="40490346"/>
  <p:tag name="KSO_WM_TEMPLATE_CATEGORY" val="custo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BEAUTIFY_FLAG" val="#wm#"/>
  <p:tag name="KSO_WM_UNIT_ISCONTENTSTITLE" val="1"/>
  <p:tag name="KSO_WM_UNIT_ISNUMDGMTITLE" val="0"/>
  <p:tag name="KSO_WM_UNIT_PRESET_TEXT" val="标题"/>
  <p:tag name="KSO_WM_UNIT_NOCLEAR" val="0"/>
  <p:tag name="KSO_WM_UNIT_VALUE" val="3"/>
  <p:tag name="KSO_WM_UNIT_TYPE" val="a"/>
  <p:tag name="KSO_WM_UNIT_INDEX" val="1"/>
  <p:tag name="KSO_WM_TEMPLATE_INDEX" val="40490346"/>
  <p:tag name="KSO_WM_TEMPLATE_CATEGORY" val="custo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 name="KSO_WM_TEMPLATE_INDEX" val="40490346"/>
  <p:tag name="KSO_WM_TEMPLATE_CATEGORY" val="custo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UNIT_ISNUMDGMTITLE" val="0"/>
  <p:tag name="KSO_WM_TEMPLATE_INDEX" val="40490346"/>
  <p:tag name="KSO_WM_TEMPLATE_CATEGORY" val="custo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f*2"/>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TYPE" val="f"/>
  <p:tag name="KSO_WM_UNIT_INDEX" val="2"/>
  <p:tag name="KSO_WM_UNIT_ISNUMDGMTITLE" val="0"/>
  <p:tag name="KSO_WM_TEMPLATE_INDEX" val="40490346"/>
  <p:tag name="KSO_WM_TEMPLATE_CATEGORY" val="custo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 name="KSO_WM_TEMPLATE_INDEX" val="40490346"/>
  <p:tag name="KSO_WM_TEMPLATE_CATEGORY" val="custo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h_a*1_1"/>
  <p:tag name="KSO_WM_UNIT_LAYERLEVEL" val="1_1"/>
  <p:tag name="KSO_WM_TAG_VERSION" val="3.0"/>
  <p:tag name="KSO_WM_BEAUTIFY_FLAG" val="#wm#"/>
  <p:tag name="KSO_WM_UNIT_PRESET_TEXT" val="单击此处编辑母版文本样式"/>
  <p:tag name="KSO_WM_UNIT_NOCLEAR" val="0"/>
  <p:tag name="KSO_WM_UNIT_TYPE" val="h_a"/>
  <p:tag name="KSO_WM_UNIT_INDEX" val="1_1"/>
  <p:tag name="KSO_WM_UNIT_ISCONTENTSTITLE" val="0"/>
  <p:tag name="KSO_WM_UNIT_ISNUMDGMTITLE" val="0"/>
  <p:tag name="KSO_WM_UNIT_VALUE" val="19"/>
  <p:tag name="KSO_WM_TEMPLATE_INDEX" val="40490346"/>
  <p:tag name="KSO_WM_TEMPLATE_CATEGORY" val="custo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h_f*1_1"/>
  <p:tag name="KSO_WM_UNIT_LAYERLEVEL" val="1_1"/>
  <p:tag name="KSO_WM_TAG_VERSION" val="3.0"/>
  <p:tag name="KSO_WM_BEAUTIFY_FLAG" val="#wm#"/>
  <p:tag name="KSO_WM_UNIT_SUBTYPE" val="a"/>
  <p:tag name="KSO_WM_UNIT_PRESET_TEXT" val="单击此处编辑母版文本样式&#10;二级&#10;三级&#10;四级&#10;五级"/>
  <p:tag name="KSO_WM_UNIT_NOCLEAR" val="0"/>
  <p:tag name="KSO_WM_UNIT_VALUE" val="128"/>
  <p:tag name="KSO_WM_UNIT_TYPE" val="h_f"/>
  <p:tag name="KSO_WM_UNIT_INDEX" val="1_1"/>
  <p:tag name="KSO_WM_UNIT_ISNUMDGMTITLE" val="0"/>
  <p:tag name="KSO_WM_TEMPLATE_INDEX" val="40490346"/>
  <p:tag name="KSO_WM_TEMPLATE_CATEGORY" val="custo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h_a*2_1"/>
  <p:tag name="KSO_WM_UNIT_LAYERLEVEL" val="1_1"/>
  <p:tag name="KSO_WM_TAG_VERSION" val="3.0"/>
  <p:tag name="KSO_WM_BEAUTIFY_FLAG" val="#wm#"/>
  <p:tag name="KSO_WM_UNIT_PRESET_TEXT" val="单击此处编辑母版文本样式"/>
  <p:tag name="KSO_WM_UNIT_NOCLEAR" val="0"/>
  <p:tag name="KSO_WM_UNIT_TYPE" val="h_a"/>
  <p:tag name="KSO_WM_UNIT_INDEX" val="2_1"/>
  <p:tag name="KSO_WM_UNIT_ISCONTENTSTITLE" val="0"/>
  <p:tag name="KSO_WM_UNIT_ISNUMDGMTITLE" val="0"/>
  <p:tag name="KSO_WM_UNIT_VALUE" val="19"/>
  <p:tag name="KSO_WM_TEMPLATE_INDEX" val="40490346"/>
  <p:tag name="KSO_WM_TEMPLATE_CATEGORY" val="custo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h_f*2_1"/>
  <p:tag name="KSO_WM_UNIT_LAYERLEVEL" val="1_1"/>
  <p:tag name="KSO_WM_TAG_VERSION" val="3.0"/>
  <p:tag name="KSO_WM_BEAUTIFY_FLAG" val="#wm#"/>
  <p:tag name="KSO_WM_UNIT_SUBTYPE" val="a"/>
  <p:tag name="KSO_WM_UNIT_PRESET_TEXT" val="单击此处编辑母版文本样式&#10;二级&#10;三级&#10;四级&#10;五级"/>
  <p:tag name="KSO_WM_UNIT_NOCLEAR" val="0"/>
  <p:tag name="KSO_WM_UNIT_VALUE" val="128"/>
  <p:tag name="KSO_WM_UNIT_TYPE" val="h_f"/>
  <p:tag name="KSO_WM_UNIT_INDEX" val="2_1"/>
  <p:tag name="KSO_WM_UNIT_ISNUMDGMTITLE" val="0"/>
  <p:tag name="KSO_WM_TEMPLATE_INDEX" val="40490346"/>
  <p:tag name="KSO_WM_TEMPLATE_CATEGORY" val="custo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 name="KSO_WM_TEMPLATE_INDEX" val="40490346"/>
  <p:tag name="KSO_WM_TEMPLATE_CATEGORY" val="custo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96"/>
  <p:tag name="KSO_WM_UNIT_TYPE" val="f"/>
  <p:tag name="KSO_WM_UNIT_INDEX" val="1"/>
  <p:tag name="KSO_WM_UNIT_ISNUMDGMTITLE" val="0"/>
  <p:tag name="KSO_WM_TEMPLATE_INDEX" val="40490346"/>
  <p:tag name="KSO_WM_TEMPLATE_CATEGORY" val="custo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 name="KSO_WM_TEMPLATE_INDEX" val="40490346"/>
  <p:tag name="KSO_WM_TEMPLATE_CATEGORY" val="custo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b*1"/>
  <p:tag name="KSO_WM_UNIT_LAYERLEVEL" val="1"/>
  <p:tag name="KSO_WM_TAG_VERSION" val="3.0"/>
  <p:tag name="KSO_WM_BEAUTIFY_FLAG" val="#wm#"/>
  <p:tag name="KSO_WM_UNIT_ISCONTENTSTITLE" val="0"/>
  <p:tag name="KSO_WM_UNIT_ISNUMDGMTITLE" val="0"/>
  <p:tag name="KSO_WM_UNIT_PRESET_TEXT" val="单击此处编辑母版副标题样式"/>
  <p:tag name="KSO_WM_UNIT_NOCLEAR" val="0"/>
  <p:tag name="KSO_WM_UNIT_VALUE" val="40"/>
  <p:tag name="KSO_WM_UNIT_TYPE" val="b"/>
  <p:tag name="KSO_WM_UNIT_INDEX" val="1"/>
  <p:tag name="KSO_WM_TEMPLATE_INDEX" val="40490346"/>
  <p:tag name="KSO_WM_TEMPLATE_CATEGORY" val="custo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i*1"/>
  <p:tag name="KSO_WM_UNIT_LAYERLEVEL" val="1"/>
  <p:tag name="KSO_WM_TAG_VERSION" val="3.0"/>
  <p:tag name="KSO_WM_BEAUTIFY_FLAG" val="#wm#"/>
  <p:tag name="KSO_WM_UNIT_TYPE" val="i"/>
  <p:tag name="KSO_WM_UNIT_INDEX" val="1"/>
  <p:tag name="KSO_WM_CHIP_GROUPID" val="629425eedb924c3ee3991e4a"/>
  <p:tag name="KSO_WM_CHIP_XID" val="629d66167459d9b06302c4d9"/>
  <p:tag name="KSO_WM_UNIT_DEC_AREA_ID" val="6aefbd0abbcb459281c74d191896cdc0"/>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bf0267b215eb4d5aa9d87c889636c284"/>
  <p:tag name="KSO_WM_UNIT_ISNUMDGMTITLE" val="0"/>
  <p:tag name="KSO_WM_UNIT_NOCLEAR" val="0"/>
  <p:tag name="KSO_WM_TEMPLATE_INDEX" val="40490346"/>
  <p:tag name="KSO_WM_TEMPLATE_CATEGORY" val="custom"/>
</p:tagLst>
</file>

<file path=ppt/tags/tag44.xml><?xml version="1.0" encoding="utf-8"?>
<p:tagLst xmlns:p="http://schemas.openxmlformats.org/presentationml/2006/main">
  <p:tag name="KSO_WM_UNIT_TYPE" val="i"/>
  <p:tag name="KSO_WM_UNIT_INDEX" val="2"/>
  <p:tag name="KSO_WM_UNIT_ID" val="_9*i*2"/>
  <p:tag name="KSO_WM_BEAUTIFY_FLAG" val="#wm#"/>
  <p:tag name="KSO_WM_TAG_VERSION" val="3.0"/>
  <p:tag name="KSO_WM_CHIP_GROUPID" val="629425eedb924c3ee3991e4a"/>
  <p:tag name="KSO_WM_CHIP_XID" val="629d66167459d9b06302c482"/>
  <p:tag name="KSO_WM_UNIT_DEC_AREA_ID" val="beb67991ab11499bb22ce91cf3bea05e"/>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5422a9c3c3064663ad950b7f343486b8"/>
  <p:tag name="KSO_WM_UNIT_HIGHLIGHT" val="0"/>
  <p:tag name="KSO_WM_UNIT_COMPATIBLE" val="0"/>
  <p:tag name="KSO_WM_UNIT_DIAGRAM_ISNUMVISUAL" val="0"/>
  <p:tag name="KSO_WM_UNIT_DIAGRAM_ISREFERUNIT" val="0"/>
  <p:tag name="KSO_WM_UNIT_LAYERLEVEL" val="1"/>
  <p:tag name="KSO_WM_UNIT_ISNUMDGMTITLE" val="0"/>
  <p:tag name="KSO_WM_UNIT_NOCLEAR" val="0"/>
  <p:tag name="KSO_WM_TEMPLATE_INDEX" val="40490346"/>
  <p:tag name="KSO_WM_TEMPLATE_CATEGORY" val="custo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48.xml><?xml version="1.0" encoding="utf-8"?>
<p:tagLst xmlns:p="http://schemas.openxmlformats.org/presentationml/2006/main">
  <p:tag name="KSO_WM_BEAUTIFY_FLAG" val="#wm#"/>
  <p:tag name="KSO_WM_FIGMA_FLAG" val="#fgm#"/>
  <p:tag name="KSO_WM_UNIT_INDEX" val="1"/>
  <p:tag name="KSO_WM_UNIT_SUBTYPE" val="c"/>
  <p:tag name="KSO_WM_UNIT_TEXT_TYPE" val="1"/>
  <p:tag name="KSO_WM_UNIT_TYPE" val="f"/>
  <p:tag name="KSO_WM_UNIT_ID" val="_9*f*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346"/>
  <p:tag name="KSO_WM_TEMPLATE_CATEGORY" val="custom"/>
</p:tagLst>
</file>

<file path=ppt/tags/tag49.xml><?xml version="1.0" encoding="utf-8"?>
<p:tagLst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3552b3b2ebd6ca12603270fe7ee2ba274f3e7105"/>
  <p:tag name="KSO_WM_NEWLAYOUT_ID" val="454"/>
  <p:tag name="KSO_WM_UNIT_ID" val="_9*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90346"/>
  <p:tag name="KSO_WM_TEMPLATE_CATEGORY" val="custom"/>
</p:tagLst>
</file>

<file path=ppt/tags/tag50.xml><?xml version="1.0" encoding="utf-8"?>
<p:tagLst xmlns:p="http://schemas.openxmlformats.org/presentationml/2006/main">
  <p:tag name="KSO_WM_BEAUTIFY_FLAG" val="#wm#"/>
  <p:tag name="KSO_WM_FIGMA_FLAG" val="#fgm#"/>
  <p:tag name="KSO_WM_UNIT_INDEX" val="2"/>
  <p:tag name="KSO_WM_UNIT_SUBTYPE" val="b"/>
  <p:tag name="KSO_WM_UNIT_TEXT_TYPE" val="1"/>
  <p:tag name="KSO_WM_UNIT_TYPE" val="f"/>
  <p:tag name="KSO_WM_UNIT_ID" val="_9*f*2"/>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346"/>
  <p:tag name="KSO_WM_TEMPLATE_CATEGORY" val="custo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54.xml><?xml version="1.0" encoding="utf-8"?>
<p:tagLst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1ac28e06584069192f823f07bae76ffaa0c488ca"/>
  <p:tag name="KSO_WM_NEWLAYOUT_ID" val="462"/>
  <p:tag name="KSO_WM_UNIT_ID" val="_10*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90346"/>
  <p:tag name="KSO_WM_TEMPLATE_CATEGORY" val="custom"/>
</p:tagLst>
</file>

<file path=ppt/tags/tag55.xml><?xml version="1.0" encoding="utf-8"?>
<p:tagLst xmlns:p="http://schemas.openxmlformats.org/presentationml/2006/main">
  <p:tag name="KSO_WM_UNIT_HIGHLIGHT" val="0"/>
  <p:tag name="KSO_WM_BEAUTIFY_FLAG" val="#wm#"/>
  <p:tag name="KSO_WM_FIGMA_FLAG" val="#fgm#"/>
  <p:tag name="KSO_WM_UNIT_INDEX" val="1"/>
  <p:tag name="KSO_WM_UNIT_TYPE" val="e"/>
  <p:tag name="KSO_WM_UNIT_ID" val="_10*e*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90346"/>
  <p:tag name="KSO_WM_TEMPLATE_CATEGORY" val="custo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i*1"/>
  <p:tag name="KSO_WM_UNIT_LAYERLEVEL" val="1"/>
  <p:tag name="KSO_WM_TAG_VERSION" val="3.0"/>
  <p:tag name="KSO_WM_BEAUTIFY_FLAG" val="#wm#"/>
  <p:tag name="KSO_WM_UNIT_TYPE" val="i"/>
  <p:tag name="KSO_WM_UNIT_INDEX" val="1"/>
  <p:tag name="KSO_WM_CHIP_GROUPID" val="629425eedb924c3ee3991e4a"/>
  <p:tag name="KSO_WM_CHIP_XID" val="629d66167459d9b06302c11c"/>
  <p:tag name="KSO_WM_UNIT_DEC_AREA_ID" val="88e1e43502c94c699f12a58b27ba7229"/>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0330600b1e6f4b85aa2fb567ab3facba"/>
  <p:tag name="KSO_WM_UNIT_ISNUMDGMTITLE" val="0"/>
  <p:tag name="KSO_WM_UNIT_NOCLEAR" val="0"/>
  <p:tag name="KSO_WM_TEMPLATE_INDEX" val="40490346"/>
  <p:tag name="KSO_WM_TEMPLATE_CATEGORY" val="custo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BEAUTIFY_FLAG" val="#wm#"/>
  <p:tag name="KSO_WM_UNIT_TYPE" val="i"/>
  <p:tag name="KSO_WM_UNIT_INDEX" val="1"/>
  <p:tag name="KSO_WM_CHIP_GROUPID" val="629425eedb924c3ee3991e4a"/>
  <p:tag name="KSO_WM_CHIP_XID" val="629d66167459d9b06302c29b"/>
  <p:tag name="KSO_WM_UNIT_DEC_AREA_ID" val="339e2691531e4a5d99ae69ee702f223c"/>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403bf65fa25e4580ada27212af923e19"/>
  <p:tag name="KSO_WM_UNIT_ISNUMDGMTITLE" val="0"/>
  <p:tag name="KSO_WM_UNIT_NOCLEAR" val="0"/>
  <p:tag name="KSO_WM_TEMPLATE_INDEX" val="40490346"/>
  <p:tag name="KSO_WM_TEMPLATE_CATEGORY" val="custo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NOCLEAR" val="0"/>
  <p:tag name="KSO_WM_UNIT_ISNUMDGMTITLE" val="0"/>
  <p:tag name="KSO_WM_TEMPLATE_INDEX" val="40490346"/>
  <p:tag name="KSO_WM_TEMPLATE_CATEGORY" val="custo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61.xml><?xml version="1.0" encoding="utf-8"?>
<p:tagLst xmlns:p="http://schemas.openxmlformats.org/presentationml/2006/main">
  <p:tag name="KSO_WM_UNIT_HIGHLIGHT" val="0"/>
  <p:tag name="KSO_WM_BEAUTIFY_FLAG" val="#wm#"/>
  <p:tag name="KSO_WM_FIGMA_FLAG" val="#fgm#"/>
  <p:tag name="KSO_WM_UNIT_INDEX" val="1"/>
  <p:tag name="KSO_WM_UNIT_TEXT_TYPE" val="1"/>
  <p:tag name="KSO_WM_UNIT_TYPE" val="b"/>
  <p:tag name="KSO_WM_UNIT_ID" val="_11*b*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90346"/>
  <p:tag name="KSO_WM_TEMPLATE_CATEGORY" val="custom"/>
</p:tagLst>
</file>

<file path=ppt/tags/tag62.xml><?xml version="1.0" encoding="utf-8"?>
<p:tagLst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4b1d355eff9117d26b814a4cae558ae89bdc8471"/>
  <p:tag name="KSO_WM_NEWLAYOUT_ID" val="467"/>
  <p:tag name="KSO_WM_UNIT_ID" val="_11*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90346"/>
  <p:tag name="KSO_WM_TEMPLATE_CATEGORY" val="custo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66.xml><?xml version="1.0" encoding="utf-8"?>
<p:tagLst xmlns:p="http://schemas.openxmlformats.org/presentationml/2006/main">
  <p:tag name="KSO_WM_BEAUTIFY_FLAG" val="#fgm#"/>
  <p:tag name="KSO_WM_FIGMA_FLAG" val="#fgm#"/>
  <p:tag name="KSO_WM_UNIT_INDEX" val="1"/>
  <p:tag name="KSO_WM_UNIT_TEXT_TYPE" val="1"/>
  <p:tag name="KSO_WM_UNIT_TYPE" val="b"/>
</p:tagLst>
</file>

<file path=ppt/tags/tag67.xml><?xml version="1.0" encoding="utf-8"?>
<p:tagLst xmlns:p="http://schemas.openxmlformats.org/presentationml/2006/main">
  <p:tag name="KSO_WM_BEAUTIFY_FLAG" val="#fgm#"/>
  <p:tag name="KSO_WM_FIGMA_FLAG" val="#fgm#"/>
  <p:tag name="KSO_WM_UNIT_INDEX" val="1"/>
  <p:tag name="KSO_WM_UNIT_TEXT_TYPE" val="1"/>
  <p:tag name="KSO_WM_UNIT_TYPE" val="a"/>
  <p:tag name="KSO_WM_LAYOUT_CHECK_HASH" val="8a4ad070937c9954b26be40f8afe5286d32bd161"/>
  <p:tag name="KSO_WM_NEWLAYOUT_ID" val="1"/>
</p:tagLst>
</file>

<file path=ppt/tags/tag68.xml><?xml version="1.0" encoding="utf-8"?>
<p:tagLst xmlns:p="http://schemas.openxmlformats.org/presentationml/2006/main">
  <p:tag name="KSO_WM_BEAUTIFY_FLAG" val="#fgm#"/>
  <p:tag name="KSO_WM_DIAGRAM_GROUP_CODE" val="1"/>
  <p:tag name="KSO_WM_FIGMA_FLAG" val="#fgm#"/>
  <p:tag name="KSO_WM_UNIT_INDEX" val="1_1_1"/>
  <p:tag name="KSO_WM_UNIT_SUBTYPE" val="d"/>
  <p:tag name="KSO_WM_UNIT_TYPE" val="l_h_i"/>
</p:tagLst>
</file>

<file path=ppt/tags/tag69.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UNIT_INDEX" val="1_1_2"/>
  <p:tag name="KSO_WM_UNIT_TYPE" val="l_h_i"/>
</p:tagLst>
</file>

<file path=ppt/tags/tag70.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71.xml><?xml version="1.0" encoding="utf-8"?>
<p:tagLst xmlns:p="http://schemas.openxmlformats.org/presentationml/2006/main">
  <p:tag name="KSO_WM_BEAUTIFY_FLAG" val="#fgm#"/>
  <p:tag name="KSO_WM_DIAGRAM_GROUP_CODE" val="1"/>
  <p:tag name="KSO_WM_FIGMA_FLAG" val="#fgm#"/>
  <p:tag name="KSO_WM_UNIT_INDEX" val="1_2_1"/>
  <p:tag name="KSO_WM_UNIT_SUBTYPE" val="d"/>
  <p:tag name="KSO_WM_UNIT_TYPE" val="l_h_i"/>
</p:tagLst>
</file>

<file path=ppt/tags/tag72.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UNIT_INDEX" val="1_2_2"/>
  <p:tag name="KSO_WM_UNIT_TYPE" val="l_h_i"/>
</p:tagLst>
</file>

<file path=ppt/tags/tag73.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74.xml><?xml version="1.0" encoding="utf-8"?>
<p:tagLst xmlns:p="http://schemas.openxmlformats.org/presentationml/2006/main">
  <p:tag name="KSO_WM_BEAUTIFY_FLAG" val="#fgm#"/>
  <p:tag name="KSO_WM_DIAGRAM_GROUP_CODE" val="1"/>
  <p:tag name="KSO_WM_FIGMA_FLAG" val="#fgm#"/>
  <p:tag name="KSO_WM_UNIT_INDEX" val="1_3_1"/>
  <p:tag name="KSO_WM_UNIT_SUBTYPE" val="d"/>
  <p:tag name="KSO_WM_UNIT_TYPE" val="l_h_i"/>
</p:tagLst>
</file>

<file path=ppt/tags/tag75.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UNIT_INDEX" val="1_3_2"/>
  <p:tag name="KSO_WM_UNIT_TYPE" val="l_h_i"/>
</p:tagLst>
</file>

<file path=ppt/tags/tag76.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77.xml><?xml version="1.0" encoding="utf-8"?>
<p:tagLst xmlns:p="http://schemas.openxmlformats.org/presentationml/2006/main">
  <p:tag name="KSO_WM_BEAUTIFY_FLAG" val="#fgm#"/>
  <p:tag name="KSO_WM_DIAGRAM_GROUP_CODE" val="1"/>
  <p:tag name="KSO_WM_FIGMA_FLAG" val="#fgm#"/>
  <p:tag name="KSO_WM_UNIT_INDEX" val="1_4_1"/>
  <p:tag name="KSO_WM_UNIT_SUBTYPE" val="d"/>
  <p:tag name="KSO_WM_UNIT_TYPE" val="l_h_i"/>
</p:tagLst>
</file>

<file path=ppt/tags/tag78.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UNIT_INDEX" val="1_4_2"/>
  <p:tag name="KSO_WM_UNIT_TYPE" val="l_h_i"/>
</p:tagLst>
</file>

<file path=ppt/tags/tag79.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80.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81.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82.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83.xml><?xml version="1.0" encoding="utf-8"?>
<p:tagLst xmlns:p="http://schemas.openxmlformats.org/presentationml/2006/main">
  <p:tag name="KSO_WM_BEAUTIFY_FLAG" val="#fgm#"/>
  <p:tag name="KSO_WM_FIGMA_FLAG" val="#fgm#"/>
  <p:tag name="KSO_WM_UNIT_INDEX" val="1"/>
  <p:tag name="KSO_WM_UNIT_TEXT_TYPE" val="1"/>
  <p:tag name="KSO_WM_UNIT_TYPE" val="b"/>
</p:tagLst>
</file>

<file path=ppt/tags/tag84.xml><?xml version="1.0" encoding="utf-8"?>
<p:tagLst xmlns:p="http://schemas.openxmlformats.org/presentationml/2006/main">
  <p:tag name="KSO_WM_BEAUTIFY_FLAG" val="#fgm#"/>
  <p:tag name="KSO_WM_FIGMA_FLAG" val="#fgm#"/>
  <p:tag name="KSO_WM_UNIT_INDEX" val="1"/>
  <p:tag name="KSO_WM_UNIT_TEXT_TYPE" val="1"/>
  <p:tag name="KSO_WM_UNIT_TYPE" val="a"/>
  <p:tag name="KSO_WM_LAYOUT_CHECK_HASH" val="bfa335b4c92249443711589ab1dfd892298f5b80"/>
  <p:tag name="KSO_WM_NEWLAYOUT_GROUP_ID" val="layout_1-5"/>
  <p:tag name="KSO_WM_NEWLAYOUT_ID" val="slide_ba60fb0293b23fda"/>
</p:tagLst>
</file>

<file path=ppt/tags/tag85.xml><?xml version="1.0" encoding="utf-8"?>
<p:tagLst xmlns:p="http://schemas.openxmlformats.org/presentationml/2006/main">
  <p:tag name="KSO_WM_BEAUTIFY_FLAG" val="#fgm#"/>
  <p:tag name="KSO_WM_DIAGRAM_GROUP_CODE" val="1"/>
  <p:tag name="KSO_WM_FIGMA_FLAG" val="#fgm#"/>
  <p:tag name="KSO_WM_UNIT_INDEX" val="1_1_1"/>
  <p:tag name="KSO_WM_UNIT_SUBTYPE" val="d"/>
  <p:tag name="KSO_WM_UNIT_TYPE" val="l_h_i"/>
</p:tagLst>
</file>

<file path=ppt/tags/tag86.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1_2"/>
  <p:tag name="KSO_WM_UNIT_TYPE" val="l_h_i"/>
</p:tagLst>
</file>

<file path=ppt/tags/tag87.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88.xml><?xml version="1.0" encoding="utf-8"?>
<p:tagLst xmlns:p="http://schemas.openxmlformats.org/presentationml/2006/main">
  <p:tag name="KSO_WM_BEAUTIFY_FLAG" val="#fgm#"/>
  <p:tag name="KSO_WM_DIAGRAM_GROUP_CODE" val="1"/>
  <p:tag name="KSO_WM_FIGMA_FLAG" val="#fgm#"/>
  <p:tag name="KSO_WM_UNIT_INDEX" val="1_2_1"/>
  <p:tag name="KSO_WM_UNIT_SUBTYPE" val="d"/>
  <p:tag name="KSO_WM_UNIT_TYPE" val="l_h_i"/>
</p:tagLst>
</file>

<file path=ppt/tags/tag89.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2_2"/>
  <p:tag name="KSO_WM_UNIT_TYPE" val="l_h_i"/>
</p:tagLst>
</file>

<file path=ppt/tags/tag90.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91.xml><?xml version="1.0" encoding="utf-8"?>
<p:tagLst xmlns:p="http://schemas.openxmlformats.org/presentationml/2006/main">
  <p:tag name="KSO_WM_BEAUTIFY_FLAG" val="#fgm#"/>
  <p:tag name="KSO_WM_DIAGRAM_GROUP_CODE" val="1"/>
  <p:tag name="KSO_WM_FIGMA_FLAG" val="#fgm#"/>
  <p:tag name="KSO_WM_UNIT_INDEX" val="1_3_1"/>
  <p:tag name="KSO_WM_UNIT_SUBTYPE" val="d"/>
  <p:tag name="KSO_WM_UNIT_TYPE" val="l_h_i"/>
</p:tagLst>
</file>

<file path=ppt/tags/tag92.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3_2"/>
  <p:tag name="KSO_WM_UNIT_TYPE" val="l_h_i"/>
</p:tagLst>
</file>

<file path=ppt/tags/tag93.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94.xml><?xml version="1.0" encoding="utf-8"?>
<p:tagLst xmlns:p="http://schemas.openxmlformats.org/presentationml/2006/main">
  <p:tag name="KSO_WM_BEAUTIFY_FLAG" val="#fgm#"/>
  <p:tag name="KSO_WM_DIAGRAM_GROUP_CODE" val="1"/>
  <p:tag name="KSO_WM_FIGMA_FLAG" val="#fgm#"/>
  <p:tag name="KSO_WM_UNIT_INDEX" val="1_4_1"/>
  <p:tag name="KSO_WM_UNIT_SUBTYPE" val="d"/>
  <p:tag name="KSO_WM_UNIT_TYPE" val="l_h_i"/>
</p:tagLst>
</file>

<file path=ppt/tags/tag95.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4_2"/>
  <p:tag name="KSO_WM_UNIT_TYPE" val="l_h_i"/>
</p:tagLst>
</file>

<file path=ppt/tags/tag96.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97.xml><?xml version="1.0" encoding="utf-8"?>
<p:tagLst xmlns:p="http://schemas.openxmlformats.org/presentationml/2006/main">
  <p:tag name="KSO_WM_BEAUTIFY_FLAG" val="#fgm#"/>
  <p:tag name="KSO_WM_DIAGRAM_GROUP_CODE" val="1"/>
  <p:tag name="KSO_WM_FIGMA_FLAG" val="#fgm#"/>
  <p:tag name="KSO_WM_UNIT_INDEX" val="1_5_1"/>
  <p:tag name="KSO_WM_UNIT_SUBTYPE" val="d"/>
  <p:tag name="KSO_WM_UNIT_TYPE" val="l_h_i"/>
</p:tagLst>
</file>

<file path=ppt/tags/tag98.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5_2"/>
  <p:tag name="KSO_WM_UNIT_TYPE" val="l_h_i"/>
</p:tagLst>
</file>

<file path=ppt/tags/tag99.xml><?xml version="1.0" encoding="utf-8"?>
<p:tagLst xmlns:p="http://schemas.openxmlformats.org/presentationml/2006/main">
  <p:tag name="KSO_WM_BEAUTIFY_FLAG" val="#fgm#"/>
  <p:tag name="KSO_WM_DIAGRAM_GROUP_CODE" val="1"/>
  <p:tag name="KSO_WM_FIGMA_FLAG" val="#fgm#"/>
  <p:tag name="KSO_WM_UNIT_INDEX" val="1_5_1"/>
  <p:tag name="KSO_WM_UNIT_TYPE" val="l_h_a"/>
</p:tagLst>
</file>

<file path=ppt/tags/tag100.xml><?xml version="1.0" encoding="utf-8"?>
<p:tagLst xmlns:p="http://schemas.openxmlformats.org/presentationml/2006/main">
  <p:tag name="KSO_WM_BEAUTIFY_FLAG" val="#fgm#"/>
  <p:tag name="KSO_WM_DIAGRAM_GROUP_CODE" val="1"/>
  <p:tag name="KSO_WM_FIGMA_FLAG" val="#fgm#"/>
  <p:tag name="KSO_WM_UNIT_INDEX" val="1_6_1"/>
  <p:tag name="KSO_WM_UNIT_SUBTYPE" val="d"/>
  <p:tag name="KSO_WM_UNIT_TYPE" val="l_h_i"/>
</p:tagLst>
</file>

<file path=ppt/tags/tag101.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6_2"/>
  <p:tag name="KSO_WM_UNIT_TYPE" val="l_h_i"/>
</p:tagLst>
</file>

<file path=ppt/tags/tag102.xml><?xml version="1.0" encoding="utf-8"?>
<p:tagLst xmlns:p="http://schemas.openxmlformats.org/presentationml/2006/main">
  <p:tag name="KSO_WM_BEAUTIFY_FLAG" val="#fgm#"/>
  <p:tag name="KSO_WM_DIAGRAM_GROUP_CODE" val="1"/>
  <p:tag name="KSO_WM_FIGMA_FLAG" val="#fgm#"/>
  <p:tag name="KSO_WM_UNIT_INDEX" val="1_6_1"/>
  <p:tag name="KSO_WM_UNIT_TYPE" val="l_h_a"/>
</p:tagLst>
</file>

<file path=ppt/tags/tag103.xml><?xml version="1.0" encoding="utf-8"?>
<p:tagLst xmlns:p="http://schemas.openxmlformats.org/presentationml/2006/main">
  <p:tag name="KSO_WM_BEAUTIFY_FLAG" val="#fgm#"/>
  <p:tag name="KSO_WM_FIGMA_FLAG" val="#fgm#"/>
  <p:tag name="KSO_WM_UNIT_INDEX" val="1"/>
  <p:tag name="KSO_WM_UNIT_TYPE" val="a"/>
  <p:tag name="KSO_WM_LAYOUT_CHECK_HASH" val="20b53e5e6b84795624e0e69f4189709c97d1212b"/>
  <p:tag name="KSO_WM_NEWLAYOUT_ID" val="slide_8c237816ea06e635"/>
</p:tagLst>
</file>

<file path=ppt/tags/tag104.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05.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06.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07.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08.xml><?xml version="1.0" encoding="utf-8"?>
<p:tagLst xmlns:p="http://schemas.openxmlformats.org/presentationml/2006/main">
  <p:tag name="KSO_WM_BEAUTIFY_FLAG" val="#fgm#"/>
  <p:tag name="KSO_WM_FIGMA_FLAG" val="#fgm#"/>
  <p:tag name="KSO_WM_UNIT_INDEX" val="1"/>
  <p:tag name="KSO_WM_UNIT_TYPE" val="a"/>
  <p:tag name="KSO_WM_LAYOUT_CHECK_HASH" val="ad4312e78c5a6f2f92026dfac6918e5605ac4ac4"/>
  <p:tag name="KSO_WM_NEWLAYOUT_ID" val="slide_d51b045cef9e3a8f"/>
</p:tagLst>
</file>

<file path=ppt/tags/tag109.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110.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11.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12.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113.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14.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15.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116.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117.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118.xml><?xml version="1.0" encoding="utf-8"?>
<p:tagLst xmlns:p="http://schemas.openxmlformats.org/presentationml/2006/main">
  <p:tag name="KSO_WM_BEAUTIFY_FLAG" val="#fgm#"/>
  <p:tag name="KSO_WM_FIGMA_FLAG" val="#fgm#"/>
  <p:tag name="KSO_WM_UNIT_INDEX" val="1"/>
  <p:tag name="KSO_WM_UNIT_TYPE" val="a"/>
  <p:tag name="KSO_WM_LAYOUT_CHECK_HASH" val="60e21463a80a76a3322898ddadfceffd6088df1d"/>
  <p:tag name="KSO_WM_NEWLAYOUT_GROUP_ID" val="layout_38"/>
  <p:tag name="KSO_WM_NEWLAYOUT_ID" val="slide_01e591ca011aebc2"/>
</p:tagLst>
</file>

<file path=ppt/tags/tag119.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120.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121.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22.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23.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124.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125.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26.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27.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128.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129.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130.xml><?xml version="1.0" encoding="utf-8"?>
<p:tagLst xmlns:p="http://schemas.openxmlformats.org/presentationml/2006/main">
  <p:tag name="KSO_WM_BEAUTIFY_FLAG" val="#fgm#"/>
  <p:tag name="KSO_WM_FIGMA_FLAG" val="#fgm#"/>
  <p:tag name="KSO_WM_UNIT_INDEX" val="1"/>
  <p:tag name="KSO_WM_UNIT_TYPE" val="a"/>
  <p:tag name="KSO_WM_LAYOUT_CHECK_HASH" val="5ca601047f99f28394a91d8f94262308fe431393"/>
  <p:tag name="KSO_WM_NEWLAYOUT_GROUP_ID" val="layout_26"/>
  <p:tag name="KSO_WM_NEWLAYOUT_ID" val="slide_6e765ebf722d3c8d"/>
</p:tagLst>
</file>

<file path=ppt/tags/tag131.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132.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133.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34.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35.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136.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137.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38.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39.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140.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141.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142.xml><?xml version="1.0" encoding="utf-8"?>
<p:tagLst xmlns:p="http://schemas.openxmlformats.org/presentationml/2006/main">
  <p:tag name="KSO_WM_BEAUTIFY_FLAG" val="#fgm#"/>
  <p:tag name="KSO_WM_FIGMA_FLAG" val="#fgm#"/>
  <p:tag name="KSO_WM_UNIT_INDEX" val="1"/>
  <p:tag name="KSO_WM_UNIT_TYPE" val="a"/>
  <p:tag name="KSO_WM_LAYOUT_CHECK_HASH" val="bfa355aed40e468a2c49d6938e885d8af3f48985"/>
  <p:tag name="KSO_WM_NEWLAYOUT_GROUP_ID" val="layout_6"/>
  <p:tag name="KSO_WM_NEWLAYOUT_ID" val="slide_f130d032ab3e4666"/>
</p:tagLst>
</file>

<file path=ppt/tags/tag143.xml><?xml version="1.0" encoding="utf-8"?>
<p:tagLst xmlns:p="http://schemas.openxmlformats.org/presentationml/2006/main">
  <p:tag name="KSO_WM_BEAUTIFY_FLAG" val="#fgm#"/>
  <p:tag name="KSO_WM_FIGMA_FLAG" val="#fgm#"/>
  <p:tag name="KSO_WM_UNIT_INDEX" val="1"/>
  <p:tag name="KSO_WM_UNIT_TYPE" val="d"/>
</p:tagLst>
</file>

<file path=ppt/tags/tag144.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145.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46.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47.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148.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49.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50.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Lst>
</file>

<file path=ppt/tags/tag151.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52.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153.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4_1"/>
  <p:tag name="KSO_WM_UNIT_TYPE" val="l_h_i"/>
</p:tagLst>
</file>

<file path=ppt/tags/tag154.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155.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156.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157.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158.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159.xml><?xml version="1.0" encoding="utf-8"?>
<p:tagLst xmlns:p="http://schemas.openxmlformats.org/presentationml/2006/main">
  <p:tag name="KSO_WM_BEAUTIFY_FLAG" val="#fgm#"/>
  <p:tag name="KSO_WM_FIGMA_FLAG" val="#fgm#"/>
  <p:tag name="KSO_WM_UNIT_INDEX" val="1"/>
  <p:tag name="KSO_WM_UNIT_TYPE" val="a"/>
  <p:tag name="KSO_WM_LAYOUT_CHECK_HASH" val="0e4a666f4633f6f7ca00824c114981753d45ac0c"/>
  <p:tag name="KSO_WM_NEWLAYOUT_GROUP_ID" val="layout_10012"/>
  <p:tag name="KSO_WM_NEWLAYOUT_ID" val="slide_581647932d9bd4c5"/>
</p:tagLst>
</file>

<file path=ppt/tags/tag160.xml><?xml version="1.0" encoding="utf-8"?>
<p:tagLst xmlns:p="http://schemas.openxmlformats.org/presentationml/2006/main">
  <p:tag name="KSO_WM_BEAUTIFY_FLAG" val="#fgm#"/>
  <p:tag name="KSO_WM_FIGMA_FLAG" val="#fgm#"/>
  <p:tag name="KSO_WM_UNIT_INDEX" val="1"/>
  <p:tag name="KSO_WM_UNIT_TYPE" val="d"/>
</p:tagLst>
</file>

<file path=ppt/tags/tag161.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62.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63.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64.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65.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66.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167.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168.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169.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170.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171.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172.xml><?xml version="1.0" encoding="utf-8"?>
<p:tagLst xmlns:p="http://schemas.openxmlformats.org/presentationml/2006/main">
  <p:tag name="KSO_WM_BEAUTIFY_FLAG" val="#fgm#"/>
  <p:tag name="KSO_WM_FIGMA_FLAG" val="#fgm#"/>
  <p:tag name="KSO_WM_UNIT_INDEX" val="1"/>
  <p:tag name="KSO_WM_UNIT_TYPE" val="a"/>
  <p:tag name="KSO_WM_LAYOUT_CHECK_HASH" val="a2f78b4ef019c2f22536368573d3b8f17c340a42"/>
  <p:tag name="KSO_WM_NEWLAYOUT_GROUP_ID" val="layout_51"/>
  <p:tag name="KSO_WM_NEWLAYOUT_ID" val="slide_852d700e72c68e5e"/>
</p:tagLst>
</file>

<file path=ppt/tags/tag173.xml><?xml version="1.0" encoding="utf-8"?>
<p:tagLst xmlns:p="http://schemas.openxmlformats.org/presentationml/2006/main">
  <p:tag name="KSO_WM_BEAUTIFY_FLAG" val="#fgm#"/>
  <p:tag name="KSO_WM_FIGMA_FLAG" val="#fgm#"/>
  <p:tag name="KSO_WM_UNIT_INDEX" val="1"/>
  <p:tag name="KSO_WM_UNIT_TYPE" val="d"/>
</p:tagLst>
</file>

<file path=ppt/tags/tag174.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175.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76.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77.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178.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79.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80.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Lst>
</file>

<file path=ppt/tags/tag181.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82.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183.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184.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185.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186.xml><?xml version="1.0" encoding="utf-8"?>
<p:tagLst xmlns:p="http://schemas.openxmlformats.org/presentationml/2006/main">
  <p:tag name="KSO_WM_BEAUTIFY_FLAG" val="#fgm#"/>
  <p:tag name="KSO_WM_FIGMA_FLAG" val="#fgm#"/>
  <p:tag name="KSO_WM_UNIT_INDEX" val="1"/>
  <p:tag name="KSO_WM_UNIT_TYPE" val="a"/>
  <p:tag name="KSO_WM_LAYOUT_CHECK_HASH" val="d9274277db23f93aee5ab84bc3b1fb62a7a9cfda"/>
  <p:tag name="KSO_WM_NEWLAYOUT_GROUP_ID" val="layout_30"/>
  <p:tag name="KSO_WM_NEWLAYOUT_ID" val="slide_25b27406bff22407"/>
</p:tagLst>
</file>

<file path=ppt/tags/tag187.xml><?xml version="1.0" encoding="utf-8"?>
<p:tagLst xmlns:p="http://schemas.openxmlformats.org/presentationml/2006/main">
  <p:tag name="KSO_WM_BEAUTIFY_FLAG" val="#fgm#"/>
  <p:tag name="KSO_WM_FIGMA_FLAG" val="#fgm#"/>
  <p:tag name="KSO_WM_UNIT_INDEX" val="1"/>
  <p:tag name="KSO_WM_UNIT_TYPE" val="d"/>
</p:tagLst>
</file>

<file path=ppt/tags/tag188.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189.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90.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91.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192.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93.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94.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195.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196.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197.xml><?xml version="1.0" encoding="utf-8"?>
<p:tagLst xmlns:p="http://schemas.openxmlformats.org/presentationml/2006/main">
  <p:tag name="KSO_WM_BEAUTIFY_FLAG" val="#fgm#"/>
  <p:tag name="KSO_WM_FIGMA_FLAG" val="#fgm#"/>
  <p:tag name="KSO_WM_UNIT_INDEX" val="1"/>
  <p:tag name="KSO_WM_UNIT_TYPE" val="a"/>
  <p:tag name="KSO_WM_LAYOUT_CHECK_HASH" val="046c62bcd3a036628bd6c75ce70bcb6a1141cedb"/>
  <p:tag name="KSO_WM_NEWLAYOUT_GROUP_ID" val="layout_49"/>
  <p:tag name="KSO_WM_NEWLAYOUT_ID" val="slide_c2bbdeee6f9d8775"/>
</p:tagLst>
</file>

<file path=ppt/tags/tag198.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1_1"/>
  <p:tag name="KSO_WM_UNIT_TYPE" val="l_h_i"/>
</p:tagLst>
</file>

<file path=ppt/tags/tag199.xml><?xml version="1.0" encoding="utf-8"?>
<p:tagLst xmlns:p="http://schemas.openxmlformats.org/presentationml/2006/main">
  <p:tag name="KSO_WM_BEAUTIFY_FLAG" val="#fgm#"/>
  <p:tag name="KSO_WM_DIAGRAM_GROUP_CODE" val="1"/>
  <p:tag name="KSO_WM_FIGMA_FLAG" val="#fgm#"/>
  <p:tag name="KSO_WM_UNIT_INDEX" val="1_1_2"/>
  <p:tag name="KSO_WM_UNIT_SUBTYPE" val="d"/>
  <p:tag name="KSO_WM_UNIT_TYPE" val="l_h_i"/>
</p:tagLst>
</file>

<file path=ppt/tags/tag200.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01.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02.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2_1"/>
  <p:tag name="KSO_WM_UNIT_TYPE" val="l_h_i"/>
</p:tagLst>
</file>

<file path=ppt/tags/tag203.xml><?xml version="1.0" encoding="utf-8"?>
<p:tagLst xmlns:p="http://schemas.openxmlformats.org/presentationml/2006/main">
  <p:tag name="KSO_WM_BEAUTIFY_FLAG" val="#fgm#"/>
  <p:tag name="KSO_WM_DIAGRAM_GROUP_CODE" val="1"/>
  <p:tag name="KSO_WM_FIGMA_FLAG" val="#fgm#"/>
  <p:tag name="KSO_WM_UNIT_INDEX" val="1_2_2"/>
  <p:tag name="KSO_WM_UNIT_SUBTYPE" val="d"/>
  <p:tag name="KSO_WM_UNIT_TYPE" val="l_h_i"/>
</p:tagLst>
</file>

<file path=ppt/tags/tag204.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05.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06.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3_1"/>
  <p:tag name="KSO_WM_UNIT_TYPE" val="l_h_i"/>
</p:tagLst>
</file>

<file path=ppt/tags/tag207.xml><?xml version="1.0" encoding="utf-8"?>
<p:tagLst xmlns:p="http://schemas.openxmlformats.org/presentationml/2006/main">
  <p:tag name="KSO_WM_BEAUTIFY_FLAG" val="#fgm#"/>
  <p:tag name="KSO_WM_DIAGRAM_GROUP_CODE" val="1"/>
  <p:tag name="KSO_WM_FIGMA_FLAG" val="#fgm#"/>
  <p:tag name="KSO_WM_UNIT_INDEX" val="1_3_2"/>
  <p:tag name="KSO_WM_UNIT_SUBTYPE" val="d"/>
  <p:tag name="KSO_WM_UNIT_TYPE" val="l_h_i"/>
</p:tagLst>
</file>

<file path=ppt/tags/tag208.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209.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210.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211.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212.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213.xml><?xml version="1.0" encoding="utf-8"?>
<p:tagLst xmlns:p="http://schemas.openxmlformats.org/presentationml/2006/main">
  <p:tag name="KSO_WM_BEAUTIFY_FLAG" val="#fgm#"/>
  <p:tag name="KSO_WM_FIGMA_FLAG" val="#fgm#"/>
  <p:tag name="KSO_WM_UNIT_INDEX" val="1"/>
  <p:tag name="KSO_WM_UNIT_TYPE" val="a"/>
  <p:tag name="KSO_WM_LAYOUT_CHECK_HASH" val="dcf5bc6a8b9a68230fb26180e31883b41bb84609"/>
  <p:tag name="KSO_WM_NEWLAYOUT_GROUP_ID" val="layout_48"/>
  <p:tag name="KSO_WM_NEWLAYOUT_ID" val="slide_5641565affb8564a"/>
</p:tagLst>
</file>

<file path=ppt/tags/tag214.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215.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216.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17.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18.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219.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220.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21.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22.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223.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224.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225.xml><?xml version="1.0" encoding="utf-8"?>
<p:tagLst xmlns:p="http://schemas.openxmlformats.org/presentationml/2006/main">
  <p:tag name="KSO_WM_BEAUTIFY_FLAG" val="#fgm#"/>
  <p:tag name="KSO_WM_FIGMA_FLAG" val="#fgm#"/>
  <p:tag name="KSO_WM_UNIT_INDEX" val="1"/>
  <p:tag name="KSO_WM_UNIT_TYPE" val="a"/>
  <p:tag name="KSO_WM_LAYOUT_CHECK_HASH" val="f33b9699d69e7300cc7f8f5f1360267b4bb313f7"/>
  <p:tag name="KSO_WM_NEWLAYOUT_GROUP_ID" val="layout_27"/>
  <p:tag name="KSO_WM_NEWLAYOUT_ID" val="slide_928d7369a50b66e3"/>
</p:tagLst>
</file>

<file path=ppt/tags/tag226.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1_1"/>
  <p:tag name="KSO_WM_UNIT_TYPE" val="l_h_i"/>
</p:tagLst>
</file>

<file path=ppt/tags/tag227.xml><?xml version="1.0" encoding="utf-8"?>
<p:tagLst xmlns:p="http://schemas.openxmlformats.org/presentationml/2006/main">
  <p:tag name="KSO_WM_BEAUTIFY_FLAG" val="#fgm#"/>
  <p:tag name="KSO_WM_DIAGRAM_GROUP_CODE" val="1"/>
  <p:tag name="KSO_WM_FIGMA_FLAG" val="#fgm#"/>
  <p:tag name="KSO_WM_UNIT_INDEX" val="1_1_2"/>
  <p:tag name="KSO_WM_UNIT_SUBTYPE" val="d"/>
  <p:tag name="KSO_WM_UNIT_TYPE" val="l_h_i"/>
</p:tagLst>
</file>

<file path=ppt/tags/tag228.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29.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30.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2_1"/>
  <p:tag name="KSO_WM_UNIT_TYPE" val="l_h_i"/>
</p:tagLst>
</file>

<file path=ppt/tags/tag231.xml><?xml version="1.0" encoding="utf-8"?>
<p:tagLst xmlns:p="http://schemas.openxmlformats.org/presentationml/2006/main">
  <p:tag name="KSO_WM_BEAUTIFY_FLAG" val="#fgm#"/>
  <p:tag name="KSO_WM_DIAGRAM_GROUP_CODE" val="1"/>
  <p:tag name="KSO_WM_FIGMA_FLAG" val="#fgm#"/>
  <p:tag name="KSO_WM_UNIT_INDEX" val="1_2_2"/>
  <p:tag name="KSO_WM_UNIT_SUBTYPE" val="d"/>
  <p:tag name="KSO_WM_UNIT_TYPE" val="l_h_i"/>
</p:tagLst>
</file>

<file path=ppt/tags/tag232.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33.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34.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3_1"/>
  <p:tag name="KSO_WM_UNIT_TYPE" val="l_h_i"/>
</p:tagLst>
</file>

<file path=ppt/tags/tag235.xml><?xml version="1.0" encoding="utf-8"?>
<p:tagLst xmlns:p="http://schemas.openxmlformats.org/presentationml/2006/main">
  <p:tag name="KSO_WM_BEAUTIFY_FLAG" val="#fgm#"/>
  <p:tag name="KSO_WM_DIAGRAM_GROUP_CODE" val="1"/>
  <p:tag name="KSO_WM_FIGMA_FLAG" val="#fgm#"/>
  <p:tag name="KSO_WM_UNIT_INDEX" val="1_3_2"/>
  <p:tag name="KSO_WM_UNIT_SUBTYPE" val="d"/>
  <p:tag name="KSO_WM_UNIT_TYPE" val="l_h_i"/>
</p:tagLst>
</file>

<file path=ppt/tags/tag236.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237.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238.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4_1"/>
  <p:tag name="KSO_WM_UNIT_TYPE" val="l_h_i"/>
</p:tagLst>
</file>

<file path=ppt/tags/tag239.xml><?xml version="1.0" encoding="utf-8"?>
<p:tagLst xmlns:p="http://schemas.openxmlformats.org/presentationml/2006/main">
  <p:tag name="KSO_WM_BEAUTIFY_FLAG" val="#fgm#"/>
  <p:tag name="KSO_WM_DIAGRAM_GROUP_CODE" val="1"/>
  <p:tag name="KSO_WM_FIGMA_FLAG" val="#fgm#"/>
  <p:tag name="KSO_WM_UNIT_INDEX" val="1_4_2"/>
  <p:tag name="KSO_WM_UNIT_SUBTYPE" val="d"/>
  <p:tag name="KSO_WM_UNIT_TYPE" val="l_h_i"/>
</p:tagLst>
</file>

<file path=ppt/tags/tag240.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241.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242.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243.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244.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245.xml><?xml version="1.0" encoding="utf-8"?>
<p:tagLst xmlns:p="http://schemas.openxmlformats.org/presentationml/2006/main">
  <p:tag name="KSO_WM_BEAUTIFY_FLAG" val="#fgm#"/>
  <p:tag name="KSO_WM_FIGMA_FLAG" val="#fgm#"/>
  <p:tag name="KSO_WM_UNIT_INDEX" val="1"/>
  <p:tag name="KSO_WM_UNIT_TYPE" val="a"/>
  <p:tag name="KSO_WM_LAYOUT_CHECK_HASH" val="af6f35d4a4d8c28a99fe5f0f1585af6c019eb96d"/>
  <p:tag name="KSO_WM_NEWLAYOUT_GROUP_ID" val="layout_10013"/>
  <p:tag name="KSO_WM_NEWLAYOUT_ID" val="slide_ee1db31ff1c30694"/>
</p:tagLst>
</file>

<file path=ppt/tags/tag246.xml><?xml version="1.0" encoding="utf-8"?>
<p:tagLst xmlns:p="http://schemas.openxmlformats.org/presentationml/2006/main">
  <p:tag name="KSO_WM_BEAUTIFY_FLAG" val="#fgm#"/>
  <p:tag name="KSO_WM_FIGMA_FLAG" val="#fgm#"/>
  <p:tag name="KSO_WM_UNIT_INDEX" val="1"/>
  <p:tag name="KSO_WM_UNIT_TYPE" val="d"/>
</p:tagLst>
</file>

<file path=ppt/tags/tag247.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48.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49.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50.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51.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252.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253.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254.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255.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256.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257.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258.xml><?xml version="1.0" encoding="utf-8"?>
<p:tagLst xmlns:p="http://schemas.openxmlformats.org/presentationml/2006/main">
  <p:tag name="KSO_WM_BEAUTIFY_FLAG" val="#fgm#"/>
  <p:tag name="KSO_WM_FIGMA_FLAG" val="#fgm#"/>
  <p:tag name="KSO_WM_UNIT_INDEX" val="1"/>
  <p:tag name="KSO_WM_UNIT_TYPE" val="a"/>
  <p:tag name="KSO_WM_LAYOUT_CHECK_HASH" val="3675dc1bb6771ae3adf3187a8b22e0b104cb905a"/>
  <p:tag name="KSO_WM_NEWLAYOUT_GROUP_ID" val="layout_10004"/>
  <p:tag name="KSO_WM_NEWLAYOUT_ID" val="slide_f218b3514126d89d"/>
</p:tagLst>
</file>

<file path=ppt/tags/tag259.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260.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61.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62.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263.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64.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65.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266.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267.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268.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4_1"/>
  <p:tag name="KSO_WM_UNIT_TYPE" val="l_h_i"/>
</p:tagLst>
</file>

<file path=ppt/tags/tag269.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270.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271.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272.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273.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274.xml><?xml version="1.0" encoding="utf-8"?>
<p:tagLst xmlns:p="http://schemas.openxmlformats.org/presentationml/2006/main">
  <p:tag name="KSO_WM_BEAUTIFY_FLAG" val="#fgm#"/>
  <p:tag name="KSO_WM_FIGMA_FLAG" val="#fgm#"/>
  <p:tag name="KSO_WM_UNIT_INDEX" val="1"/>
  <p:tag name="KSO_WM_UNIT_TYPE" val="a"/>
  <p:tag name="KSO_WM_LAYOUT_CHECK_HASH" val="0a43cf35cb4ff85a8b4ff38f2cce04612eb8514e"/>
  <p:tag name="KSO_WM_NEWLAYOUT_GROUP_ID" val="layout_2"/>
  <p:tag name="KSO_WM_NEWLAYOUT_ID" val="slide_cce2eb3a906a8f67"/>
</p:tagLst>
</file>

<file path=ppt/tags/tag275.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276.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277.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78.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79.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Lst>
</file>

<file path=ppt/tags/tag280.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281.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82.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83.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284.xml><?xml version="1.0" encoding="utf-8"?>
<p:tagLst xmlns:p="http://schemas.openxmlformats.org/presentationml/2006/main">
  <p:tag name="KSO_WM_BEAUTIFY_FLAG" val="#fgm#"/>
  <p:tag name="KSO_WM_DIAGRAM_GROUP_CODE" val="1"/>
  <p:tag name="KSO_WM_FIGMA_FLAG" val="#fgm#"/>
  <p:tag name="KSO_WM_UNIT_INDEX" val="1_3_1"/>
  <p:tag name="KSO_WM_UNIT_TYPE" val="l_h_d"/>
</p:tagLst>
</file>

<file path=ppt/tags/tag285.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286.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287.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288.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289.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290.xml><?xml version="1.0" encoding="utf-8"?>
<p:tagLst xmlns:p="http://schemas.openxmlformats.org/presentationml/2006/main">
  <p:tag name="KSO_WM_BEAUTIFY_FLAG" val="#fgm#"/>
  <p:tag name="KSO_WM_FIGMA_FLAG" val="#fgm#"/>
  <p:tag name="KSO_WM_UNIT_INDEX" val="1"/>
  <p:tag name="KSO_WM_UNIT_TYPE" val="a"/>
  <p:tag name="KSO_WM_LAYOUT_CHECK_HASH" val="7231cfa7452994bacbbebe7902db1804b287b567"/>
  <p:tag name="KSO_WM_NEWLAYOUT_GROUP_ID" val="layout_62"/>
  <p:tag name="KSO_WM_NEWLAYOUT_ID" val="slide_72ee7055fb184196"/>
</p:tagLst>
</file>

<file path=ppt/tags/tag291.xml><?xml version="1.0" encoding="utf-8"?>
<p:tagLst xmlns:p="http://schemas.openxmlformats.org/presentationml/2006/main">
  <p:tag name="KSO_WM_BEAUTIFY_FLAG" val="#fgm#"/>
  <p:tag name="KSO_WM_FIGMA_FLAG" val="#fgm#"/>
  <p:tag name="KSO_WM_UNIT_INDEX" val="1"/>
  <p:tag name="KSO_WM_UNIT_TYPE" val="d"/>
</p:tagLst>
</file>

<file path=ppt/tags/tag292.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293.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94.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95.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296.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97.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98.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299.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300.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301.xml><?xml version="1.0" encoding="utf-8"?>
<p:tagLst xmlns:p="http://schemas.openxmlformats.org/presentationml/2006/main">
  <p:tag name="KSO_WM_BEAUTIFY_FLAG" val="#fgm#"/>
  <p:tag name="KSO_WM_FIGMA_FLAG" val="#fgm#"/>
  <p:tag name="KSO_WM_UNIT_INDEX" val="1"/>
  <p:tag name="KSO_WM_UNIT_TYPE" val="a"/>
  <p:tag name="KSO_WM_LAYOUT_CHECK_HASH" val="edf50e669d4e047cbd6eb8911b4bbd1bd094c941"/>
  <p:tag name="KSO_WM_NEWLAYOUT_GROUP_ID" val="layout_39"/>
  <p:tag name="KSO_WM_NEWLAYOUT_ID" val="slide_b13232ea6ec1ed68"/>
</p:tagLst>
</file>

<file path=ppt/tags/tag302.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303.xml><?xml version="1.0" encoding="utf-8"?>
<p:tagLst xmlns:p="http://schemas.openxmlformats.org/presentationml/2006/main">
  <p:tag name="KSO_WM_FIGMA_DECORATION_INDEX" val="1"/>
  <p:tag name="$PH_EXT" val="1"/>
  <p:tag name="KSO_WM_BEAUTIFY_FLAG" val="#fgm#"/>
  <p:tag name="KSO_WM_DIAGRAM_GROUP_CODE" val="1"/>
  <p:tag name="KSO_WM_FIGMA_FLAG" val="#fgm#"/>
  <p:tag name="KSO_WM_UNIT_INDEX" val="1_1_1"/>
  <p:tag name="KSO_WM_UNIT_TYPE" val="l_h_x"/>
</p:tagLst>
</file>

<file path=ppt/tags/tag304.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305.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306.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307.xml><?xml version="1.0" encoding="utf-8"?>
<p:tagLst xmlns:p="http://schemas.openxmlformats.org/presentationml/2006/main">
  <p:tag name="KSO_WM_FIGMA_DECORATION_INDEX" val="2"/>
  <p:tag name="$PH_EXT" val="1"/>
  <p:tag name="KSO_WM_BEAUTIFY_FLAG" val="#fgm#"/>
  <p:tag name="KSO_WM_DIAGRAM_GROUP_CODE" val="1"/>
  <p:tag name="KSO_WM_FIGMA_FLAG" val="#fgm#"/>
  <p:tag name="KSO_WM_UNIT_INDEX" val="1_2_1"/>
  <p:tag name="KSO_WM_UNIT_TYPE" val="l_h_x"/>
</p:tagLst>
</file>

<file path=ppt/tags/tag308.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309.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310.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311.xml><?xml version="1.0" encoding="utf-8"?>
<p:tagLst xmlns:p="http://schemas.openxmlformats.org/presentationml/2006/main">
  <p:tag name="KSO_WM_FIGMA_DECORATION_INDEX" val="3"/>
  <p:tag name="$PH_EXT" val="1"/>
  <p:tag name="KSO_WM_BEAUTIFY_FLAG" val="#fgm#"/>
  <p:tag name="KSO_WM_DIAGRAM_GROUP_CODE" val="1"/>
  <p:tag name="KSO_WM_FIGMA_FLAG" val="#fgm#"/>
  <p:tag name="KSO_WM_UNIT_INDEX" val="1_3_1"/>
  <p:tag name="KSO_WM_UNIT_TYPE" val="l_h_x"/>
</p:tagLst>
</file>

<file path=ppt/tags/tag312.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313.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314.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315.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316.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317.xml><?xml version="1.0" encoding="utf-8"?>
<p:tagLst xmlns:p="http://schemas.openxmlformats.org/presentationml/2006/main">
  <p:tag name="KSO_WM_BEAUTIFY_FLAG" val="#fgm#"/>
  <p:tag name="KSO_WM_FIGMA_FLAG" val="#fgm#"/>
  <p:tag name="KSO_WM_UNIT_INDEX" val="1"/>
  <p:tag name="KSO_WM_UNIT_TYPE" val="a"/>
  <p:tag name="KSO_WM_LAYOUT_CHECK_HASH" val="bd3cc923429dfa3902ca255608fba0659fd4a980"/>
  <p:tag name="KSO_WM_NEWLAYOUT_GROUP_ID" val="layout_61"/>
  <p:tag name="KSO_WM_NEWLAYOUT_ID" val="slide_15cb9f4c4c6c7b02"/>
</p:tagLst>
</file>

<file path=ppt/tags/tag318.xml><?xml version="1.0" encoding="utf-8"?>
<p:tagLst xmlns:p="http://schemas.openxmlformats.org/presentationml/2006/main">
  <p:tag name="KSO_WM_BEAUTIFY_FLAG" val="#fgm#"/>
  <p:tag name="KSO_WM_FIGMA_FLAG" val="#fgm#"/>
  <p:tag name="KSO_WM_UNIT_INDEX" val="1"/>
  <p:tag name="KSO_WM_UNIT_TYPE" val="d"/>
</p:tagLst>
</file>

<file path=ppt/tags/tag319.xml><?xml version="1.0" encoding="utf-8"?>
<p:tagLst xmlns:p="http://schemas.openxmlformats.org/presentationml/2006/main">
  <p:tag name="KSO_WM_FIGMA_DECORATION_INDEX" val="17_contentModel"/>
  <p:tag name="$PH_EXT" val="2"/>
  <p:tag name="KSO_WM_BEAUTIFY_FLAG" val="#fgm#"/>
  <p:tag name="KSO_WM_FIGMA_FLAG" val="#fgm#"/>
  <p:tag name="KSO_WM_SYNC_SLIDE_TEXT" val="1"/>
  <p:tag name="KSO_WM_UNIT_INDEX" val="1_1"/>
  <p:tag name="KSO_WM_UNIT_TYPE" val="l_i"/>
</p:tagLst>
</file>

<file path=ppt/tags/tag320.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321.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322.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323.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324.xml><?xml version="1.0" encoding="utf-8"?>
<p:tagLst xmlns:p="http://schemas.openxmlformats.org/presentationml/2006/main">
  <p:tag name="KSO_WM_BEAUTIFY_FLAG" val="#fgm#"/>
  <p:tag name="KSO_WM_FIGMA_FLAG" val="#fgm#"/>
  <p:tag name="KSO_WM_UNIT_INDEX" val="1"/>
  <p:tag name="KSO_WM_UNIT_TYPE" val="a"/>
  <p:tag name="KSO_WM_LAYOUT_CHECK_HASH" val="73294cab0b938e8779dc3fc251e3b160b96f5e9e"/>
  <p:tag name="KSO_WM_NEWLAYOUT_ID" val="slide_d34ee385bdad3e3c"/>
</p:tagLst>
</file>

<file path=ppt/tags/tag325.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1_1"/>
  <p:tag name="KSO_WM_UNIT_TYPE" val="l_h_i"/>
</p:tagLst>
</file>

<file path=ppt/tags/tag326.xml><?xml version="1.0" encoding="utf-8"?>
<p:tagLst xmlns:p="http://schemas.openxmlformats.org/presentationml/2006/main">
  <p:tag name="KSO_WM_FIGMA_DECORATION_INDEX" val="7"/>
  <p:tag name="$PH_EXT" val="1"/>
  <p:tag name="KSO_WM_BEAUTIFY_FLAG" val="#fgm#"/>
  <p:tag name="KSO_WM_DIAGRAM_GROUP_CODE" val="1"/>
  <p:tag name="KSO_WM_FIGMA_FLAG" val="#fgm#"/>
  <p:tag name="KSO_WM_UNIT_INDEX" val="1_1_1"/>
  <p:tag name="KSO_WM_UNIT_TYPE" val="l_h_x"/>
</p:tagLst>
</file>

<file path=ppt/tags/tag327.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328.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329.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1"/>
  <p:tag name="KSO_WM_UNIT_TYPE" val="l_h_i"/>
</p:tagLst>
</file>

<file path=ppt/tags/tag330.xml><?xml version="1.0" encoding="utf-8"?>
<p:tagLst xmlns:p="http://schemas.openxmlformats.org/presentationml/2006/main">
  <p:tag name="KSO_WM_FIGMA_DECORATION_INDEX" val="8"/>
  <p:tag name="$PH_EXT" val="1"/>
  <p:tag name="KSO_WM_BEAUTIFY_FLAG" val="#fgm#"/>
  <p:tag name="KSO_WM_DIAGRAM_GROUP_CODE" val="1"/>
  <p:tag name="KSO_WM_FIGMA_FLAG" val="#fgm#"/>
  <p:tag name="KSO_WM_UNIT_INDEX" val="1_2_1"/>
  <p:tag name="KSO_WM_UNIT_TYPE" val="l_h_x"/>
</p:tagLst>
</file>

<file path=ppt/tags/tag331.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332.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333.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3_1"/>
  <p:tag name="KSO_WM_UNIT_TYPE" val="l_h_i"/>
</p:tagLst>
</file>

<file path=ppt/tags/tag334.xml><?xml version="1.0" encoding="utf-8"?>
<p:tagLst xmlns:p="http://schemas.openxmlformats.org/presentationml/2006/main">
  <p:tag name="KSO_WM_FIGMA_DECORATION_INDEX" val="9"/>
  <p:tag name="$PH_EXT" val="1"/>
  <p:tag name="KSO_WM_BEAUTIFY_FLAG" val="#fgm#"/>
  <p:tag name="KSO_WM_DIAGRAM_GROUP_CODE" val="1"/>
  <p:tag name="KSO_WM_FIGMA_FLAG" val="#fgm#"/>
  <p:tag name="KSO_WM_UNIT_INDEX" val="1_3_1"/>
  <p:tag name="KSO_WM_UNIT_TYPE" val="l_h_x"/>
</p:tagLst>
</file>

<file path=ppt/tags/tag335.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336.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337.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4_1"/>
  <p:tag name="KSO_WM_UNIT_TYPE" val="l_h_i"/>
</p:tagLst>
</file>

<file path=ppt/tags/tag338.xml><?xml version="1.0" encoding="utf-8"?>
<p:tagLst xmlns:p="http://schemas.openxmlformats.org/presentationml/2006/main">
  <p:tag name="KSO_WM_FIGMA_DECORATION_INDEX" val="10"/>
  <p:tag name="$PH_EXT" val="1"/>
  <p:tag name="KSO_WM_BEAUTIFY_FLAG" val="#fgm#"/>
  <p:tag name="KSO_WM_DIAGRAM_GROUP_CODE" val="1"/>
  <p:tag name="KSO_WM_FIGMA_FLAG" val="#fgm#"/>
  <p:tag name="KSO_WM_UNIT_INDEX" val="1_4_1"/>
  <p:tag name="KSO_WM_UNIT_TYPE" val="l_h_x"/>
</p:tagLst>
</file>

<file path=ppt/tags/tag339.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340.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341.xml><?xml version="1.0" encoding="utf-8"?>
<p:tagLst xmlns:p="http://schemas.openxmlformats.org/presentationml/2006/main">
  <p:tag name="KSO_WM_BEAUTIFY_FLAG" val="#fgm#"/>
  <p:tag name="KSO_WM_FIGMA_FLAG" val="#fgm#"/>
  <p:tag name="KSO_WM_UNIT_INDEX" val="1"/>
  <p:tag name="KSO_WM_UNIT_TYPE" val="a"/>
  <p:tag name="KSO_WM_LAYOUT_CHECK_HASH" val="5934855bfc41535f642737d719035264f6b07cc0"/>
  <p:tag name="KSO_WM_NEWLAYOUT_GROUP_ID" val="layout_35"/>
  <p:tag name="KSO_WM_NEWLAYOUT_ID" val="slide_ab402f9b2c729b91"/>
</p:tagLst>
</file>

<file path=ppt/tags/tag342.xml><?xml version="1.0" encoding="utf-8"?>
<p:tagLst xmlns:p="http://schemas.openxmlformats.org/presentationml/2006/main">
  <p:tag name="KSO_WM_BEAUTIFY_FLAG" val="#fgm#"/>
  <p:tag name="KSO_WM_DIAGRAM_GROUP_CODE" val="1"/>
  <p:tag name="KSO_WM_FIGMA_FLAG" val="#fgm#"/>
  <p:tag name="KSO_WM_UNIT_INDEX" val="1_1_2"/>
  <p:tag name="KSO_WM_UNIT_SUBTYPE" val="d"/>
  <p:tag name="KSO_WM_UNIT_TYPE" val="l_h_i"/>
</p:tagLst>
</file>

<file path=ppt/tags/tag343.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344.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345.xml><?xml version="1.0" encoding="utf-8"?>
<p:tagLst xmlns:p="http://schemas.openxmlformats.org/presentationml/2006/main">
  <p:tag name="KSO_WM_BEAUTIFY_FLAG" val="#fgm#"/>
  <p:tag name="KSO_WM_DIAGRAM_GROUP_CODE" val="1"/>
  <p:tag name="KSO_WM_FIGMA_FLAG" val="#fgm#"/>
  <p:tag name="KSO_WM_UNIT_INDEX" val="1_2_2"/>
  <p:tag name="KSO_WM_UNIT_SUBTYPE" val="d"/>
  <p:tag name="KSO_WM_UNIT_TYPE" val="l_h_i"/>
</p:tagLst>
</file>

<file path=ppt/tags/tag346.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347.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348.xml><?xml version="1.0" encoding="utf-8"?>
<p:tagLst xmlns:p="http://schemas.openxmlformats.org/presentationml/2006/main">
  <p:tag name="KSO_WM_BEAUTIFY_FLAG" val="#fgm#"/>
  <p:tag name="KSO_WM_DIAGRAM_GROUP_CODE" val="1"/>
  <p:tag name="KSO_WM_FIGMA_FLAG" val="#fgm#"/>
  <p:tag name="KSO_WM_UNIT_INDEX" val="1_3_2"/>
  <p:tag name="KSO_WM_UNIT_SUBTYPE" val="d"/>
  <p:tag name="KSO_WM_UNIT_TYPE" val="l_h_i"/>
</p:tagLst>
</file>

<file path=ppt/tags/tag349.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350.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351.xml><?xml version="1.0" encoding="utf-8"?>
<p:tagLst xmlns:p="http://schemas.openxmlformats.org/presentationml/2006/main">
  <p:tag name="KSO_WM_BEAUTIFY_FLAG" val="#fgm#"/>
  <p:tag name="KSO_WM_DIAGRAM_GROUP_CODE" val="1"/>
  <p:tag name="KSO_WM_FIGMA_FLAG" val="#fgm#"/>
  <p:tag name="KSO_WM_UNIT_INDEX" val="1_4_2"/>
  <p:tag name="KSO_WM_UNIT_SUBTYPE" val="d"/>
  <p:tag name="KSO_WM_UNIT_TYPE" val="l_h_i"/>
</p:tagLst>
</file>

<file path=ppt/tags/tag352.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353.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354.xml><?xml version="1.0" encoding="utf-8"?>
<p:tagLst xmlns:p="http://schemas.openxmlformats.org/presentationml/2006/main">
  <p:tag name="KSO_WM_UNIT_TYPE" val="i"/>
  <p:tag name="KSO_WM_UNIT_INDEX" val="1"/>
  <p:tag name="KSO_WM_UNIT_ID" val="_0*i*1"/>
  <p:tag name="KSO_WM_BEAUTIFY_FLAG" val="#wm#"/>
  <p:tag name="KSO_WM_TAG_VERSION" val="3.0"/>
  <p:tag name="KSO_WM_CHIP_GROUPID" val="629425eedb924c3ee3991e4a"/>
  <p:tag name="KSO_WM_CHIP_XID" val="629d66167459d9b06302c41a"/>
  <p:tag name="KSO_WM_UNIT_DEC_AREA_ID" val="5dc649ce6ab8479496742b1523c27474"/>
  <p:tag name="KSO_WM_CHIP_FILLAREA_FILL_RULE" val="{&quot;fill_align&quot;:&quot;ct&quot;,&quot;fill_effect&quot;:[],&quot;fill_mode&quot;:&quot;adaptive&quot;,&quot;sacle_strategy&quot;:&quot;stretch&quot;}"/>
  <p:tag name="KSO_WM_UNIT_DEC_SUPPORTCHANGEPIC" val="0"/>
  <p:tag name="KSO_WM_UNIT_DEC_CHANGEPICRESERVED" val="1"/>
  <p:tag name="KSO_WM_ASSEMBLE_CHIP_INDEX" val="842bf3e3eabc4d4d8d8c91d3fbf29a23"/>
  <p:tag name="KSO_WM_UNIT_HIGHLIGHT" val="0"/>
  <p:tag name="KSO_WM_UNIT_COMPATIBLE" val="0"/>
  <p:tag name="KSO_WM_UNIT_DIAGRAM_ISNUMVISUAL" val="0"/>
  <p:tag name="KSO_WM_UNIT_DIAGRAM_ISREFERUNIT" val="0"/>
  <p:tag name="KSO_WM_UNIT_LAYERLEVEL" val="1"/>
  <p:tag name="KSO_WM_UNIT_ISNUMDGMTITLE" val="0"/>
  <p:tag name="KSO_WM_UNIT_NOCLEAR" val="0"/>
  <p:tag name="KSO_WM_TEMPLATE_INDEX" val="40490346"/>
  <p:tag name="KSO_WM_TEMPLATE_CATEGORY" val="custom"/>
</p:tagLst>
</file>

<file path=ppt/tags/tag355.xml><?xml version="1.0" encoding="utf-8"?>
<p:tagLst xmlns:p="http://schemas.openxmlformats.org/presentationml/2006/main">
  <p:tag name="KSO_WM_UNIT_TYPE" val="i"/>
  <p:tag name="KSO_WM_UNIT_INDEX" val="2"/>
  <p:tag name="KSO_WM_UNIT_ID" val="_0*i*2"/>
  <p:tag name="KSO_WM_BEAUTIFY_FLAG" val="#wm#"/>
  <p:tag name="KSO_WM_TAG_VERSION" val="3.0"/>
  <p:tag name="KSO_WM_CHIP_GROUPID" val="629425eedb924c3ee3991e4a"/>
  <p:tag name="KSO_WM_CHIP_XID" val="629d66167459d9b06302c3d7"/>
  <p:tag name="KSO_WM_UNIT_DECORATE_TOWARD" val="1"/>
  <p:tag name="KSO_WM_UNIT_DEC_AREA_ID" val="21325f0729d74adf87ef9d44f3531815"/>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9732526d8a724ca2863340925a89491b"/>
  <p:tag name="KSO_WM_UNIT_HIGHLIGHT" val="0"/>
  <p:tag name="KSO_WM_UNIT_COMPATIBLE" val="0"/>
  <p:tag name="KSO_WM_UNIT_DIAGRAM_ISNUMVISUAL" val="0"/>
  <p:tag name="KSO_WM_UNIT_DIAGRAM_ISREFERUNIT" val="0"/>
  <p:tag name="KSO_WM_UNIT_LAYERLEVEL" val="1"/>
  <p:tag name="KSO_WM_UNIT_ISNUMDGMTITLE" val="0"/>
  <p:tag name="KSO_WM_UNIT_NOCLEAR" val="0"/>
  <p:tag name="KSO_WM_TEMPLATE_INDEX" val="40490346"/>
  <p:tag name="KSO_WM_TEMPLATE_CATEGORY" val="custom"/>
</p:tagLst>
</file>

<file path=ppt/tags/tag3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40490346"/>
</p:tagLst>
</file>

<file path=ppt/tags/tag3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3.0"/>
  <p:tag name="KSO_WM_BEAUTIFY_FLAG" val="#wm#"/>
  <p:tag name="KSO_WM_UNIT_SUBTYPE" val="a"/>
  <p:tag name="KSO_WM_UNIT_PRESET_TEXT" val="单击此处编辑母版文本样式&#10;第二级&#10;第三级&#10;第四级&#10;第五级"/>
  <p:tag name="KSO_WM_UNIT_NOCLEAR" val="0"/>
  <p:tag name="KSO_WM_UNIT_TYPE" val="f"/>
  <p:tag name="KSO_WM_UNIT_INDEX" val="1"/>
  <p:tag name="KSO_WM_TEMPLATE_CATEGORY" val="custom"/>
  <p:tag name="KSO_WM_TEMPLATE_INDEX" val="40490346"/>
  <p:tag name="KSO_WM_UNIT_ISNUMDGMTITLE" val="0"/>
</p:tagLst>
</file>

<file path=ppt/tags/tag3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3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3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361.xml><?xml version="1.0" encoding="utf-8"?>
<p:tagLst xmlns:p="http://schemas.openxmlformats.org/presentationml/2006/main">
  <p:tag name="KSO_WM_TEMPLATE_SUBCATEGORY" val="29"/>
  <p:tag name="KSO_WM_BEAUTIFY_FLAG" val="#wm#"/>
  <p:tag name="KSO_WM_TEMPLATE_SLIDE_ID" val="slide_d799d37ec7ee1a76"/>
  <p:tag name="KSO_WM_TEMPLATE_THUMBS_INDEX" val="1、9"/>
  <p:tag name="KSO_WM_TEMPLATE_INDEX" val="40490346"/>
  <p:tag name="KSO_WM_TEMPLATE_CATEGORY" val="custom"/>
  <p:tag name="KSO_WM_TEMPLATE_MASTER_TYPE" val="0"/>
  <p:tag name="KSO_WM_TAG_VERSION" val="3.0"/>
</p:tagLst>
</file>

<file path=ppt/tags/tag3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 name="KSO_WM_TEMPLATE_INDEX" val="40490346"/>
  <p:tag name="KSO_WM_TEMPLATE_CATEGORY" val="custom"/>
</p:tagLst>
</file>

<file path=ppt/tags/tag3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 name="KSO_WM_UNIT_ISNUMDGMTITLE" val="0"/>
  <p:tag name="KSO_WM_TEMPLATE_INDEX" val="40490346"/>
  <p:tag name="KSO_WM_TEMPLATE_CATEGORY" val="custom"/>
</p:tagLst>
</file>

<file path=ppt/tags/tag3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3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3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3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i*1"/>
  <p:tag name="KSO_WM_UNIT_LAYERLEVEL" val="1"/>
  <p:tag name="KSO_WM_TAG_VERSION" val="3.0"/>
  <p:tag name="KSO_WM_BEAUTIFY_FLAG" val="#wm#"/>
  <p:tag name="KSO_WM_UNIT_TYPE" val="i"/>
  <p:tag name="KSO_WM_UNIT_INDEX" val="1"/>
  <p:tag name="KSO_WM_CHIP_GROUPID" val="629425eedb924c3ee3991e4a"/>
  <p:tag name="KSO_WM_CHIP_XID" val="629d66167459d9b06302c11c"/>
  <p:tag name="KSO_WM_UNIT_DEC_AREA_ID" val="88e1e43502c94c699f12a58b27ba7229"/>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0330600b1e6f4b85aa2fb567ab3facba"/>
  <p:tag name="KSO_WM_UNIT_ISNUMDGMTITLE" val="0"/>
  <p:tag name="KSO_WM_UNIT_NOCLEAR" val="0"/>
  <p:tag name="KSO_WM_TEMPLATE_INDEX" val="40490346"/>
  <p:tag name="KSO_WM_TEMPLATE_CATEGORY" val="custom"/>
</p:tagLst>
</file>

<file path=ppt/tags/tag368.xml><?xml version="1.0" encoding="utf-8"?>
<p:tagLst xmlns:p="http://schemas.openxmlformats.org/presentationml/2006/main">
  <p:tag name="KSO_WM_UNIT_TYPE" val="i"/>
  <p:tag name="KSO_WM_UNIT_INDEX" val="2"/>
  <p:tag name="KSO_WM_UNIT_ID" val="_2*i*2"/>
  <p:tag name="KSO_WM_BEAUTIFY_FLAG" val="#wm#"/>
  <p:tag name="KSO_WM_TAG_VERSION" val="3.0"/>
  <p:tag name="KSO_WM_CHIP_GROUPID" val="629425eedb924c3ee3991e4a"/>
  <p:tag name="KSO_WM_CHIP_XID" val="629d66167459d9b06302c0fe"/>
  <p:tag name="KSO_WM_UNIT_DEC_AREA_ID" val="154e14a693f342bdb73e082da9ab4cdd"/>
  <p:tag name="KSO_WM_CHIP_FILLAREA_FILL_RULE" val="{&quot;fill_align&quot;:&quot;cm&quot;,&quot;fill_effect&quot;:[],&quot;fill_mode&quot;:&quot;adaptive&quot;,&quot;sacle_strategy&quot;:&quot;stretch&quot;}"/>
  <p:tag name="KSO_WM_UNIT_DEC_SUPPORTCHANGEPIC" val="0"/>
  <p:tag name="KSO_WM_UNIT_DEC_CHANGEPICRESERVED" val="1"/>
  <p:tag name="KSO_WM_ASSEMBLE_CHIP_INDEX" val="ba01a3518b064c8bb1ae29aa73283084"/>
  <p:tag name="KSO_WM_UNIT_HIGHLIGHT" val="0"/>
  <p:tag name="KSO_WM_UNIT_COMPATIBLE" val="0"/>
  <p:tag name="KSO_WM_UNIT_DIAGRAM_ISNUMVISUAL" val="0"/>
  <p:tag name="KSO_WM_UNIT_DIAGRAM_ISREFERUNIT" val="0"/>
  <p:tag name="KSO_WM_UNIT_LAYERLEVEL" val="1"/>
  <p:tag name="KSO_WM_UNIT_ISNUMDGMTITLE" val="0"/>
  <p:tag name="KSO_WM_UNIT_NOCLEAR" val="0"/>
  <p:tag name="KSO_WM_TEMPLATE_INDEX" val="40490346"/>
  <p:tag name="KSO_WM_TEMPLATE_CATEGORY" val="custom"/>
</p:tagLst>
</file>

<file path=ppt/tags/tag369.xml><?xml version="1.0" encoding="utf-8"?>
<p:tagLst xmlns:p="http://schemas.openxmlformats.org/presentationml/2006/main">
  <p:tag name="KSO_WM_UNIT_TYPE" val="i"/>
  <p:tag name="KSO_WM_UNIT_INDEX" val="3"/>
  <p:tag name="KSO_WM_UNIT_ID" val="_2*i*3"/>
  <p:tag name="KSO_WM_BEAUTIFY_FLAG" val="#wm#"/>
  <p:tag name="KSO_WM_TAG_VERSION" val="3.0"/>
  <p:tag name="KSO_WM_CHIP_GROUPID" val="629425eedb924c3ee3991e4a"/>
  <p:tag name="KSO_WM_CHIP_XID" val="629d66167459d9b06302c0e5"/>
  <p:tag name="KSO_WM_UNIT_DEC_AREA_ID" val="72b2321acfe64ed48bee35a7387e7b19"/>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7d8f9e49cf9e417486f45a7ca6587a6d"/>
  <p:tag name="KSO_WM_UNIT_HIGHLIGHT" val="0"/>
  <p:tag name="KSO_WM_UNIT_COMPATIBLE" val="0"/>
  <p:tag name="KSO_WM_UNIT_DIAGRAM_ISNUMVISUAL" val="0"/>
  <p:tag name="KSO_WM_UNIT_DIAGRAM_ISREFERUNIT" val="0"/>
  <p:tag name="KSO_WM_UNIT_LAYERLEVEL" val="1"/>
  <p:tag name="KSO_WM_UNIT_ISNUMDGMTITLE" val="0"/>
  <p:tag name="KSO_WM_UNIT_NOCLEAR" val="0"/>
  <p:tag name="KSO_WM_TEMPLATE_INDEX" val="40490346"/>
  <p:tag name="KSO_WM_TEMPLATE_CATEGORY" val="custom"/>
</p:tagLst>
</file>

<file path=ppt/tags/tag3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BEAUTIFY_FLAG" val="#wm#"/>
  <p:tag name="KSO_WM_UNIT_ISCONTENTSTITLE" val="1"/>
  <p:tag name="KSO_WM_UNIT_ISNUMDGMTITLE" val="0"/>
  <p:tag name="KSO_WM_UNIT_PRESET_TEXT" val="标题"/>
  <p:tag name="KSO_WM_UNIT_NOCLEAR" val="0"/>
  <p:tag name="KSO_WM_UNIT_VALUE" val="3"/>
  <p:tag name="KSO_WM_UNIT_TYPE" val="a"/>
  <p:tag name="KSO_WM_UNIT_INDEX" val="1"/>
  <p:tag name="KSO_WM_TEMPLATE_INDEX" val="40490346"/>
  <p:tag name="KSO_WM_TEMPLATE_CATEGORY" val="custom"/>
</p:tagLst>
</file>

<file path=ppt/tags/tag3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3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3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3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 name="KSO_WM_TEMPLATE_INDEX" val="40490346"/>
  <p:tag name="KSO_WM_TEMPLATE_CATEGORY" val="custom"/>
</p:tagLst>
</file>

<file path=ppt/tags/tag3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UNIT_ISNUMDGMTITLE" val="0"/>
  <p:tag name="KSO_WM_TEMPLATE_INDEX" val="40490346"/>
  <p:tag name="KSO_WM_TEMPLATE_CATEGORY" val="custom"/>
</p:tagLst>
</file>

<file path=ppt/tags/tag3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f*2"/>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TYPE" val="f"/>
  <p:tag name="KSO_WM_UNIT_INDEX" val="2"/>
  <p:tag name="KSO_WM_UNIT_ISNUMDGMTITLE" val="0"/>
  <p:tag name="KSO_WM_TEMPLATE_INDEX" val="40490346"/>
  <p:tag name="KSO_WM_TEMPLATE_CATEGORY" val="custom"/>
</p:tagLst>
</file>

<file path=ppt/tags/tag3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3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3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3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 name="KSO_WM_TEMPLATE_INDEX" val="40490346"/>
  <p:tag name="KSO_WM_TEMPLATE_CATEGORY" val="custom"/>
</p:tagLst>
</file>

<file path=ppt/tags/tag3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h_a*1_1"/>
  <p:tag name="KSO_WM_UNIT_LAYERLEVEL" val="1_1"/>
  <p:tag name="KSO_WM_TAG_VERSION" val="3.0"/>
  <p:tag name="KSO_WM_BEAUTIFY_FLAG" val="#wm#"/>
  <p:tag name="KSO_WM_UNIT_PRESET_TEXT" val="单击此处编辑母版文本样式"/>
  <p:tag name="KSO_WM_UNIT_NOCLEAR" val="0"/>
  <p:tag name="KSO_WM_UNIT_TYPE" val="h_a"/>
  <p:tag name="KSO_WM_UNIT_INDEX" val="1_1"/>
  <p:tag name="KSO_WM_UNIT_ISCONTENTSTITLE" val="0"/>
  <p:tag name="KSO_WM_UNIT_ISNUMDGMTITLE" val="0"/>
  <p:tag name="KSO_WM_UNIT_VALUE" val="19"/>
  <p:tag name="KSO_WM_TEMPLATE_INDEX" val="40490346"/>
  <p:tag name="KSO_WM_TEMPLATE_CATEGORY" val="custom"/>
</p:tagLst>
</file>

<file path=ppt/tags/tag3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h_f*1_1"/>
  <p:tag name="KSO_WM_UNIT_LAYERLEVEL" val="1_1"/>
  <p:tag name="KSO_WM_TAG_VERSION" val="3.0"/>
  <p:tag name="KSO_WM_BEAUTIFY_FLAG" val="#wm#"/>
  <p:tag name="KSO_WM_UNIT_SUBTYPE" val="a"/>
  <p:tag name="KSO_WM_UNIT_PRESET_TEXT" val="单击此处编辑母版文本样式&#10;二级&#10;三级&#10;四级&#10;五级"/>
  <p:tag name="KSO_WM_UNIT_NOCLEAR" val="0"/>
  <p:tag name="KSO_WM_UNIT_VALUE" val="128"/>
  <p:tag name="KSO_WM_UNIT_TYPE" val="h_f"/>
  <p:tag name="KSO_WM_UNIT_INDEX" val="1_1"/>
  <p:tag name="KSO_WM_UNIT_ISNUMDGMTITLE" val="0"/>
  <p:tag name="KSO_WM_TEMPLATE_INDEX" val="40490346"/>
  <p:tag name="KSO_WM_TEMPLATE_CATEGORY" val="custom"/>
</p:tagLst>
</file>

<file path=ppt/tags/tag3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h_a*2_1"/>
  <p:tag name="KSO_WM_UNIT_LAYERLEVEL" val="1_1"/>
  <p:tag name="KSO_WM_TAG_VERSION" val="3.0"/>
  <p:tag name="KSO_WM_BEAUTIFY_FLAG" val="#wm#"/>
  <p:tag name="KSO_WM_UNIT_PRESET_TEXT" val="单击此处编辑母版文本样式"/>
  <p:tag name="KSO_WM_UNIT_NOCLEAR" val="0"/>
  <p:tag name="KSO_WM_UNIT_TYPE" val="h_a"/>
  <p:tag name="KSO_WM_UNIT_INDEX" val="2_1"/>
  <p:tag name="KSO_WM_UNIT_ISCONTENTSTITLE" val="0"/>
  <p:tag name="KSO_WM_UNIT_ISNUMDGMTITLE" val="0"/>
  <p:tag name="KSO_WM_UNIT_VALUE" val="19"/>
  <p:tag name="KSO_WM_TEMPLATE_INDEX" val="40490346"/>
  <p:tag name="KSO_WM_TEMPLATE_CATEGORY" val="custom"/>
</p:tagLst>
</file>

<file path=ppt/tags/tag3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h_f*2_1"/>
  <p:tag name="KSO_WM_UNIT_LAYERLEVEL" val="1_1"/>
  <p:tag name="KSO_WM_TAG_VERSION" val="3.0"/>
  <p:tag name="KSO_WM_BEAUTIFY_FLAG" val="#wm#"/>
  <p:tag name="KSO_WM_UNIT_SUBTYPE" val="a"/>
  <p:tag name="KSO_WM_UNIT_PRESET_TEXT" val="单击此处编辑母版文本样式&#10;二级&#10;三级&#10;四级&#10;五级"/>
  <p:tag name="KSO_WM_UNIT_NOCLEAR" val="0"/>
  <p:tag name="KSO_WM_UNIT_VALUE" val="128"/>
  <p:tag name="KSO_WM_UNIT_TYPE" val="h_f"/>
  <p:tag name="KSO_WM_UNIT_INDEX" val="2_1"/>
  <p:tag name="KSO_WM_UNIT_ISNUMDGMTITLE" val="0"/>
  <p:tag name="KSO_WM_TEMPLATE_INDEX" val="40490346"/>
  <p:tag name="KSO_WM_TEMPLATE_CATEGORY" val="custom"/>
</p:tagLst>
</file>

<file path=ppt/tags/tag3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3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3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3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 name="KSO_WM_TEMPLATE_INDEX" val="40490346"/>
  <p:tag name="KSO_WM_TEMPLATE_CATEGORY" val="custom"/>
</p:tagLst>
</file>

<file path=ppt/tags/tag3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3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3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3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3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3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3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96"/>
  <p:tag name="KSO_WM_UNIT_TYPE" val="f"/>
  <p:tag name="KSO_WM_UNIT_INDEX" val="1"/>
  <p:tag name="KSO_WM_UNIT_ISNUMDGMTITLE" val="0"/>
  <p:tag name="KSO_WM_TEMPLATE_INDEX" val="40490346"/>
  <p:tag name="KSO_WM_TEMPLATE_CATEGORY" val="custom"/>
</p:tagLst>
</file>

<file path=ppt/tags/tag3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3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3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3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 name="KSO_WM_TEMPLATE_INDEX" val="40490346"/>
  <p:tag name="KSO_WM_TEMPLATE_CATEGORY" val="custom"/>
</p:tagLst>
</file>

<file path=ppt/tags/tag4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b*1"/>
  <p:tag name="KSO_WM_UNIT_LAYERLEVEL" val="1"/>
  <p:tag name="KSO_WM_TAG_VERSION" val="3.0"/>
  <p:tag name="KSO_WM_BEAUTIFY_FLAG" val="#wm#"/>
  <p:tag name="KSO_WM_UNIT_ISCONTENTSTITLE" val="0"/>
  <p:tag name="KSO_WM_UNIT_ISNUMDGMTITLE" val="0"/>
  <p:tag name="KSO_WM_UNIT_PRESET_TEXT" val="单击此处编辑母版副标题样式"/>
  <p:tag name="KSO_WM_UNIT_NOCLEAR" val="0"/>
  <p:tag name="KSO_WM_UNIT_VALUE" val="40"/>
  <p:tag name="KSO_WM_UNIT_TYPE" val="b"/>
  <p:tag name="KSO_WM_UNIT_INDEX" val="1"/>
  <p:tag name="KSO_WM_TEMPLATE_INDEX" val="40490346"/>
  <p:tag name="KSO_WM_TEMPLATE_CATEGORY" val="custom"/>
</p:tagLst>
</file>

<file path=ppt/tags/tag4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4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4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4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i*1"/>
  <p:tag name="KSO_WM_UNIT_LAYERLEVEL" val="1"/>
  <p:tag name="KSO_WM_TAG_VERSION" val="3.0"/>
  <p:tag name="KSO_WM_BEAUTIFY_FLAG" val="#wm#"/>
  <p:tag name="KSO_WM_UNIT_TYPE" val="i"/>
  <p:tag name="KSO_WM_UNIT_INDEX" val="1"/>
  <p:tag name="KSO_WM_CHIP_GROUPID" val="629425eedb924c3ee3991e4a"/>
  <p:tag name="KSO_WM_CHIP_XID" val="629d66167459d9b06302c4d9"/>
  <p:tag name="KSO_WM_UNIT_DEC_AREA_ID" val="6aefbd0abbcb459281c74d191896cdc0"/>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bf0267b215eb4d5aa9d87c889636c284"/>
  <p:tag name="KSO_WM_UNIT_ISNUMDGMTITLE" val="0"/>
  <p:tag name="KSO_WM_UNIT_NOCLEAR" val="0"/>
  <p:tag name="KSO_WM_TEMPLATE_INDEX" val="40490346"/>
  <p:tag name="KSO_WM_TEMPLATE_CATEGORY" val="custom"/>
</p:tagLst>
</file>

<file path=ppt/tags/tag405.xml><?xml version="1.0" encoding="utf-8"?>
<p:tagLst xmlns:p="http://schemas.openxmlformats.org/presentationml/2006/main">
  <p:tag name="KSO_WM_UNIT_TYPE" val="i"/>
  <p:tag name="KSO_WM_UNIT_INDEX" val="2"/>
  <p:tag name="KSO_WM_UNIT_ID" val="_9*i*2"/>
  <p:tag name="KSO_WM_BEAUTIFY_FLAG" val="#wm#"/>
  <p:tag name="KSO_WM_TAG_VERSION" val="3.0"/>
  <p:tag name="KSO_WM_CHIP_GROUPID" val="629425eedb924c3ee3991e4a"/>
  <p:tag name="KSO_WM_CHIP_XID" val="629d66167459d9b06302c482"/>
  <p:tag name="KSO_WM_UNIT_DEC_AREA_ID" val="beb67991ab11499bb22ce91cf3bea05e"/>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5422a9c3c3064663ad950b7f343486b8"/>
  <p:tag name="KSO_WM_UNIT_HIGHLIGHT" val="0"/>
  <p:tag name="KSO_WM_UNIT_COMPATIBLE" val="0"/>
  <p:tag name="KSO_WM_UNIT_DIAGRAM_ISNUMVISUAL" val="0"/>
  <p:tag name="KSO_WM_UNIT_DIAGRAM_ISREFERUNIT" val="0"/>
  <p:tag name="KSO_WM_UNIT_LAYERLEVEL" val="1"/>
  <p:tag name="KSO_WM_UNIT_ISNUMDGMTITLE" val="0"/>
  <p:tag name="KSO_WM_UNIT_NOCLEAR" val="0"/>
  <p:tag name="KSO_WM_TEMPLATE_INDEX" val="40490346"/>
  <p:tag name="KSO_WM_TEMPLATE_CATEGORY" val="custom"/>
</p:tagLst>
</file>

<file path=ppt/tags/tag4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4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4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409.xml><?xml version="1.0" encoding="utf-8"?>
<p:tagLst xmlns:p="http://schemas.openxmlformats.org/presentationml/2006/main">
  <p:tag name="KSO_WM_BEAUTIFY_FLAG" val="#wm#"/>
  <p:tag name="KSO_WM_FIGMA_FLAG" val="#fgm#"/>
  <p:tag name="KSO_WM_UNIT_INDEX" val="1"/>
  <p:tag name="KSO_WM_UNIT_SUBTYPE" val="c"/>
  <p:tag name="KSO_WM_UNIT_TEXT_TYPE" val="1"/>
  <p:tag name="KSO_WM_UNIT_TYPE" val="f"/>
  <p:tag name="KSO_WM_UNIT_ID" val="_9*f*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346"/>
  <p:tag name="KSO_WM_TEMPLATE_CATEGORY" val="custom"/>
</p:tagLst>
</file>

<file path=ppt/tags/tag410.xml><?xml version="1.0" encoding="utf-8"?>
<p:tagLst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3552b3b2ebd6ca12603270fe7ee2ba274f3e7105"/>
  <p:tag name="KSO_WM_NEWLAYOUT_ID" val="454"/>
  <p:tag name="KSO_WM_UNIT_ID" val="_9*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90346"/>
  <p:tag name="KSO_WM_TEMPLATE_CATEGORY" val="custom"/>
</p:tagLst>
</file>

<file path=ppt/tags/tag411.xml><?xml version="1.0" encoding="utf-8"?>
<p:tagLst xmlns:p="http://schemas.openxmlformats.org/presentationml/2006/main">
  <p:tag name="KSO_WM_BEAUTIFY_FLAG" val="#wm#"/>
  <p:tag name="KSO_WM_FIGMA_FLAG" val="#fgm#"/>
  <p:tag name="KSO_WM_UNIT_INDEX" val="2"/>
  <p:tag name="KSO_WM_UNIT_SUBTYPE" val="b"/>
  <p:tag name="KSO_WM_UNIT_TEXT_TYPE" val="1"/>
  <p:tag name="KSO_WM_UNIT_TYPE" val="f"/>
  <p:tag name="KSO_WM_UNIT_ID" val="_9*f*2"/>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346"/>
  <p:tag name="KSO_WM_TEMPLATE_CATEGORY" val="custom"/>
</p:tagLst>
</file>

<file path=ppt/tags/tag4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4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4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415.xml><?xml version="1.0" encoding="utf-8"?>
<p:tagLst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1ac28e06584069192f823f07bae76ffaa0c488ca"/>
  <p:tag name="KSO_WM_NEWLAYOUT_ID" val="462"/>
  <p:tag name="KSO_WM_UNIT_ID" val="_10*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90346"/>
  <p:tag name="KSO_WM_TEMPLATE_CATEGORY" val="custom"/>
</p:tagLst>
</file>

<file path=ppt/tags/tag416.xml><?xml version="1.0" encoding="utf-8"?>
<p:tagLst xmlns:p="http://schemas.openxmlformats.org/presentationml/2006/main">
  <p:tag name="KSO_WM_UNIT_HIGHLIGHT" val="0"/>
  <p:tag name="KSO_WM_BEAUTIFY_FLAG" val="#wm#"/>
  <p:tag name="KSO_WM_FIGMA_FLAG" val="#fgm#"/>
  <p:tag name="KSO_WM_UNIT_INDEX" val="1"/>
  <p:tag name="KSO_WM_UNIT_TYPE" val="e"/>
  <p:tag name="KSO_WM_UNIT_ID" val="_10*e*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90346"/>
  <p:tag name="KSO_WM_TEMPLATE_CATEGORY" val="custom"/>
</p:tagLst>
</file>

<file path=ppt/tags/tag4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i*1"/>
  <p:tag name="KSO_WM_UNIT_LAYERLEVEL" val="1"/>
  <p:tag name="KSO_WM_TAG_VERSION" val="3.0"/>
  <p:tag name="KSO_WM_BEAUTIFY_FLAG" val="#wm#"/>
  <p:tag name="KSO_WM_UNIT_TYPE" val="i"/>
  <p:tag name="KSO_WM_UNIT_INDEX" val="1"/>
  <p:tag name="KSO_WM_CHIP_GROUPID" val="629425eedb924c3ee3991e4a"/>
  <p:tag name="KSO_WM_CHIP_XID" val="629d66167459d9b06302c11c"/>
  <p:tag name="KSO_WM_UNIT_DEC_AREA_ID" val="88e1e43502c94c699f12a58b27ba7229"/>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0330600b1e6f4b85aa2fb567ab3facba"/>
  <p:tag name="KSO_WM_UNIT_ISNUMDGMTITLE" val="0"/>
  <p:tag name="KSO_WM_UNIT_NOCLEAR" val="0"/>
  <p:tag name="KSO_WM_TEMPLATE_INDEX" val="40490346"/>
  <p:tag name="KSO_WM_TEMPLATE_CATEGORY" val="custom"/>
</p:tagLst>
</file>

<file path=ppt/tags/tag4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BEAUTIFY_FLAG" val="#wm#"/>
  <p:tag name="KSO_WM_UNIT_TYPE" val="i"/>
  <p:tag name="KSO_WM_UNIT_INDEX" val="1"/>
  <p:tag name="KSO_WM_CHIP_GROUPID" val="629425eedb924c3ee3991e4a"/>
  <p:tag name="KSO_WM_CHIP_XID" val="629d66167459d9b06302c29b"/>
  <p:tag name="KSO_WM_UNIT_DEC_AREA_ID" val="339e2691531e4a5d99ae69ee702f223c"/>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403bf65fa25e4580ada27212af923e19"/>
  <p:tag name="KSO_WM_UNIT_ISNUMDGMTITLE" val="0"/>
  <p:tag name="KSO_WM_UNIT_NOCLEAR" val="0"/>
  <p:tag name="KSO_WM_TEMPLATE_INDEX" val="40490346"/>
  <p:tag name="KSO_WM_TEMPLATE_CATEGORY" val="custom"/>
</p:tagLst>
</file>

<file path=ppt/tags/tag4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NOCLEAR" val="0"/>
  <p:tag name="KSO_WM_UNIT_ISNUMDGMTITLE" val="0"/>
  <p:tag name="KSO_WM_TEMPLATE_INDEX" val="40490346"/>
  <p:tag name="KSO_WM_TEMPLATE_CATEGORY" val="custom"/>
</p:tagLst>
</file>

<file path=ppt/tags/tag4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4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422.xml><?xml version="1.0" encoding="utf-8"?>
<p:tagLst xmlns:p="http://schemas.openxmlformats.org/presentationml/2006/main">
  <p:tag name="KSO_WM_UNIT_HIGHLIGHT" val="0"/>
  <p:tag name="KSO_WM_BEAUTIFY_FLAG" val="#wm#"/>
  <p:tag name="KSO_WM_FIGMA_FLAG" val="#fgm#"/>
  <p:tag name="KSO_WM_UNIT_INDEX" val="1"/>
  <p:tag name="KSO_WM_UNIT_TEXT_TYPE" val="1"/>
  <p:tag name="KSO_WM_UNIT_TYPE" val="b"/>
  <p:tag name="KSO_WM_UNIT_ID" val="_11*b*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90346"/>
  <p:tag name="KSO_WM_TEMPLATE_CATEGORY" val="custom"/>
</p:tagLst>
</file>

<file path=ppt/tags/tag423.xml><?xml version="1.0" encoding="utf-8"?>
<p:tagLst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4b1d355eff9117d26b814a4cae558ae89bdc8471"/>
  <p:tag name="KSO_WM_NEWLAYOUT_ID" val="467"/>
  <p:tag name="KSO_WM_UNIT_ID" val="_11*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90346"/>
  <p:tag name="KSO_WM_TEMPLATE_CATEGORY" val="custom"/>
</p:tagLst>
</file>

<file path=ppt/tags/tag4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4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4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346"/>
  <p:tag name="KSO_WM_TEMPLATE_CATEGORY" val="custom"/>
</p:tagLst>
</file>

<file path=ppt/tags/tag427.xml><?xml version="1.0" encoding="utf-8"?>
<p:tagLst xmlns:p="http://schemas.openxmlformats.org/presentationml/2006/main">
  <p:tag name="KSO_WM_BEAUTIFY_FLAG" val="#fgm#"/>
  <p:tag name="KSO_WM_FIGMA_FLAG" val="#fgm#"/>
  <p:tag name="KSO_WM_UNIT_INDEX" val="1"/>
  <p:tag name="KSO_WM_UNIT_TEXT_TYPE" val="1"/>
  <p:tag name="KSO_WM_UNIT_TYPE" val="b"/>
</p:tagLst>
</file>

<file path=ppt/tags/tag428.xml><?xml version="1.0" encoding="utf-8"?>
<p:tagLst xmlns:p="http://schemas.openxmlformats.org/presentationml/2006/main">
  <p:tag name="KSO_WM_BEAUTIFY_FLAG" val="#fgm#"/>
  <p:tag name="KSO_WM_FIGMA_FLAG" val="#fgm#"/>
  <p:tag name="KSO_WM_UNIT_INDEX" val="1"/>
  <p:tag name="KSO_WM_UNIT_TEXT_TYPE" val="1"/>
  <p:tag name="KSO_WM_UNIT_TYPE" val="a"/>
  <p:tag name="KSO_WM_LAYOUT_CHECK_HASH" val="8a4ad070937c9954b26be40f8afe5286d32bd161"/>
  <p:tag name="KSO_WM_NEWLAYOUT_ID" val="1"/>
</p:tagLst>
</file>

<file path=ppt/tags/tag429.xml><?xml version="1.0" encoding="utf-8"?>
<p:tagLst xmlns:p="http://schemas.openxmlformats.org/presentationml/2006/main">
  <p:tag name="KSO_WM_BEAUTIFY_FLAG" val="#fgm#"/>
  <p:tag name="KSO_WM_DIAGRAM_GROUP_CODE" val="1"/>
  <p:tag name="KSO_WM_FIGMA_FLAG" val="#fgm#"/>
  <p:tag name="KSO_WM_UNIT_INDEX" val="1_1_1"/>
  <p:tag name="KSO_WM_UNIT_SUBTYPE" val="d"/>
  <p:tag name="KSO_WM_UNIT_TYPE" val="l_h_i"/>
</p:tagLst>
</file>

<file path=ppt/tags/tag430.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UNIT_INDEX" val="1_1_2"/>
  <p:tag name="KSO_WM_UNIT_TYPE" val="l_h_i"/>
</p:tagLst>
</file>

<file path=ppt/tags/tag431.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432.xml><?xml version="1.0" encoding="utf-8"?>
<p:tagLst xmlns:p="http://schemas.openxmlformats.org/presentationml/2006/main">
  <p:tag name="KSO_WM_BEAUTIFY_FLAG" val="#fgm#"/>
  <p:tag name="KSO_WM_DIAGRAM_GROUP_CODE" val="1"/>
  <p:tag name="KSO_WM_FIGMA_FLAG" val="#fgm#"/>
  <p:tag name="KSO_WM_UNIT_INDEX" val="1_2_1"/>
  <p:tag name="KSO_WM_UNIT_SUBTYPE" val="d"/>
  <p:tag name="KSO_WM_UNIT_TYPE" val="l_h_i"/>
</p:tagLst>
</file>

<file path=ppt/tags/tag433.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UNIT_INDEX" val="1_2_2"/>
  <p:tag name="KSO_WM_UNIT_TYPE" val="l_h_i"/>
</p:tagLst>
</file>

<file path=ppt/tags/tag434.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435.xml><?xml version="1.0" encoding="utf-8"?>
<p:tagLst xmlns:p="http://schemas.openxmlformats.org/presentationml/2006/main">
  <p:tag name="KSO_WM_BEAUTIFY_FLAG" val="#fgm#"/>
  <p:tag name="KSO_WM_DIAGRAM_GROUP_CODE" val="1"/>
  <p:tag name="KSO_WM_FIGMA_FLAG" val="#fgm#"/>
  <p:tag name="KSO_WM_UNIT_INDEX" val="1_3_1"/>
  <p:tag name="KSO_WM_UNIT_SUBTYPE" val="d"/>
  <p:tag name="KSO_WM_UNIT_TYPE" val="l_h_i"/>
</p:tagLst>
</file>

<file path=ppt/tags/tag436.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UNIT_INDEX" val="1_3_2"/>
  <p:tag name="KSO_WM_UNIT_TYPE" val="l_h_i"/>
</p:tagLst>
</file>

<file path=ppt/tags/tag437.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438.xml><?xml version="1.0" encoding="utf-8"?>
<p:tagLst xmlns:p="http://schemas.openxmlformats.org/presentationml/2006/main">
  <p:tag name="KSO_WM_BEAUTIFY_FLAG" val="#fgm#"/>
  <p:tag name="KSO_WM_DIAGRAM_GROUP_CODE" val="1"/>
  <p:tag name="KSO_WM_FIGMA_FLAG" val="#fgm#"/>
  <p:tag name="KSO_WM_UNIT_INDEX" val="1_4_1"/>
  <p:tag name="KSO_WM_UNIT_SUBTYPE" val="d"/>
  <p:tag name="KSO_WM_UNIT_TYPE" val="l_h_i"/>
</p:tagLst>
</file>

<file path=ppt/tags/tag439.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UNIT_INDEX" val="1_4_2"/>
  <p:tag name="KSO_WM_UNIT_TYPE" val="l_h_i"/>
</p:tagLst>
</file>

<file path=ppt/tags/tag440.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441.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442.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443.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444.xml><?xml version="1.0" encoding="utf-8"?>
<p:tagLst xmlns:p="http://schemas.openxmlformats.org/presentationml/2006/main">
  <p:tag name="KSO_WM_BEAUTIFY_FLAG" val="#fgm#"/>
  <p:tag name="KSO_WM_FIGMA_FLAG" val="#fgm#"/>
  <p:tag name="KSO_WM_UNIT_INDEX" val="1"/>
  <p:tag name="KSO_WM_UNIT_TEXT_TYPE" val="1"/>
  <p:tag name="KSO_WM_UNIT_TYPE" val="b"/>
</p:tagLst>
</file>

<file path=ppt/tags/tag445.xml><?xml version="1.0" encoding="utf-8"?>
<p:tagLst xmlns:p="http://schemas.openxmlformats.org/presentationml/2006/main">
  <p:tag name="KSO_WM_BEAUTIFY_FLAG" val="#fgm#"/>
  <p:tag name="KSO_WM_FIGMA_FLAG" val="#fgm#"/>
  <p:tag name="KSO_WM_UNIT_INDEX" val="1"/>
  <p:tag name="KSO_WM_UNIT_TEXT_TYPE" val="1"/>
  <p:tag name="KSO_WM_UNIT_TYPE" val="a"/>
  <p:tag name="KSO_WM_LAYOUT_CHECK_HASH" val="bfa335b4c92249443711589ab1dfd892298f5b80"/>
  <p:tag name="KSO_WM_NEWLAYOUT_GROUP_ID" val="layout_1-5"/>
  <p:tag name="KSO_WM_NEWLAYOUT_ID" val="slide_ba60fb0293b23fda"/>
</p:tagLst>
</file>

<file path=ppt/tags/tag446.xml><?xml version="1.0" encoding="utf-8"?>
<p:tagLst xmlns:p="http://schemas.openxmlformats.org/presentationml/2006/main">
  <p:tag name="KSO_WM_BEAUTIFY_FLAG" val="#fgm#"/>
  <p:tag name="KSO_WM_DIAGRAM_GROUP_CODE" val="1"/>
  <p:tag name="KSO_WM_FIGMA_FLAG" val="#fgm#"/>
  <p:tag name="KSO_WM_UNIT_INDEX" val="1_1_1"/>
  <p:tag name="KSO_WM_UNIT_SUBTYPE" val="d"/>
  <p:tag name="KSO_WM_UNIT_TYPE" val="l_h_i"/>
</p:tagLst>
</file>

<file path=ppt/tags/tag447.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1_2"/>
  <p:tag name="KSO_WM_UNIT_TYPE" val="l_h_i"/>
</p:tagLst>
</file>

<file path=ppt/tags/tag448.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449.xml><?xml version="1.0" encoding="utf-8"?>
<p:tagLst xmlns:p="http://schemas.openxmlformats.org/presentationml/2006/main">
  <p:tag name="KSO_WM_BEAUTIFY_FLAG" val="#fgm#"/>
  <p:tag name="KSO_WM_DIAGRAM_GROUP_CODE" val="1"/>
  <p:tag name="KSO_WM_FIGMA_FLAG" val="#fgm#"/>
  <p:tag name="KSO_WM_UNIT_INDEX" val="1_2_1"/>
  <p:tag name="KSO_WM_UNIT_SUBTYPE" val="d"/>
  <p:tag name="KSO_WM_UNIT_TYPE" val="l_h_i"/>
</p:tagLst>
</file>

<file path=ppt/tags/tag450.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2_2"/>
  <p:tag name="KSO_WM_UNIT_TYPE" val="l_h_i"/>
</p:tagLst>
</file>

<file path=ppt/tags/tag451.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452.xml><?xml version="1.0" encoding="utf-8"?>
<p:tagLst xmlns:p="http://schemas.openxmlformats.org/presentationml/2006/main">
  <p:tag name="KSO_WM_BEAUTIFY_FLAG" val="#fgm#"/>
  <p:tag name="KSO_WM_DIAGRAM_GROUP_CODE" val="1"/>
  <p:tag name="KSO_WM_FIGMA_FLAG" val="#fgm#"/>
  <p:tag name="KSO_WM_UNIT_INDEX" val="1_3_1"/>
  <p:tag name="KSO_WM_UNIT_SUBTYPE" val="d"/>
  <p:tag name="KSO_WM_UNIT_TYPE" val="l_h_i"/>
</p:tagLst>
</file>

<file path=ppt/tags/tag453.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3_2"/>
  <p:tag name="KSO_WM_UNIT_TYPE" val="l_h_i"/>
</p:tagLst>
</file>

<file path=ppt/tags/tag454.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455.xml><?xml version="1.0" encoding="utf-8"?>
<p:tagLst xmlns:p="http://schemas.openxmlformats.org/presentationml/2006/main">
  <p:tag name="KSO_WM_BEAUTIFY_FLAG" val="#fgm#"/>
  <p:tag name="KSO_WM_DIAGRAM_GROUP_CODE" val="1"/>
  <p:tag name="KSO_WM_FIGMA_FLAG" val="#fgm#"/>
  <p:tag name="KSO_WM_UNIT_INDEX" val="1_4_1"/>
  <p:tag name="KSO_WM_UNIT_SUBTYPE" val="d"/>
  <p:tag name="KSO_WM_UNIT_TYPE" val="l_h_i"/>
</p:tagLst>
</file>

<file path=ppt/tags/tag456.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4_2"/>
  <p:tag name="KSO_WM_UNIT_TYPE" val="l_h_i"/>
</p:tagLst>
</file>

<file path=ppt/tags/tag457.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458.xml><?xml version="1.0" encoding="utf-8"?>
<p:tagLst xmlns:p="http://schemas.openxmlformats.org/presentationml/2006/main">
  <p:tag name="KSO_WM_BEAUTIFY_FLAG" val="#fgm#"/>
  <p:tag name="KSO_WM_DIAGRAM_GROUP_CODE" val="1"/>
  <p:tag name="KSO_WM_FIGMA_FLAG" val="#fgm#"/>
  <p:tag name="KSO_WM_UNIT_INDEX" val="1_5_1"/>
  <p:tag name="KSO_WM_UNIT_SUBTYPE" val="d"/>
  <p:tag name="KSO_WM_UNIT_TYPE" val="l_h_i"/>
</p:tagLst>
</file>

<file path=ppt/tags/tag459.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5_2"/>
  <p:tag name="KSO_WM_UNIT_TYPE" val="l_h_i"/>
</p:tagLst>
</file>

<file path=ppt/tags/tag460.xml><?xml version="1.0" encoding="utf-8"?>
<p:tagLst xmlns:p="http://schemas.openxmlformats.org/presentationml/2006/main">
  <p:tag name="KSO_WM_BEAUTIFY_FLAG" val="#fgm#"/>
  <p:tag name="KSO_WM_DIAGRAM_GROUP_CODE" val="1"/>
  <p:tag name="KSO_WM_FIGMA_FLAG" val="#fgm#"/>
  <p:tag name="KSO_WM_UNIT_INDEX" val="1_5_1"/>
  <p:tag name="KSO_WM_UNIT_TYPE" val="l_h_a"/>
</p:tagLst>
</file>

<file path=ppt/tags/tag461.xml><?xml version="1.0" encoding="utf-8"?>
<p:tagLst xmlns:p="http://schemas.openxmlformats.org/presentationml/2006/main">
  <p:tag name="KSO_WM_BEAUTIFY_FLAG" val="#fgm#"/>
  <p:tag name="KSO_WM_DIAGRAM_GROUP_CODE" val="1"/>
  <p:tag name="KSO_WM_FIGMA_FLAG" val="#fgm#"/>
  <p:tag name="KSO_WM_UNIT_INDEX" val="1_6_1"/>
  <p:tag name="KSO_WM_UNIT_SUBTYPE" val="d"/>
  <p:tag name="KSO_WM_UNIT_TYPE" val="l_h_i"/>
</p:tagLst>
</file>

<file path=ppt/tags/tag462.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6_2"/>
  <p:tag name="KSO_WM_UNIT_TYPE" val="l_h_i"/>
</p:tagLst>
</file>

<file path=ppt/tags/tag463.xml><?xml version="1.0" encoding="utf-8"?>
<p:tagLst xmlns:p="http://schemas.openxmlformats.org/presentationml/2006/main">
  <p:tag name="KSO_WM_BEAUTIFY_FLAG" val="#fgm#"/>
  <p:tag name="KSO_WM_DIAGRAM_GROUP_CODE" val="1"/>
  <p:tag name="KSO_WM_FIGMA_FLAG" val="#fgm#"/>
  <p:tag name="KSO_WM_UNIT_INDEX" val="1_6_1"/>
  <p:tag name="KSO_WM_UNIT_TYPE" val="l_h_a"/>
</p:tagLst>
</file>

<file path=ppt/tags/tag464.xml><?xml version="1.0" encoding="utf-8"?>
<p:tagLst xmlns:p="http://schemas.openxmlformats.org/presentationml/2006/main">
  <p:tag name="KSO_WM_BEAUTIFY_FLAG" val="#fgm#"/>
  <p:tag name="KSO_WM_FIGMA_FLAG" val="#fgm#"/>
  <p:tag name="KSO_WM_UNIT_INDEX" val="1"/>
  <p:tag name="KSO_WM_UNIT_TYPE" val="a"/>
  <p:tag name="KSO_WM_LAYOUT_CHECK_HASH" val="20b53e5e6b84795624e0e69f4189709c97d1212b"/>
  <p:tag name="KSO_WM_NEWLAYOUT_ID" val="slide_8c237816ea06e635"/>
</p:tagLst>
</file>

<file path=ppt/tags/tag465.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466.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467.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468.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469.xml><?xml version="1.0" encoding="utf-8"?>
<p:tagLst xmlns:p="http://schemas.openxmlformats.org/presentationml/2006/main">
  <p:tag name="KSO_WM_BEAUTIFY_FLAG" val="#fgm#"/>
  <p:tag name="KSO_WM_FIGMA_FLAG" val="#fgm#"/>
  <p:tag name="KSO_WM_UNIT_INDEX" val="1"/>
  <p:tag name="KSO_WM_UNIT_TYPE" val="a"/>
  <p:tag name="KSO_WM_LAYOUT_CHECK_HASH" val="ad4312e78c5a6f2f92026dfac6918e5605ac4ac4"/>
  <p:tag name="KSO_WM_NEWLAYOUT_ID" val="slide_d51b045cef9e3a8f"/>
</p:tagLst>
</file>

<file path=ppt/tags/tag470.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471.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472.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473.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474.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475.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476.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477.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478.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479.xml><?xml version="1.0" encoding="utf-8"?>
<p:tagLst xmlns:p="http://schemas.openxmlformats.org/presentationml/2006/main">
  <p:tag name="KSO_WM_BEAUTIFY_FLAG" val="#fgm#"/>
  <p:tag name="KSO_WM_FIGMA_FLAG" val="#fgm#"/>
  <p:tag name="KSO_WM_UNIT_INDEX" val="1"/>
  <p:tag name="KSO_WM_UNIT_TYPE" val="a"/>
  <p:tag name="KSO_WM_LAYOUT_CHECK_HASH" val="60e21463a80a76a3322898ddadfceffd6088df1d"/>
  <p:tag name="KSO_WM_NEWLAYOUT_GROUP_ID" val="layout_38"/>
  <p:tag name="KSO_WM_NEWLAYOUT_ID" val="slide_01e591ca011aebc2"/>
</p:tagLst>
</file>

<file path=ppt/tags/tag480.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481.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482.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483.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484.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485.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486.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487.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488.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489.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490.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491.xml><?xml version="1.0" encoding="utf-8"?>
<p:tagLst xmlns:p="http://schemas.openxmlformats.org/presentationml/2006/main">
  <p:tag name="KSO_WM_BEAUTIFY_FLAG" val="#fgm#"/>
  <p:tag name="KSO_WM_FIGMA_FLAG" val="#fgm#"/>
  <p:tag name="KSO_WM_UNIT_INDEX" val="1"/>
  <p:tag name="KSO_WM_UNIT_TYPE" val="a"/>
  <p:tag name="KSO_WM_LAYOUT_CHECK_HASH" val="5ca601047f99f28394a91d8f94262308fe431393"/>
  <p:tag name="KSO_WM_NEWLAYOUT_GROUP_ID" val="layout_26"/>
  <p:tag name="KSO_WM_NEWLAYOUT_ID" val="slide_6e765ebf722d3c8d"/>
</p:tagLst>
</file>

<file path=ppt/tags/tag492.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493.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494.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495.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496.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497.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498.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499.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500.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501.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502.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503.xml><?xml version="1.0" encoding="utf-8"?>
<p:tagLst xmlns:p="http://schemas.openxmlformats.org/presentationml/2006/main">
  <p:tag name="KSO_WM_BEAUTIFY_FLAG" val="#fgm#"/>
  <p:tag name="KSO_WM_FIGMA_FLAG" val="#fgm#"/>
  <p:tag name="KSO_WM_UNIT_INDEX" val="1"/>
  <p:tag name="KSO_WM_UNIT_TYPE" val="a"/>
  <p:tag name="KSO_WM_LAYOUT_CHECK_HASH" val="bfa355aed40e468a2c49d6938e885d8af3f48985"/>
  <p:tag name="KSO_WM_NEWLAYOUT_GROUP_ID" val="layout_6"/>
  <p:tag name="KSO_WM_NEWLAYOUT_ID" val="slide_f130d032ab3e4666"/>
</p:tagLst>
</file>

<file path=ppt/tags/tag504.xml><?xml version="1.0" encoding="utf-8"?>
<p:tagLst xmlns:p="http://schemas.openxmlformats.org/presentationml/2006/main">
  <p:tag name="KSO_WM_BEAUTIFY_FLAG" val="#fgm#"/>
  <p:tag name="KSO_WM_FIGMA_FLAG" val="#fgm#"/>
  <p:tag name="KSO_WM_UNIT_INDEX" val="1"/>
  <p:tag name="KSO_WM_UNIT_TYPE" val="d"/>
</p:tagLst>
</file>

<file path=ppt/tags/tag505.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506.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507.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508.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509.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510.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511.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Lst>
</file>

<file path=ppt/tags/tag512.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513.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514.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4_1"/>
  <p:tag name="KSO_WM_UNIT_TYPE" val="l_h_i"/>
</p:tagLst>
</file>

<file path=ppt/tags/tag515.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516.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517.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518.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519.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520.xml><?xml version="1.0" encoding="utf-8"?>
<p:tagLst xmlns:p="http://schemas.openxmlformats.org/presentationml/2006/main">
  <p:tag name="KSO_WM_BEAUTIFY_FLAG" val="#fgm#"/>
  <p:tag name="KSO_WM_FIGMA_FLAG" val="#fgm#"/>
  <p:tag name="KSO_WM_UNIT_INDEX" val="1"/>
  <p:tag name="KSO_WM_UNIT_TYPE" val="a"/>
  <p:tag name="KSO_WM_LAYOUT_CHECK_HASH" val="0e4a666f4633f6f7ca00824c114981753d45ac0c"/>
  <p:tag name="KSO_WM_NEWLAYOUT_GROUP_ID" val="layout_10012"/>
  <p:tag name="KSO_WM_NEWLAYOUT_ID" val="slide_581647932d9bd4c5"/>
</p:tagLst>
</file>

<file path=ppt/tags/tag521.xml><?xml version="1.0" encoding="utf-8"?>
<p:tagLst xmlns:p="http://schemas.openxmlformats.org/presentationml/2006/main">
  <p:tag name="KSO_WM_BEAUTIFY_FLAG" val="#fgm#"/>
  <p:tag name="KSO_WM_FIGMA_FLAG" val="#fgm#"/>
  <p:tag name="KSO_WM_UNIT_INDEX" val="1"/>
  <p:tag name="KSO_WM_UNIT_TYPE" val="d"/>
</p:tagLst>
</file>

<file path=ppt/tags/tag522.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523.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524.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525.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526.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527.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528.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529.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530.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531.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532.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533.xml><?xml version="1.0" encoding="utf-8"?>
<p:tagLst xmlns:p="http://schemas.openxmlformats.org/presentationml/2006/main">
  <p:tag name="KSO_WM_BEAUTIFY_FLAG" val="#fgm#"/>
  <p:tag name="KSO_WM_FIGMA_FLAG" val="#fgm#"/>
  <p:tag name="KSO_WM_UNIT_INDEX" val="1"/>
  <p:tag name="KSO_WM_UNIT_TYPE" val="a"/>
  <p:tag name="KSO_WM_LAYOUT_CHECK_HASH" val="a2f78b4ef019c2f22536368573d3b8f17c340a42"/>
  <p:tag name="KSO_WM_NEWLAYOUT_GROUP_ID" val="layout_51"/>
  <p:tag name="KSO_WM_NEWLAYOUT_ID" val="slide_852d700e72c68e5e"/>
</p:tagLst>
</file>

<file path=ppt/tags/tag534.xml><?xml version="1.0" encoding="utf-8"?>
<p:tagLst xmlns:p="http://schemas.openxmlformats.org/presentationml/2006/main">
  <p:tag name="KSO_WM_BEAUTIFY_FLAG" val="#fgm#"/>
  <p:tag name="KSO_WM_FIGMA_FLAG" val="#fgm#"/>
  <p:tag name="KSO_WM_UNIT_INDEX" val="1"/>
  <p:tag name="KSO_WM_UNIT_TYPE" val="d"/>
</p:tagLst>
</file>

<file path=ppt/tags/tag535.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536.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537.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538.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539.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540.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541.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Lst>
</file>

<file path=ppt/tags/tag542.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543.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544.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545.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546.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547.xml><?xml version="1.0" encoding="utf-8"?>
<p:tagLst xmlns:p="http://schemas.openxmlformats.org/presentationml/2006/main">
  <p:tag name="KSO_WM_BEAUTIFY_FLAG" val="#fgm#"/>
  <p:tag name="KSO_WM_FIGMA_FLAG" val="#fgm#"/>
  <p:tag name="KSO_WM_UNIT_INDEX" val="1"/>
  <p:tag name="KSO_WM_UNIT_TYPE" val="a"/>
  <p:tag name="KSO_WM_LAYOUT_CHECK_HASH" val="d9274277db23f93aee5ab84bc3b1fb62a7a9cfda"/>
  <p:tag name="KSO_WM_NEWLAYOUT_GROUP_ID" val="layout_30"/>
  <p:tag name="KSO_WM_NEWLAYOUT_ID" val="slide_25b27406bff22407"/>
</p:tagLst>
</file>

<file path=ppt/tags/tag548.xml><?xml version="1.0" encoding="utf-8"?>
<p:tagLst xmlns:p="http://schemas.openxmlformats.org/presentationml/2006/main">
  <p:tag name="KSO_WM_BEAUTIFY_FLAG" val="#fgm#"/>
  <p:tag name="KSO_WM_FIGMA_FLAG" val="#fgm#"/>
  <p:tag name="KSO_WM_UNIT_INDEX" val="1"/>
  <p:tag name="KSO_WM_UNIT_TYPE" val="d"/>
</p:tagLst>
</file>

<file path=ppt/tags/tag549.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550.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551.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552.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553.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554.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555.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556.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557.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558.xml><?xml version="1.0" encoding="utf-8"?>
<p:tagLst xmlns:p="http://schemas.openxmlformats.org/presentationml/2006/main">
  <p:tag name="KSO_WM_BEAUTIFY_FLAG" val="#fgm#"/>
  <p:tag name="KSO_WM_FIGMA_FLAG" val="#fgm#"/>
  <p:tag name="KSO_WM_UNIT_INDEX" val="1"/>
  <p:tag name="KSO_WM_UNIT_TYPE" val="a"/>
  <p:tag name="KSO_WM_LAYOUT_CHECK_HASH" val="046c62bcd3a036628bd6c75ce70bcb6a1141cedb"/>
  <p:tag name="KSO_WM_NEWLAYOUT_GROUP_ID" val="layout_49"/>
  <p:tag name="KSO_WM_NEWLAYOUT_ID" val="slide_c2bbdeee6f9d8775"/>
</p:tagLst>
</file>

<file path=ppt/tags/tag559.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1_1"/>
  <p:tag name="KSO_WM_UNIT_TYPE" val="l_h_i"/>
</p:tagLst>
</file>

<file path=ppt/tags/tag560.xml><?xml version="1.0" encoding="utf-8"?>
<p:tagLst xmlns:p="http://schemas.openxmlformats.org/presentationml/2006/main">
  <p:tag name="KSO_WM_BEAUTIFY_FLAG" val="#fgm#"/>
  <p:tag name="KSO_WM_DIAGRAM_GROUP_CODE" val="1"/>
  <p:tag name="KSO_WM_FIGMA_FLAG" val="#fgm#"/>
  <p:tag name="KSO_WM_UNIT_INDEX" val="1_1_2"/>
  <p:tag name="KSO_WM_UNIT_SUBTYPE" val="d"/>
  <p:tag name="KSO_WM_UNIT_TYPE" val="l_h_i"/>
</p:tagLst>
</file>

<file path=ppt/tags/tag561.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562.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563.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2_1"/>
  <p:tag name="KSO_WM_UNIT_TYPE" val="l_h_i"/>
</p:tagLst>
</file>

<file path=ppt/tags/tag564.xml><?xml version="1.0" encoding="utf-8"?>
<p:tagLst xmlns:p="http://schemas.openxmlformats.org/presentationml/2006/main">
  <p:tag name="KSO_WM_BEAUTIFY_FLAG" val="#fgm#"/>
  <p:tag name="KSO_WM_DIAGRAM_GROUP_CODE" val="1"/>
  <p:tag name="KSO_WM_FIGMA_FLAG" val="#fgm#"/>
  <p:tag name="KSO_WM_UNIT_INDEX" val="1_2_2"/>
  <p:tag name="KSO_WM_UNIT_SUBTYPE" val="d"/>
  <p:tag name="KSO_WM_UNIT_TYPE" val="l_h_i"/>
</p:tagLst>
</file>

<file path=ppt/tags/tag565.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566.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567.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3_1"/>
  <p:tag name="KSO_WM_UNIT_TYPE" val="l_h_i"/>
</p:tagLst>
</file>

<file path=ppt/tags/tag568.xml><?xml version="1.0" encoding="utf-8"?>
<p:tagLst xmlns:p="http://schemas.openxmlformats.org/presentationml/2006/main">
  <p:tag name="KSO_WM_BEAUTIFY_FLAG" val="#fgm#"/>
  <p:tag name="KSO_WM_DIAGRAM_GROUP_CODE" val="1"/>
  <p:tag name="KSO_WM_FIGMA_FLAG" val="#fgm#"/>
  <p:tag name="KSO_WM_UNIT_INDEX" val="1_3_2"/>
  <p:tag name="KSO_WM_UNIT_SUBTYPE" val="d"/>
  <p:tag name="KSO_WM_UNIT_TYPE" val="l_h_i"/>
</p:tagLst>
</file>

<file path=ppt/tags/tag569.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570.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571.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572.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573.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574.xml><?xml version="1.0" encoding="utf-8"?>
<p:tagLst xmlns:p="http://schemas.openxmlformats.org/presentationml/2006/main">
  <p:tag name="KSO_WM_BEAUTIFY_FLAG" val="#fgm#"/>
  <p:tag name="KSO_WM_FIGMA_FLAG" val="#fgm#"/>
  <p:tag name="KSO_WM_UNIT_INDEX" val="1"/>
  <p:tag name="KSO_WM_UNIT_TYPE" val="a"/>
  <p:tag name="KSO_WM_LAYOUT_CHECK_HASH" val="dcf5bc6a8b9a68230fb26180e31883b41bb84609"/>
  <p:tag name="KSO_WM_NEWLAYOUT_GROUP_ID" val="layout_48"/>
  <p:tag name="KSO_WM_NEWLAYOUT_ID" val="slide_5641565affb8564a"/>
</p:tagLst>
</file>

<file path=ppt/tags/tag575.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576.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577.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578.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579.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580.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581.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582.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583.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584.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585.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586.xml><?xml version="1.0" encoding="utf-8"?>
<p:tagLst xmlns:p="http://schemas.openxmlformats.org/presentationml/2006/main">
  <p:tag name="KSO_WM_BEAUTIFY_FLAG" val="#fgm#"/>
  <p:tag name="KSO_WM_FIGMA_FLAG" val="#fgm#"/>
  <p:tag name="KSO_WM_UNIT_INDEX" val="1"/>
  <p:tag name="KSO_WM_UNIT_TYPE" val="a"/>
  <p:tag name="KSO_WM_LAYOUT_CHECK_HASH" val="f33b9699d69e7300cc7f8f5f1360267b4bb313f7"/>
  <p:tag name="KSO_WM_NEWLAYOUT_GROUP_ID" val="layout_27"/>
  <p:tag name="KSO_WM_NEWLAYOUT_ID" val="slide_928d7369a50b66e3"/>
</p:tagLst>
</file>

<file path=ppt/tags/tag587.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1_1"/>
  <p:tag name="KSO_WM_UNIT_TYPE" val="l_h_i"/>
</p:tagLst>
</file>

<file path=ppt/tags/tag588.xml><?xml version="1.0" encoding="utf-8"?>
<p:tagLst xmlns:p="http://schemas.openxmlformats.org/presentationml/2006/main">
  <p:tag name="KSO_WM_BEAUTIFY_FLAG" val="#fgm#"/>
  <p:tag name="KSO_WM_DIAGRAM_GROUP_CODE" val="1"/>
  <p:tag name="KSO_WM_FIGMA_FLAG" val="#fgm#"/>
  <p:tag name="KSO_WM_UNIT_INDEX" val="1_1_2"/>
  <p:tag name="KSO_WM_UNIT_SUBTYPE" val="d"/>
  <p:tag name="KSO_WM_UNIT_TYPE" val="l_h_i"/>
</p:tagLst>
</file>

<file path=ppt/tags/tag589.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590.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591.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2_1"/>
  <p:tag name="KSO_WM_UNIT_TYPE" val="l_h_i"/>
</p:tagLst>
</file>

<file path=ppt/tags/tag592.xml><?xml version="1.0" encoding="utf-8"?>
<p:tagLst xmlns:p="http://schemas.openxmlformats.org/presentationml/2006/main">
  <p:tag name="KSO_WM_BEAUTIFY_FLAG" val="#fgm#"/>
  <p:tag name="KSO_WM_DIAGRAM_GROUP_CODE" val="1"/>
  <p:tag name="KSO_WM_FIGMA_FLAG" val="#fgm#"/>
  <p:tag name="KSO_WM_UNIT_INDEX" val="1_2_2"/>
  <p:tag name="KSO_WM_UNIT_SUBTYPE" val="d"/>
  <p:tag name="KSO_WM_UNIT_TYPE" val="l_h_i"/>
</p:tagLst>
</file>

<file path=ppt/tags/tag593.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594.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595.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3_1"/>
  <p:tag name="KSO_WM_UNIT_TYPE" val="l_h_i"/>
</p:tagLst>
</file>

<file path=ppt/tags/tag596.xml><?xml version="1.0" encoding="utf-8"?>
<p:tagLst xmlns:p="http://schemas.openxmlformats.org/presentationml/2006/main">
  <p:tag name="KSO_WM_BEAUTIFY_FLAG" val="#fgm#"/>
  <p:tag name="KSO_WM_DIAGRAM_GROUP_CODE" val="1"/>
  <p:tag name="KSO_WM_FIGMA_FLAG" val="#fgm#"/>
  <p:tag name="KSO_WM_UNIT_INDEX" val="1_3_2"/>
  <p:tag name="KSO_WM_UNIT_SUBTYPE" val="d"/>
  <p:tag name="KSO_WM_UNIT_TYPE" val="l_h_i"/>
</p:tagLst>
</file>

<file path=ppt/tags/tag597.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598.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599.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4_1"/>
  <p:tag name="KSO_WM_UNIT_TYPE" val="l_h_i"/>
</p:tagLst>
</file>

<file path=ppt/tags/tag600.xml><?xml version="1.0" encoding="utf-8"?>
<p:tagLst xmlns:p="http://schemas.openxmlformats.org/presentationml/2006/main">
  <p:tag name="KSO_WM_BEAUTIFY_FLAG" val="#fgm#"/>
  <p:tag name="KSO_WM_DIAGRAM_GROUP_CODE" val="1"/>
  <p:tag name="KSO_WM_FIGMA_FLAG" val="#fgm#"/>
  <p:tag name="KSO_WM_UNIT_INDEX" val="1_4_2"/>
  <p:tag name="KSO_WM_UNIT_SUBTYPE" val="d"/>
  <p:tag name="KSO_WM_UNIT_TYPE" val="l_h_i"/>
</p:tagLst>
</file>

<file path=ppt/tags/tag601.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602.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603.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604.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605.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606.xml><?xml version="1.0" encoding="utf-8"?>
<p:tagLst xmlns:p="http://schemas.openxmlformats.org/presentationml/2006/main">
  <p:tag name="KSO_WM_BEAUTIFY_FLAG" val="#fgm#"/>
  <p:tag name="KSO_WM_FIGMA_FLAG" val="#fgm#"/>
  <p:tag name="KSO_WM_UNIT_INDEX" val="1"/>
  <p:tag name="KSO_WM_UNIT_TYPE" val="a"/>
  <p:tag name="KSO_WM_LAYOUT_CHECK_HASH" val="af6f35d4a4d8c28a99fe5f0f1585af6c019eb96d"/>
  <p:tag name="KSO_WM_NEWLAYOUT_GROUP_ID" val="layout_10013"/>
  <p:tag name="KSO_WM_NEWLAYOUT_ID" val="slide_ee1db31ff1c30694"/>
</p:tagLst>
</file>

<file path=ppt/tags/tag607.xml><?xml version="1.0" encoding="utf-8"?>
<p:tagLst xmlns:p="http://schemas.openxmlformats.org/presentationml/2006/main">
  <p:tag name="KSO_WM_BEAUTIFY_FLAG" val="#fgm#"/>
  <p:tag name="KSO_WM_FIGMA_FLAG" val="#fgm#"/>
  <p:tag name="KSO_WM_UNIT_INDEX" val="1"/>
  <p:tag name="KSO_WM_UNIT_TYPE" val="d"/>
</p:tagLst>
</file>

<file path=ppt/tags/tag608.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609.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610.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611.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612.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613.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614.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615.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616.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617.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618.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619.xml><?xml version="1.0" encoding="utf-8"?>
<p:tagLst xmlns:p="http://schemas.openxmlformats.org/presentationml/2006/main">
  <p:tag name="KSO_WM_BEAUTIFY_FLAG" val="#fgm#"/>
  <p:tag name="KSO_WM_FIGMA_FLAG" val="#fgm#"/>
  <p:tag name="KSO_WM_UNIT_INDEX" val="1"/>
  <p:tag name="KSO_WM_UNIT_TYPE" val="a"/>
  <p:tag name="KSO_WM_LAYOUT_CHECK_HASH" val="3675dc1bb6771ae3adf3187a8b22e0b104cb905a"/>
  <p:tag name="KSO_WM_NEWLAYOUT_GROUP_ID" val="layout_10004"/>
  <p:tag name="KSO_WM_NEWLAYOUT_ID" val="slide_f218b3514126d89d"/>
</p:tagLst>
</file>

<file path=ppt/tags/tag620.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621.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622.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623.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624.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625.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626.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627.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628.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629.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4_1"/>
  <p:tag name="KSO_WM_UNIT_TYPE" val="l_h_i"/>
</p:tagLst>
</file>

<file path=ppt/tags/tag630.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631.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632.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633.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634.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635.xml><?xml version="1.0" encoding="utf-8"?>
<p:tagLst xmlns:p="http://schemas.openxmlformats.org/presentationml/2006/main">
  <p:tag name="KSO_WM_BEAUTIFY_FLAG" val="#fgm#"/>
  <p:tag name="KSO_WM_FIGMA_FLAG" val="#fgm#"/>
  <p:tag name="KSO_WM_UNIT_INDEX" val="1"/>
  <p:tag name="KSO_WM_UNIT_TYPE" val="a"/>
  <p:tag name="KSO_WM_LAYOUT_CHECK_HASH" val="0a43cf35cb4ff85a8b4ff38f2cce04612eb8514e"/>
  <p:tag name="KSO_WM_NEWLAYOUT_GROUP_ID" val="layout_2"/>
  <p:tag name="KSO_WM_NEWLAYOUT_ID" val="slide_cce2eb3a906a8f67"/>
</p:tagLst>
</file>

<file path=ppt/tags/tag636.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637.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638.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639.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640.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Lst>
</file>

<file path=ppt/tags/tag641.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642.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643.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644.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645.xml><?xml version="1.0" encoding="utf-8"?>
<p:tagLst xmlns:p="http://schemas.openxmlformats.org/presentationml/2006/main">
  <p:tag name="KSO_WM_BEAUTIFY_FLAG" val="#fgm#"/>
  <p:tag name="KSO_WM_DIAGRAM_GROUP_CODE" val="1"/>
  <p:tag name="KSO_WM_FIGMA_FLAG" val="#fgm#"/>
  <p:tag name="KSO_WM_UNIT_INDEX" val="1_3_1"/>
  <p:tag name="KSO_WM_UNIT_TYPE" val="l_h_d"/>
</p:tagLst>
</file>

<file path=ppt/tags/tag646.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647.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648.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649.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650.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651.xml><?xml version="1.0" encoding="utf-8"?>
<p:tagLst xmlns:p="http://schemas.openxmlformats.org/presentationml/2006/main">
  <p:tag name="KSO_WM_BEAUTIFY_FLAG" val="#fgm#"/>
  <p:tag name="KSO_WM_FIGMA_FLAG" val="#fgm#"/>
  <p:tag name="KSO_WM_UNIT_INDEX" val="1"/>
  <p:tag name="KSO_WM_UNIT_TYPE" val="a"/>
  <p:tag name="KSO_WM_LAYOUT_CHECK_HASH" val="7231cfa7452994bacbbebe7902db1804b287b567"/>
  <p:tag name="KSO_WM_NEWLAYOUT_GROUP_ID" val="layout_62"/>
  <p:tag name="KSO_WM_NEWLAYOUT_ID" val="slide_72ee7055fb184196"/>
</p:tagLst>
</file>

<file path=ppt/tags/tag652.xml><?xml version="1.0" encoding="utf-8"?>
<p:tagLst xmlns:p="http://schemas.openxmlformats.org/presentationml/2006/main">
  <p:tag name="KSO_WM_BEAUTIFY_FLAG" val="#fgm#"/>
  <p:tag name="KSO_WM_FIGMA_FLAG" val="#fgm#"/>
  <p:tag name="KSO_WM_UNIT_INDEX" val="1"/>
  <p:tag name="KSO_WM_UNIT_TYPE" val="d"/>
</p:tagLst>
</file>

<file path=ppt/tags/tag653.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654.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655.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656.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657.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658.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659.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660.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661.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662.xml><?xml version="1.0" encoding="utf-8"?>
<p:tagLst xmlns:p="http://schemas.openxmlformats.org/presentationml/2006/main">
  <p:tag name="KSO_WM_BEAUTIFY_FLAG" val="#fgm#"/>
  <p:tag name="KSO_WM_FIGMA_FLAG" val="#fgm#"/>
  <p:tag name="KSO_WM_UNIT_INDEX" val="1"/>
  <p:tag name="KSO_WM_UNIT_TYPE" val="a"/>
  <p:tag name="KSO_WM_LAYOUT_CHECK_HASH" val="edf50e669d4e047cbd6eb8911b4bbd1bd094c941"/>
  <p:tag name="KSO_WM_NEWLAYOUT_GROUP_ID" val="layout_39"/>
  <p:tag name="KSO_WM_NEWLAYOUT_ID" val="slide_b13232ea6ec1ed68"/>
</p:tagLst>
</file>

<file path=ppt/tags/tag663.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664.xml><?xml version="1.0" encoding="utf-8"?>
<p:tagLst xmlns:p="http://schemas.openxmlformats.org/presentationml/2006/main">
  <p:tag name="KSO_WM_FIGMA_DECORATION_INDEX" val="1"/>
  <p:tag name="$PH_EXT" val="1"/>
  <p:tag name="KSO_WM_BEAUTIFY_FLAG" val="#fgm#"/>
  <p:tag name="KSO_WM_DIAGRAM_GROUP_CODE" val="1"/>
  <p:tag name="KSO_WM_FIGMA_FLAG" val="#fgm#"/>
  <p:tag name="KSO_WM_UNIT_INDEX" val="1_1_1"/>
  <p:tag name="KSO_WM_UNIT_TYPE" val="l_h_x"/>
</p:tagLst>
</file>

<file path=ppt/tags/tag665.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666.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667.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668.xml><?xml version="1.0" encoding="utf-8"?>
<p:tagLst xmlns:p="http://schemas.openxmlformats.org/presentationml/2006/main">
  <p:tag name="KSO_WM_FIGMA_DECORATION_INDEX" val="2"/>
  <p:tag name="$PH_EXT" val="1"/>
  <p:tag name="KSO_WM_BEAUTIFY_FLAG" val="#fgm#"/>
  <p:tag name="KSO_WM_DIAGRAM_GROUP_CODE" val="1"/>
  <p:tag name="KSO_WM_FIGMA_FLAG" val="#fgm#"/>
  <p:tag name="KSO_WM_UNIT_INDEX" val="1_2_1"/>
  <p:tag name="KSO_WM_UNIT_TYPE" val="l_h_x"/>
</p:tagLst>
</file>

<file path=ppt/tags/tag669.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670.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671.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672.xml><?xml version="1.0" encoding="utf-8"?>
<p:tagLst xmlns:p="http://schemas.openxmlformats.org/presentationml/2006/main">
  <p:tag name="KSO_WM_FIGMA_DECORATION_INDEX" val="3"/>
  <p:tag name="$PH_EXT" val="1"/>
  <p:tag name="KSO_WM_BEAUTIFY_FLAG" val="#fgm#"/>
  <p:tag name="KSO_WM_DIAGRAM_GROUP_CODE" val="1"/>
  <p:tag name="KSO_WM_FIGMA_FLAG" val="#fgm#"/>
  <p:tag name="KSO_WM_UNIT_INDEX" val="1_3_1"/>
  <p:tag name="KSO_WM_UNIT_TYPE" val="l_h_x"/>
</p:tagLst>
</file>

<file path=ppt/tags/tag673.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674.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675.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676.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677.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225"/>
  <p:tag name="KSO_WM_TEMPLATE_CATEGORY" val="custom"/>
</p:tagLst>
</file>

<file path=ppt/tags/tag678.xml><?xml version="1.0" encoding="utf-8"?>
<p:tagLst xmlns:p="http://schemas.openxmlformats.org/presentationml/2006/main">
  <p:tag name="KSO_WM_BEAUTIFY_FLAG" val="#fgm#"/>
  <p:tag name="KSO_WM_FIGMA_FLAG" val="#fgm#"/>
  <p:tag name="KSO_WM_UNIT_INDEX" val="1"/>
  <p:tag name="KSO_WM_UNIT_TYPE" val="a"/>
  <p:tag name="KSO_WM_LAYOUT_CHECK_HASH" val="bd3cc923429dfa3902ca255608fba0659fd4a980"/>
  <p:tag name="KSO_WM_NEWLAYOUT_GROUP_ID" val="layout_61"/>
  <p:tag name="KSO_WM_NEWLAYOUT_ID" val="slide_15cb9f4c4c6c7b02"/>
</p:tagLst>
</file>

<file path=ppt/tags/tag679.xml><?xml version="1.0" encoding="utf-8"?>
<p:tagLst xmlns:p="http://schemas.openxmlformats.org/presentationml/2006/main">
  <p:tag name="KSO_WM_BEAUTIFY_FLAG" val="#fgm#"/>
  <p:tag name="KSO_WM_FIGMA_FLAG" val="#fgm#"/>
  <p:tag name="KSO_WM_UNIT_INDEX" val="1"/>
  <p:tag name="KSO_WM_UNIT_TYPE" val="d"/>
</p:tagLst>
</file>

<file path=ppt/tags/tag680.xml><?xml version="1.0" encoding="utf-8"?>
<p:tagLst xmlns:p="http://schemas.openxmlformats.org/presentationml/2006/main">
  <p:tag name="KSO_WM_FIGMA_DECORATION_INDEX" val="17_contentModel"/>
  <p:tag name="$PH_EXT" val="2"/>
  <p:tag name="KSO_WM_BEAUTIFY_FLAG" val="#fgm#"/>
  <p:tag name="KSO_WM_FIGMA_FLAG" val="#fgm#"/>
  <p:tag name="KSO_WM_SYNC_SLIDE_TEXT" val="1"/>
  <p:tag name="KSO_WM_UNIT_INDEX" val="1_1"/>
  <p:tag name="KSO_WM_UNIT_TYPE" val="l_i"/>
</p:tagLst>
</file>

<file path=ppt/tags/tag681.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682.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683.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684.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685.xml><?xml version="1.0" encoding="utf-8"?>
<p:tagLst xmlns:p="http://schemas.openxmlformats.org/presentationml/2006/main">
  <p:tag name="KSO_WM_BEAUTIFY_FLAG" val="#fgm#"/>
  <p:tag name="KSO_WM_FIGMA_FLAG" val="#fgm#"/>
  <p:tag name="KSO_WM_UNIT_INDEX" val="1"/>
  <p:tag name="KSO_WM_UNIT_TYPE" val="a"/>
  <p:tag name="KSO_WM_LAYOUT_CHECK_HASH" val="73294cab0b938e8779dc3fc251e3b160b96f5e9e"/>
  <p:tag name="KSO_WM_NEWLAYOUT_ID" val="slide_d34ee385bdad3e3c"/>
</p:tagLst>
</file>

<file path=ppt/tags/tag686.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1_1"/>
  <p:tag name="KSO_WM_UNIT_TYPE" val="l_h_i"/>
</p:tagLst>
</file>

<file path=ppt/tags/tag687.xml><?xml version="1.0" encoding="utf-8"?>
<p:tagLst xmlns:p="http://schemas.openxmlformats.org/presentationml/2006/main">
  <p:tag name="KSO_WM_FIGMA_DECORATION_INDEX" val="7"/>
  <p:tag name="$PH_EXT" val="1"/>
  <p:tag name="KSO_WM_BEAUTIFY_FLAG" val="#fgm#"/>
  <p:tag name="KSO_WM_DIAGRAM_GROUP_CODE" val="1"/>
  <p:tag name="KSO_WM_FIGMA_FLAG" val="#fgm#"/>
  <p:tag name="KSO_WM_UNIT_INDEX" val="1_1_1"/>
  <p:tag name="KSO_WM_UNIT_TYPE" val="l_h_x"/>
</p:tagLst>
</file>

<file path=ppt/tags/tag688.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689.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690.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1"/>
  <p:tag name="KSO_WM_UNIT_TYPE" val="l_h_i"/>
</p:tagLst>
</file>

<file path=ppt/tags/tag691.xml><?xml version="1.0" encoding="utf-8"?>
<p:tagLst xmlns:p="http://schemas.openxmlformats.org/presentationml/2006/main">
  <p:tag name="KSO_WM_FIGMA_DECORATION_INDEX" val="8"/>
  <p:tag name="$PH_EXT" val="1"/>
  <p:tag name="KSO_WM_BEAUTIFY_FLAG" val="#fgm#"/>
  <p:tag name="KSO_WM_DIAGRAM_GROUP_CODE" val="1"/>
  <p:tag name="KSO_WM_FIGMA_FLAG" val="#fgm#"/>
  <p:tag name="KSO_WM_UNIT_INDEX" val="1_2_1"/>
  <p:tag name="KSO_WM_UNIT_TYPE" val="l_h_x"/>
</p:tagLst>
</file>

<file path=ppt/tags/tag692.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693.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694.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3_1"/>
  <p:tag name="KSO_WM_UNIT_TYPE" val="l_h_i"/>
</p:tagLst>
</file>

<file path=ppt/tags/tag695.xml><?xml version="1.0" encoding="utf-8"?>
<p:tagLst xmlns:p="http://schemas.openxmlformats.org/presentationml/2006/main">
  <p:tag name="KSO_WM_FIGMA_DECORATION_INDEX" val="9"/>
  <p:tag name="$PH_EXT" val="1"/>
  <p:tag name="KSO_WM_BEAUTIFY_FLAG" val="#fgm#"/>
  <p:tag name="KSO_WM_DIAGRAM_GROUP_CODE" val="1"/>
  <p:tag name="KSO_WM_FIGMA_FLAG" val="#fgm#"/>
  <p:tag name="KSO_WM_UNIT_INDEX" val="1_3_1"/>
  <p:tag name="KSO_WM_UNIT_TYPE" val="l_h_x"/>
</p:tagLst>
</file>

<file path=ppt/tags/tag696.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697.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698.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4_1"/>
  <p:tag name="KSO_WM_UNIT_TYPE" val="l_h_i"/>
</p:tagLst>
</file>

<file path=ppt/tags/tag699.xml><?xml version="1.0" encoding="utf-8"?>
<p:tagLst xmlns:p="http://schemas.openxmlformats.org/presentationml/2006/main">
  <p:tag name="KSO_WM_FIGMA_DECORATION_INDEX" val="10"/>
  <p:tag name="$PH_EXT" val="1"/>
  <p:tag name="KSO_WM_BEAUTIFY_FLAG" val="#fgm#"/>
  <p:tag name="KSO_WM_DIAGRAM_GROUP_CODE" val="1"/>
  <p:tag name="KSO_WM_FIGMA_FLAG" val="#fgm#"/>
  <p:tag name="KSO_WM_UNIT_INDEX" val="1_4_1"/>
  <p:tag name="KSO_WM_UNIT_TYPE" val="l_h_x"/>
</p:tagLst>
</file>

<file path=ppt/tags/tag700.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701.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702.xml><?xml version="1.0" encoding="utf-8"?>
<p:tagLst xmlns:p="http://schemas.openxmlformats.org/presentationml/2006/main">
  <p:tag name="KSO_WM_UNIT_TYPE" val="i"/>
  <p:tag name="KSO_WM_UNIT_INDEX" val="1"/>
  <p:tag name="KSO_WM_UNIT_ID" val="_0*i*1"/>
  <p:tag name="KSO_WM_BEAUTIFY_FLAG" val="#wm#"/>
  <p:tag name="KSO_WM_TAG_VERSION" val="3.0"/>
  <p:tag name="KSO_WM_CHIP_GROUPID" val="629425eedb924c3ee3991e4a"/>
  <p:tag name="KSO_WM_CHIP_XID" val="629d66167459d9b06302c41a"/>
  <p:tag name="KSO_WM_UNIT_DEC_AREA_ID" val="5dc649ce6ab8479496742b1523c27474"/>
  <p:tag name="KSO_WM_CHIP_FILLAREA_FILL_RULE" val="{&quot;fill_align&quot;:&quot;ct&quot;,&quot;fill_effect&quot;:[],&quot;fill_mode&quot;:&quot;adaptive&quot;,&quot;sacle_strategy&quot;:&quot;stretch&quot;}"/>
  <p:tag name="KSO_WM_UNIT_DEC_SUPPORTCHANGEPIC" val="0"/>
  <p:tag name="KSO_WM_UNIT_DEC_CHANGEPICRESERVED" val="1"/>
  <p:tag name="KSO_WM_ASSEMBLE_CHIP_INDEX" val="842bf3e3eabc4d4d8d8c91d3fbf29a23"/>
  <p:tag name="KSO_WM_UNIT_HIGHLIGHT" val="0"/>
  <p:tag name="KSO_WM_UNIT_COMPATIBLE" val="0"/>
  <p:tag name="KSO_WM_UNIT_DIAGRAM_ISNUMVISUAL" val="0"/>
  <p:tag name="KSO_WM_UNIT_DIAGRAM_ISREFERUNIT" val="0"/>
  <p:tag name="KSO_WM_UNIT_LAYERLEVEL" val="1"/>
  <p:tag name="KSO_WM_UNIT_ISNUMDGMTITLE" val="0"/>
  <p:tag name="KSO_WM_UNIT_NOCLEAR" val="0"/>
  <p:tag name="KSO_WM_TEMPLATE_INDEX" val="40490346"/>
  <p:tag name="KSO_WM_TEMPLATE_CATEGORY" val="custom"/>
  <p:tag name="MH_OLD_SHAPE_ID" val="9"/>
  <p:tag name="REFSHAPE" val="128"/>
</p:tagLst>
</file>

<file path=ppt/tags/tag703.xml><?xml version="1.0" encoding="utf-8"?>
<p:tagLst xmlns:p="http://schemas.openxmlformats.org/presentationml/2006/main">
  <p:tag name="KSO_WM_UNIT_TYPE" val="i"/>
  <p:tag name="KSO_WM_UNIT_INDEX" val="2"/>
  <p:tag name="KSO_WM_UNIT_ID" val="_0*i*2"/>
  <p:tag name="KSO_WM_BEAUTIFY_FLAG" val="#wm#"/>
  <p:tag name="KSO_WM_TAG_VERSION" val="3.0"/>
  <p:tag name="KSO_WM_CHIP_GROUPID" val="629425eedb924c3ee3991e4a"/>
  <p:tag name="KSO_WM_CHIP_XID" val="629d66167459d9b06302c3d7"/>
  <p:tag name="KSO_WM_UNIT_DECORATE_TOWARD" val="1"/>
  <p:tag name="KSO_WM_UNIT_DEC_AREA_ID" val="21325f0729d74adf87ef9d44f3531815"/>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9732526d8a724ca2863340925a89491b"/>
  <p:tag name="KSO_WM_UNIT_HIGHLIGHT" val="0"/>
  <p:tag name="KSO_WM_UNIT_COMPATIBLE" val="0"/>
  <p:tag name="KSO_WM_UNIT_DIAGRAM_ISNUMVISUAL" val="0"/>
  <p:tag name="KSO_WM_UNIT_DIAGRAM_ISREFERUNIT" val="0"/>
  <p:tag name="KSO_WM_UNIT_LAYERLEVEL" val="1"/>
  <p:tag name="KSO_WM_UNIT_ISNUMDGMTITLE" val="0"/>
  <p:tag name="KSO_WM_UNIT_NOCLEAR" val="0"/>
  <p:tag name="KSO_WM_TEMPLATE_INDEX" val="40490346"/>
  <p:tag name="KSO_WM_TEMPLATE_CATEGORY" val="custom"/>
  <p:tag name="MH_OLD_SHAPE_ID" val="10"/>
  <p:tag name="REFSHAPE" val="129"/>
</p:tagLst>
</file>

<file path=ppt/tags/tag7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40490346"/>
  <p:tag name="MH_OLD_SHAPE_ID" val="2"/>
  <p:tag name="REFSHAPE" val="130"/>
</p:tagLst>
</file>

<file path=ppt/tags/tag7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3.0"/>
  <p:tag name="KSO_WM_BEAUTIFY_FLAG" val="#wm#"/>
  <p:tag name="KSO_WM_UNIT_SUBTYPE" val="a"/>
  <p:tag name="KSO_WM_UNIT_PRESET_TEXT" val="单击此处编辑母版文本样式&#10;第二级&#10;第三级&#10;第四级&#10;第五级"/>
  <p:tag name="KSO_WM_UNIT_NOCLEAR" val="0"/>
  <p:tag name="KSO_WM_UNIT_TYPE" val="f"/>
  <p:tag name="KSO_WM_UNIT_INDEX" val="1"/>
  <p:tag name="KSO_WM_TEMPLATE_CATEGORY" val="custom"/>
  <p:tag name="KSO_WM_TEMPLATE_INDEX" val="40490346"/>
  <p:tag name="KSO_WM_UNIT_ISNUMDGMTITLE" val="0"/>
  <p:tag name="MH_OLD_SHAPE_ID" val="3"/>
  <p:tag name="REFSHAPE" val="131"/>
</p:tagLst>
</file>

<file path=ppt/tags/tag7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 name="KSO_WM_UNIT_ISNUMDGMTITLE" val="0"/>
  <p:tag name="KSO_WM_UNIT_NOCLEAR" val="0"/>
  <p:tag name="KSO_WM_TEMPLATE_INDEX" val="40490346"/>
  <p:tag name="KSO_WM_TEMPLATE_CATEGORY" val="custom"/>
  <p:tag name="MH_OLD_SHAPE_ID" val="4"/>
  <p:tag name="REFSHAPE" val="132"/>
</p:tagLst>
</file>

<file path=ppt/tags/tag7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 name="KSO_WM_UNIT_ISNUMDGMTITLE" val="0"/>
  <p:tag name="KSO_WM_UNIT_NOCLEAR" val="0"/>
  <p:tag name="KSO_WM_TEMPLATE_INDEX" val="40490346"/>
  <p:tag name="KSO_WM_TEMPLATE_CATEGORY" val="custom"/>
  <p:tag name="MH_OLD_SHAPE_ID" val="5"/>
  <p:tag name="REFSHAPE" val="133"/>
</p:tagLst>
</file>

<file path=ppt/tags/tag7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 name="KSO_WM_UNIT_ISNUMDGMTITLE" val="0"/>
  <p:tag name="KSO_WM_UNIT_NOCLEAR" val="0"/>
  <p:tag name="KSO_WM_TEMPLATE_INDEX" val="40490346"/>
  <p:tag name="KSO_WM_TEMPLATE_CATEGORY" val="custom"/>
  <p:tag name="MH_OLD_SHAPE_ID" val="6"/>
  <p:tag name="REFSHAPE" val="134"/>
</p:tagLst>
</file>

<file path=ppt/tags/tag709.xml><?xml version="1.0" encoding="utf-8"?>
<p:tagLst xmlns:p="http://schemas.openxmlformats.org/presentationml/2006/main">
  <p:tag name="KSO_WM_TEMPLATE_SUBCATEGORY" val="29"/>
  <p:tag name="KSO_WM_BEAUTIFY_FLAG" val="#wm#"/>
  <p:tag name="KSO_WM_TEMPLATE_SLIDE_ID" val="slide_d799d37ec7ee1a76"/>
  <p:tag name="KSO_WM_TEMPLATE_THUMBS_INDEX" val="1、9"/>
  <p:tag name="KSO_WM_TEMPLATE_INDEX" val="40490346"/>
  <p:tag name="KSO_WM_TEMPLATE_CATEGORY" val="custom"/>
  <p:tag name="KSO_WM_TEMPLATE_MASTER_TYPE" val="0"/>
  <p:tag name="KSO_WM_TAG_VERSION" val="3.0"/>
  <p:tag name="MH_OLD_SHAPE_ID" val="7"/>
  <p:tag name="REFSHAPE" val="135"/>
</p:tagLst>
</file>

<file path=ppt/tags/tag710.xml><?xml version="1.0" encoding="utf-8"?>
<p:tagLst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3552b3b2ebd6ca12603270fe7ee2ba274f3e7105"/>
  <p:tag name="KSO_WM_NEWLAYOUT_ID" val="454"/>
  <p:tag name="KSO_WM_UNIT_ID" val="custom40490346_1*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90346"/>
  <p:tag name="KSO_WM_TEMPLATE_CATEGORY" val="custom"/>
  <p:tag name="KSO_WM_UNIT_PRESET_TEXT" val="单击此处&#10;添加文档标题"/>
</p:tagLst>
</file>

<file path=ppt/tags/tag711.xml><?xml version="1.0" encoding="utf-8"?>
<p:tagLst xmlns:p="http://schemas.openxmlformats.org/presentationml/2006/main">
  <p:tag name="KSO_WM_BEAUTIFY_FLAG" val="#wm#"/>
  <p:tag name="KSO_WM_FIGMA_FLAG" val="#fgm#"/>
  <p:tag name="KSO_WM_UNIT_INDEX" val="1"/>
  <p:tag name="KSO_WM_UNIT_SUBTYPE" val="c"/>
  <p:tag name="KSO_WM_UNIT_TEXT_TYPE" val="1"/>
  <p:tag name="KSO_WM_UNIT_TYPE" val="f"/>
  <p:tag name="KSO_WM_UNIT_ID" val="custom40490346_1*f*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346"/>
  <p:tag name="KSO_WM_TEMPLATE_CATEGORY" val="custom"/>
  <p:tag name="KSO_WM_UNIT_PRESET_TEXT" val="20XX YEAR"/>
</p:tagLst>
</file>

<file path=ppt/tags/tag712.xml><?xml version="1.0" encoding="utf-8"?>
<p:tagLst xmlns:p="http://schemas.openxmlformats.org/presentationml/2006/main">
  <p:tag name="KSO_WM_BEAUTIFY_FLAG" val="#fgm#"/>
  <p:tag name="KSO_WM_FIGMA_FLAG" val="#fgm#"/>
  <p:tag name="KSO_WM_UNIT_INDEX" val="1"/>
  <p:tag name="KSO_WM_UNIT_TEXT_TYPE" val="1"/>
  <p:tag name="KSO_WM_UNIT_TYPE" val="b"/>
</p:tagLst>
</file>

<file path=ppt/tags/tag713.xml><?xml version="1.0" encoding="utf-8"?>
<p:tagLst xmlns:p="http://schemas.openxmlformats.org/presentationml/2006/main">
  <p:tag name="KSO_WM_BEAUTIFY_FLAG" val="#fgm#"/>
  <p:tag name="KSO_WM_FIGMA_FLAG" val="#fgm#"/>
  <p:tag name="KSO_WM_UNIT_INDEX" val="1"/>
  <p:tag name="KSO_WM_UNIT_TEXT_TYPE" val="1"/>
  <p:tag name="KSO_WM_UNIT_TYPE" val="a"/>
  <p:tag name="KSO_WM_LAYOUT_CHECK_HASH" val="bfa335b4c92249443711589ab1dfd892298f5b80"/>
  <p:tag name="KSO_WM_NEWLAYOUT_GROUP_ID" val="layout_1-5"/>
  <p:tag name="KSO_WM_NEWLAYOUT_ID" val="slide_ba60fb0293b23fda"/>
</p:tagLst>
</file>

<file path=ppt/tags/tag714.xml><?xml version="1.0" encoding="utf-8"?>
<p:tagLst xmlns:p="http://schemas.openxmlformats.org/presentationml/2006/main">
  <p:tag name="KSO_WM_BEAUTIFY_FLAG" val="#fgm#"/>
  <p:tag name="KSO_WM_DIAGRAM_GROUP_CODE" val="1"/>
  <p:tag name="KSO_WM_FIGMA_FLAG" val="#fgm#"/>
  <p:tag name="KSO_WM_UNIT_INDEX" val="1_1_1"/>
  <p:tag name="KSO_WM_UNIT_SUBTYPE" val="d"/>
  <p:tag name="KSO_WM_UNIT_TYPE" val="l_h_i"/>
  <p:tag name="KSO_WM_UNIT_PRESET_TEXT" val="01"/>
  <p:tag name="KSO_WM_SLIDE_FIGMA_DIAGRAM" val="1"/>
</p:tagLst>
</file>

<file path=ppt/tags/tag715.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1_2"/>
  <p:tag name="KSO_WM_UNIT_TYPE" val="l_h_i"/>
  <p:tag name="KSO_WM_UNIT_PRESET_TEXT" val=" "/>
  <p:tag name="KSO_WM_SLIDE_FIGMA_DIAGRAM" val="1"/>
</p:tagLst>
</file>

<file path=ppt/tags/tag716.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 name="KSO_WM_SLIDE_FIGMA_DIAGRAM" val="1"/>
</p:tagLst>
</file>

<file path=ppt/tags/tag717.xml><?xml version="1.0" encoding="utf-8"?>
<p:tagLst xmlns:p="http://schemas.openxmlformats.org/presentationml/2006/main">
  <p:tag name="KSO_WM_BEAUTIFY_FLAG" val="#fgm#"/>
  <p:tag name="KSO_WM_DIAGRAM_GROUP_CODE" val="1"/>
  <p:tag name="KSO_WM_FIGMA_FLAG" val="#fgm#"/>
  <p:tag name="KSO_WM_UNIT_INDEX" val="1_2_1"/>
  <p:tag name="KSO_WM_UNIT_SUBTYPE" val="d"/>
  <p:tag name="KSO_WM_UNIT_TYPE" val="l_h_i"/>
  <p:tag name="KSO_WM_UNIT_PRESET_TEXT" val="02"/>
  <p:tag name="KSO_WM_SLIDE_FIGMA_DIAGRAM" val="1"/>
</p:tagLst>
</file>

<file path=ppt/tags/tag718.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2_2"/>
  <p:tag name="KSO_WM_UNIT_TYPE" val="l_h_i"/>
  <p:tag name="KSO_WM_UNIT_PRESET_TEXT" val=" "/>
  <p:tag name="KSO_WM_SLIDE_FIGMA_DIAGRAM" val="1"/>
</p:tagLst>
</file>

<file path=ppt/tags/tag719.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 name="KSO_WM_SLIDE_FIGMA_DIAGRAM" val="1"/>
</p:tagLst>
</file>

<file path=ppt/tags/tag720.xml><?xml version="1.0" encoding="utf-8"?>
<p:tagLst xmlns:p="http://schemas.openxmlformats.org/presentationml/2006/main">
  <p:tag name="KSO_WM_BEAUTIFY_FLAG" val="#fgm#"/>
  <p:tag name="KSO_WM_DIAGRAM_GROUP_CODE" val="1"/>
  <p:tag name="KSO_WM_FIGMA_FLAG" val="#fgm#"/>
  <p:tag name="KSO_WM_UNIT_INDEX" val="1_3_1"/>
  <p:tag name="KSO_WM_UNIT_SUBTYPE" val="d"/>
  <p:tag name="KSO_WM_UNIT_TYPE" val="l_h_i"/>
  <p:tag name="KSO_WM_UNIT_PRESET_TEXT" val="03"/>
  <p:tag name="KSO_WM_SLIDE_FIGMA_DIAGRAM" val="1"/>
</p:tagLst>
</file>

<file path=ppt/tags/tag721.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3_2"/>
  <p:tag name="KSO_WM_UNIT_TYPE" val="l_h_i"/>
  <p:tag name="KSO_WM_UNIT_PRESET_TEXT" val=" "/>
  <p:tag name="KSO_WM_SLIDE_FIGMA_DIAGRAM" val="1"/>
</p:tagLst>
</file>

<file path=ppt/tags/tag722.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 name="KSO_WM_SLIDE_FIGMA_DIAGRAM" val="1"/>
</p:tagLst>
</file>

<file path=ppt/tags/tag723.xml><?xml version="1.0" encoding="utf-8"?>
<p:tagLst xmlns:p="http://schemas.openxmlformats.org/presentationml/2006/main">
  <p:tag name="KSO_WM_BEAUTIFY_FLAG" val="#fgm#"/>
  <p:tag name="KSO_WM_DIAGRAM_GROUP_CODE" val="1"/>
  <p:tag name="KSO_WM_FIGMA_FLAG" val="#fgm#"/>
  <p:tag name="KSO_WM_UNIT_INDEX" val="1_4_1"/>
  <p:tag name="KSO_WM_UNIT_SUBTYPE" val="d"/>
  <p:tag name="KSO_WM_UNIT_TYPE" val="l_h_i"/>
  <p:tag name="KSO_WM_UNIT_PRESET_TEXT" val="04"/>
  <p:tag name="KSO_WM_SLIDE_FIGMA_DIAGRAM" val="1"/>
</p:tagLst>
</file>

<file path=ppt/tags/tag724.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4_2"/>
  <p:tag name="KSO_WM_UNIT_TYPE" val="l_h_i"/>
  <p:tag name="KSO_WM_UNIT_PRESET_TEXT" val=" "/>
  <p:tag name="KSO_WM_SLIDE_FIGMA_DIAGRAM" val="1"/>
</p:tagLst>
</file>

<file path=ppt/tags/tag725.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 name="KSO_WM_UNIT_PRESET_TEXT" val="单击此处添加项标题"/>
  <p:tag name="KSO_WM_SLIDE_FIGMA_DIAGRAM" val="1"/>
</p:tagLst>
</file>

<file path=ppt/tags/tag726.xml><?xml version="1.0" encoding="utf-8"?>
<p:tagLst xmlns:p="http://schemas.openxmlformats.org/presentationml/2006/main">
  <p:tag name="KSO_WM_BEAUTIFY_FLAG" val="#fgm#"/>
  <p:tag name="KSO_WM_DIAGRAM_GROUP_CODE" val="1"/>
  <p:tag name="KSO_WM_FIGMA_FLAG" val="#fgm#"/>
  <p:tag name="KSO_WM_UNIT_INDEX" val="1_5_1"/>
  <p:tag name="KSO_WM_UNIT_SUBTYPE" val="d"/>
  <p:tag name="KSO_WM_UNIT_TYPE" val="l_h_i"/>
  <p:tag name="KSO_WM_UNIT_PRESET_TEXT" val="05"/>
  <p:tag name="KSO_WM_SLIDE_FIGMA_DIAGRAM" val="1"/>
</p:tagLst>
</file>

<file path=ppt/tags/tag727.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5_2"/>
  <p:tag name="KSO_WM_UNIT_TYPE" val="l_h_i"/>
  <p:tag name="KSO_WM_UNIT_PRESET_TEXT" val=" "/>
  <p:tag name="KSO_WM_SLIDE_FIGMA_DIAGRAM" val="1"/>
</p:tagLst>
</file>

<file path=ppt/tags/tag728.xml><?xml version="1.0" encoding="utf-8"?>
<p:tagLst xmlns:p="http://schemas.openxmlformats.org/presentationml/2006/main">
  <p:tag name="KSO_WM_BEAUTIFY_FLAG" val="#fgm#"/>
  <p:tag name="KSO_WM_DIAGRAM_GROUP_CODE" val="1"/>
  <p:tag name="KSO_WM_FIGMA_FLAG" val="#fgm#"/>
  <p:tag name="KSO_WM_UNIT_INDEX" val="1_5_1"/>
  <p:tag name="KSO_WM_UNIT_TYPE" val="l_h_a"/>
  <p:tag name="KSO_WM_UNIT_PRESET_TEXT" val="单击此处添加项标题"/>
  <p:tag name="KSO_WM_SLIDE_FIGMA_DIAGRAM" val="1"/>
</p:tagLst>
</file>

<file path=ppt/tags/tag729.xml><?xml version="1.0" encoding="utf-8"?>
<p:tagLst xmlns:p="http://schemas.openxmlformats.org/presentationml/2006/main">
  <p:tag name="KSO_WM_BEAUTIFY_FLAG" val="#fgm#"/>
  <p:tag name="KSO_WM_DIAGRAM_GROUP_CODE" val="1"/>
  <p:tag name="KSO_WM_FIGMA_FLAG" val="#fgm#"/>
  <p:tag name="KSO_WM_UNIT_INDEX" val="1_6_1"/>
  <p:tag name="KSO_WM_UNIT_SUBTYPE" val="d"/>
  <p:tag name="KSO_WM_UNIT_TYPE" val="l_h_i"/>
  <p:tag name="KSO_WM_UNIT_PRESET_TEXT" val="06"/>
  <p:tag name="KSO_WM_SLIDE_FIGMA_DIAGRAM" val="1"/>
</p:tagLst>
</file>

<file path=ppt/tags/tag730.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6_2"/>
  <p:tag name="KSO_WM_UNIT_TYPE" val="l_h_i"/>
  <p:tag name="KSO_WM_UNIT_PRESET_TEXT" val=" "/>
  <p:tag name="KSO_WM_SLIDE_FIGMA_DIAGRAM" val="1"/>
</p:tagLst>
</file>

<file path=ppt/tags/tag731.xml><?xml version="1.0" encoding="utf-8"?>
<p:tagLst xmlns:p="http://schemas.openxmlformats.org/presentationml/2006/main">
  <p:tag name="KSO_WM_BEAUTIFY_FLAG" val="#fgm#"/>
  <p:tag name="KSO_WM_DIAGRAM_GROUP_CODE" val="1"/>
  <p:tag name="KSO_WM_FIGMA_FLAG" val="#fgm#"/>
  <p:tag name="KSO_WM_UNIT_INDEX" val="1_6_1"/>
  <p:tag name="KSO_WM_UNIT_TYPE" val="l_h_a"/>
  <p:tag name="KSO_WM_UNIT_PRESET_TEXT" val="单击此处添加项标题"/>
  <p:tag name="KSO_WM_SLIDE_FIGMA_DIAGRAM" val="1"/>
</p:tagLst>
</file>

<file path=ppt/tags/tag732.xml><?xml version="1.0" encoding="utf-8"?>
<p:tagLst xmlns:p="http://schemas.openxmlformats.org/presentationml/2006/main">
  <p:tag name="KSO_WM_SLIDE_CONTENT_ORIENTATION" val=""/>
  <p:tag name="KSO_WM_SLIDE_HAS_MASK" val="0"/>
  <p:tag name="KSO_WM_SLIDE_ITEM_CNT" val="6"/>
  <p:tag name="KSO_WM_SLIDE_TYPE" val="contents"/>
  <p:tag name="KSO_WM_TEMPLATE_SUBCATEGORY" val="29"/>
  <p:tag name="KSO_WM_BEAUTIFY_FLAG" val="#wm#"/>
  <p:tag name="KSO_WM_TEMPLATE_FIGMA_ID" val="69796625312"/>
  <p:tag name="KSO_WM_TEMPLATE_SLIDE_ID" val="slide_ba60fb0293b23fda"/>
</p:tagLst>
</file>

<file path=ppt/tags/tag733.xml><?xml version="1.0" encoding="utf-8"?>
<p:tagLst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1ac28e06584069192f823f07bae76ffaa0c488ca"/>
  <p:tag name="KSO_WM_NEWLAYOUT_ID" val="462"/>
  <p:tag name="KSO_WM_UNIT_ID" val="custom40490346_7*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90346"/>
  <p:tag name="KSO_WM_TEMPLATE_CATEGORY" val="custom"/>
  <p:tag name="KSO_WM_UNIT_PRESET_TEXT" val="单击此处添加章节标题"/>
</p:tagLst>
</file>

<file path=ppt/tags/tag734.xml><?xml version="1.0" encoding="utf-8"?>
<p:tagLst xmlns:p="http://schemas.openxmlformats.org/presentationml/2006/main">
  <p:tag name="KSO_WM_UNIT_HIGHLIGHT" val="0"/>
  <p:tag name="KSO_WM_BEAUTIFY_FLAG" val="#wm#"/>
  <p:tag name="KSO_WM_FIGMA_FLAG" val="#fgm#"/>
  <p:tag name="KSO_WM_UNIT_INDEX" val="1"/>
  <p:tag name="KSO_WM_UNIT_TYPE" val="e"/>
  <p:tag name="KSO_WM_UNIT_ID" val="custom40490346_7*e*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90346"/>
  <p:tag name="KSO_WM_TEMPLATE_CATEGORY" val="custom"/>
  <p:tag name="KSO_WM_UNIT_PRESET_TEXT" val="01"/>
</p:tagLst>
</file>

<file path=ppt/tags/tag735.xml><?xml version="1.0" encoding="utf-8"?>
<p:tagLst xmlns:p="http://schemas.openxmlformats.org/presentationml/2006/main">
  <p:tag name="KSO_WM_BEAUTIFY_FLAG" val="#fgm#"/>
  <p:tag name="KSO_WM_FIGMA_FLAG" val="#fgm#"/>
  <p:tag name="KSO_WM_UNIT_INDEX" val="1"/>
  <p:tag name="KSO_WM_UNIT_TYPE" val="a"/>
  <p:tag name="KSO_WM_LAYOUT_CHECK_HASH" val="20b53e5e6b84795624e0e69f4189709c97d1212b"/>
  <p:tag name="KSO_WM_NEWLAYOUT_GROUP_ID" val="layout_10007"/>
  <p:tag name="KSO_WM_NEWLAYOUT_ID" val="slide_8c237816ea06e635"/>
  <p:tag name="KSO_WM_UNIT_PRESET_TEXT" val="单击此处添加标题"/>
</p:tagLst>
</file>

<file path=ppt/tags/tag736.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737.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738.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739.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25312"/>
  <p:tag name="KSO_WM_TEMPLATE_SLIDE_ID" val="slide_8c237816ea06e635"/>
</p:tagLst>
</file>

<file path=ppt/tags/tag740.xml><?xml version="1.0" encoding="utf-8"?>
<p:tagLst xmlns:p="http://schemas.openxmlformats.org/presentationml/2006/main">
  <p:tag name="KSO_WM_BEAUTIFY_FLAG" val="#fgm#"/>
  <p:tag name="KSO_WM_FIGMA_FLAG" val="#fgm#"/>
  <p:tag name="KSO_WM_UNIT_INDEX" val="1"/>
  <p:tag name="KSO_WM_UNIT_TYPE" val="a"/>
  <p:tag name="KSO_WM_LAYOUT_CHECK_HASH" val="5934855bfc41535f642737d719035264f6b07cc0"/>
  <p:tag name="KSO_WM_NEWLAYOUT_GROUP_ID" val="layout_35"/>
  <p:tag name="KSO_WM_NEWLAYOUT_ID" val="slide_ab402f9b2c729b91"/>
  <p:tag name="KSO_WM_UNIT_PRESET_TEXT" val="单击此处添加标题"/>
</p:tagLst>
</file>

<file path=ppt/tags/tag741.xml><?xml version="1.0" encoding="utf-8"?>
<p:tagLst xmlns:p="http://schemas.openxmlformats.org/presentationml/2006/main">
  <p:tag name="KSO_WM_BEAUTIFY_FLAG" val="#fgm#"/>
  <p:tag name="KSO_WM_DIAGRAM_GROUP_CODE" val="1"/>
  <p:tag name="KSO_WM_FIGMA_FLAG" val="#fgm#"/>
  <p:tag name="KSO_WM_UNIT_INDEX" val="1_1_2"/>
  <p:tag name="KSO_WM_UNIT_SUBTYPE" val="d"/>
  <p:tag name="KSO_WM_UNIT_TYPE" val="l_h_i"/>
  <p:tag name="KSO_WM_UNIT_PRESET_TEXT" val="01"/>
</p:tagLst>
</file>

<file path=ppt/tags/tag742.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743.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744.xml><?xml version="1.0" encoding="utf-8"?>
<p:tagLst xmlns:p="http://schemas.openxmlformats.org/presentationml/2006/main">
  <p:tag name="KSO_WM_BEAUTIFY_FLAG" val="#fgm#"/>
  <p:tag name="KSO_WM_DIAGRAM_GROUP_CODE" val="1"/>
  <p:tag name="KSO_WM_FIGMA_FLAG" val="#fgm#"/>
  <p:tag name="KSO_WM_UNIT_INDEX" val="1_2_2"/>
  <p:tag name="KSO_WM_UNIT_SUBTYPE" val="d"/>
  <p:tag name="KSO_WM_UNIT_TYPE" val="l_h_i"/>
  <p:tag name="KSO_WM_UNIT_PRESET_TEXT" val="02"/>
</p:tagLst>
</file>

<file path=ppt/tags/tag745.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746.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747.xml><?xml version="1.0" encoding="utf-8"?>
<p:tagLst xmlns:p="http://schemas.openxmlformats.org/presentationml/2006/main">
  <p:tag name="KSO_WM_BEAUTIFY_FLAG" val="#fgm#"/>
  <p:tag name="KSO_WM_DIAGRAM_GROUP_CODE" val="1"/>
  <p:tag name="KSO_WM_FIGMA_FLAG" val="#fgm#"/>
  <p:tag name="KSO_WM_UNIT_INDEX" val="1_3_2"/>
  <p:tag name="KSO_WM_UNIT_SUBTYPE" val="d"/>
  <p:tag name="KSO_WM_UNIT_TYPE" val="l_h_i"/>
  <p:tag name="KSO_WM_UNIT_PRESET_TEXT" val="03"/>
</p:tagLst>
</file>

<file path=ppt/tags/tag748.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749.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750.xml><?xml version="1.0" encoding="utf-8"?>
<p:tagLst xmlns:p="http://schemas.openxmlformats.org/presentationml/2006/main">
  <p:tag name="KSO_WM_BEAUTIFY_FLAG" val="#fgm#"/>
  <p:tag name="KSO_WM_DIAGRAM_GROUP_CODE" val="1"/>
  <p:tag name="KSO_WM_FIGMA_FLAG" val="#fgm#"/>
  <p:tag name="KSO_WM_UNIT_INDEX" val="1_4_2"/>
  <p:tag name="KSO_WM_UNIT_SUBTYPE" val="d"/>
  <p:tag name="KSO_WM_UNIT_TYPE" val="l_h_i"/>
  <p:tag name="KSO_WM_UNIT_PRESET_TEXT" val="04"/>
</p:tagLst>
</file>

<file path=ppt/tags/tag751.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 name="KSO_WM_UNIT_PRESET_TEXT" val="单击此处添加项标题"/>
</p:tagLst>
</file>

<file path=ppt/tags/tag752.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 name="KSO_WM_UNIT_PRESET_TEXT" val="单击此处添加项正文"/>
</p:tagLst>
</file>

<file path=ppt/tags/tag753.xml><?xml version="1.0" encoding="utf-8"?>
<p:tagLst xmlns:p="http://schemas.openxmlformats.org/presentationml/2006/main">
  <p:tag name="KSO_WM_SLIDE_CONTENT_ORIENTATION" val=""/>
  <p:tag name="KSO_WM_SLIDE_HAS_MASK" val="0"/>
  <p:tag name="KSO_WM_SLIDE_ITEM_CNT" val="4"/>
  <p:tag name="KSO_WM_SLIDE_TYPE" val="text"/>
  <p:tag name="KSO_WM_TEMPLATE_SUBCATEGORY" val="29"/>
  <p:tag name="KSO_WM_BEAUTIFY_FLAG" val="#wm#"/>
  <p:tag name="KSO_WM_TEMPLATE_FIGMA_ID" val="0"/>
  <p:tag name="KSO_WM_TEMPLATE_SLIDE_ID" val="slide_ab402f9b2c729b91"/>
</p:tagLst>
</file>

<file path=ppt/tags/tag754.xml><?xml version="1.0" encoding="utf-8"?>
<p:tagLst xmlns:p="http://schemas.openxmlformats.org/presentationml/2006/main">
  <p:tag name="KSO_WM_BEAUTIFY_FLAG" val="#fgm#"/>
  <p:tag name="KSO_WM_FIGMA_FLAG" val="#fgm#"/>
  <p:tag name="KSO_WM_UNIT_INDEX" val="1"/>
  <p:tag name="KSO_WM_UNIT_TYPE" val="a"/>
  <p:tag name="KSO_WM_LAYOUT_CHECK_HASH" val="ad4312e78c5a6f2f92026dfac6918e5605ac4ac4"/>
  <p:tag name="KSO_WM_NEWLAYOUT_ID" val="slide_d51b045cef9e3a8f"/>
</p:tagLst>
</file>

<file path=ppt/tags/tag755.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756.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757.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758.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759.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760.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761.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762.xml><?xml version="1.0" encoding="utf-8"?>
<p:tagLst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1ac28e06584069192f823f07bae76ffaa0c488ca"/>
  <p:tag name="KSO_WM_NEWLAYOUT_ID" val="462"/>
  <p:tag name="KSO_WM_UNIT_ID" val="custom40490346_7*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90346"/>
  <p:tag name="KSO_WM_TEMPLATE_CATEGORY" val="custom"/>
  <p:tag name="KSO_WM_UNIT_PRESET_TEXT" val="单击此处添加章节标题"/>
</p:tagLst>
</file>

<file path=ppt/tags/tag763.xml><?xml version="1.0" encoding="utf-8"?>
<p:tagLst xmlns:p="http://schemas.openxmlformats.org/presentationml/2006/main">
  <p:tag name="KSO_WM_UNIT_HIGHLIGHT" val="0"/>
  <p:tag name="KSO_WM_BEAUTIFY_FLAG" val="#wm#"/>
  <p:tag name="KSO_WM_FIGMA_FLAG" val="#fgm#"/>
  <p:tag name="KSO_WM_UNIT_INDEX" val="1"/>
  <p:tag name="KSO_WM_UNIT_TYPE" val="e"/>
  <p:tag name="KSO_WM_UNIT_ID" val="custom40490346_7*e*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90346"/>
  <p:tag name="KSO_WM_TEMPLATE_CATEGORY" val="custom"/>
  <p:tag name="KSO_WM_UNIT_PRESET_TEXT" val="01"/>
</p:tagLst>
</file>

<file path=ppt/tags/tag764.xml><?xml version="1.0" encoding="utf-8"?>
<p:tagLst xmlns:p="http://schemas.openxmlformats.org/presentationml/2006/main">
  <p:tag name="KSO_WM_BEAUTIFY_FLAG" val="#fgm#"/>
  <p:tag name="KSO_WM_FIGMA_FLAG" val="#fgm#"/>
  <p:tag name="KSO_WM_UNIT_INDEX" val="1"/>
  <p:tag name="KSO_WM_UNIT_TYPE" val="a"/>
  <p:tag name="KSO_WM_LAYOUT_CHECK_HASH" val="60e21463a80a76a3322898ddadfceffd6088df1d"/>
  <p:tag name="KSO_WM_NEWLAYOUT_GROUP_ID" val="layout_38"/>
  <p:tag name="KSO_WM_NEWLAYOUT_ID" val="slide_01e591ca011aebc2"/>
  <p:tag name="KSO_WM_UNIT_PRESET_TEXT" val="单击此处添加标题"/>
</p:tagLst>
</file>

<file path=ppt/tags/tag765.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 name="KSO_WM_UNIT_PRESET_TEXT" val=" "/>
</p:tagLst>
</file>

<file path=ppt/tags/tag766.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 name="KSO_WM_UNIT_PRESET_TEXT" val=" "/>
</p:tagLst>
</file>

<file path=ppt/tags/tag767.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 name="KSO_WM_UNIT_PRESET_TEXT" val=" "/>
</p:tagLst>
</file>

<file path=ppt/tags/tag768.xml><?xml version="1.0" encoding="utf-8"?>
<p:tagLst xmlns:p="http://schemas.openxmlformats.org/presentationml/2006/main">
  <p:tag name="KSO_WM_BEAUTIFY_FLAG" val="#fgm#"/>
  <p:tag name="KSO_WM_FIGMA_FLAG" val="#fgm#"/>
  <p:tag name="KSO_WM_UNIT_INDEX" val="1"/>
  <p:tag name="KSO_WM_UNIT_TYPE" val="a"/>
  <p:tag name="KSO_WM_LAYOUT_CHECK_HASH" val="5ca601047f99f28394a91d8f94262308fe431393"/>
  <p:tag name="KSO_WM_NEWLAYOUT_GROUP_ID" val="layout_26"/>
  <p:tag name="KSO_WM_NEWLAYOUT_ID" val="slide_6e765ebf722d3c8d"/>
  <p:tag name="KSO_WM_UNIT_PRESET_TEXT" val="单击此处添加标题"/>
</p:tagLst>
</file>

<file path=ppt/tags/tag769.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 name="KSO_WM_UNIT_PRESET_TEXT" val=" "/>
</p:tagLst>
</file>

<file path=ppt/tags/tag770.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771.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772.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773.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774.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775.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776.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777.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778.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25312"/>
  <p:tag name="KSO_WM_TEMPLATE_SLIDE_ID" val="slide_6e765ebf722d3c8d"/>
</p:tagLst>
</file>

<file path=ppt/tags/tag779.xml><?xml version="1.0" encoding="utf-8"?>
<p:tagLst xmlns:p="http://schemas.openxmlformats.org/presentationml/2006/main">
  <p:tag name="KSO_WM_BEAUTIFY_FLAG" val="#fgm#"/>
  <p:tag name="KSO_WM_FIGMA_FLAG" val="#fgm#"/>
  <p:tag name="KSO_WM_UNIT_INDEX" val="1"/>
  <p:tag name="KSO_WM_UNIT_TYPE" val="a"/>
  <p:tag name="KSO_WM_LAYOUT_CHECK_HASH" val="73294cab0b938e8779dc3fc251e3b160b96f5e9e"/>
  <p:tag name="KSO_WM_NEWLAYOUT_ID" val="slide_d34ee385bdad3e3c"/>
</p:tagLst>
</file>

<file path=ppt/tags/tag780.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781.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782.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783.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784.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785.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786.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787.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788.xml><?xml version="1.0" encoding="utf-8"?>
<p:tagLst xmlns:p="http://schemas.openxmlformats.org/presentationml/2006/main">
  <p:tag name="KSO_WM_SLIDE_CONTENT_ORIENTATION" val=""/>
  <p:tag name="KSO_WM_SLIDE_HAS_MASK" val="0"/>
  <p:tag name="KSO_WM_SLIDE_ITEM_CNT" val="4"/>
  <p:tag name="KSO_WM_SLIDE_TYPE" val="text"/>
  <p:tag name="KSO_WM_TEMPLATE_SUBCATEGORY" val="29"/>
  <p:tag name="KSO_WM_BEAUTIFY_FLAG" val="#wm#"/>
  <p:tag name="KSO_WM_TEMPLATE_FIGMA_ID" val="69796625312"/>
  <p:tag name="KSO_WM_TEMPLATE_SLIDE_ID" val="slide_d34ee385bdad3e3c"/>
</p:tagLst>
</file>

<file path=ppt/tags/tag789.xml><?xml version="1.0" encoding="utf-8"?>
<p:tagLst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1ac28e06584069192f823f07bae76ffaa0c488ca"/>
  <p:tag name="KSO_WM_NEWLAYOUT_ID" val="462"/>
  <p:tag name="KSO_WM_UNIT_ID" val="custom40490346_7*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90346"/>
  <p:tag name="KSO_WM_TEMPLATE_CATEGORY" val="custom"/>
  <p:tag name="KSO_WM_UNIT_PRESET_TEXT" val="单击此处添加章节标题"/>
</p:tagLst>
</file>

<file path=ppt/tags/tag790.xml><?xml version="1.0" encoding="utf-8"?>
<p:tagLst xmlns:p="http://schemas.openxmlformats.org/presentationml/2006/main">
  <p:tag name="KSO_WM_UNIT_HIGHLIGHT" val="0"/>
  <p:tag name="KSO_WM_BEAUTIFY_FLAG" val="#wm#"/>
  <p:tag name="KSO_WM_FIGMA_FLAG" val="#fgm#"/>
  <p:tag name="KSO_WM_UNIT_INDEX" val="1"/>
  <p:tag name="KSO_WM_UNIT_TYPE" val="e"/>
  <p:tag name="KSO_WM_UNIT_ID" val="custom40490346_7*e*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90346"/>
  <p:tag name="KSO_WM_TEMPLATE_CATEGORY" val="custom"/>
  <p:tag name="KSO_WM_UNIT_PRESET_TEXT" val="01"/>
</p:tagLst>
</file>

<file path=ppt/tags/tag791.xml><?xml version="1.0" encoding="utf-8"?>
<p:tagLst xmlns:p="http://schemas.openxmlformats.org/presentationml/2006/main">
  <p:tag name="KSO_WM_BEAUTIFY_FLAG" val="#fgm#"/>
  <p:tag name="KSO_WM_FIGMA_FLAG" val="#fgm#"/>
  <p:tag name="KSO_WM_UNIT_INDEX" val="1"/>
  <p:tag name="KSO_WM_UNIT_TYPE" val="a"/>
  <p:tag name="KSO_WM_LAYOUT_CHECK_HASH" val="a2f78b4ef019c2f22536368573d3b8f17c340a42"/>
  <p:tag name="KSO_WM_NEWLAYOUT_GROUP_ID" val="layout_51"/>
  <p:tag name="KSO_WM_NEWLAYOUT_ID" val="slide_852d700e72c68e5e"/>
  <p:tag name="KSO_WM_UNIT_PRESET_TEXT" val="单击此处添加标题"/>
</p:tagLst>
</file>

<file path=ppt/tags/tag792.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793.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794.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795.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796.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797.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798.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 name="KSO_WM_UNIT_PRESET_TEXT" val=" "/>
</p:tagLst>
</file>

<file path=ppt/tags/tag799.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800.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801.xml><?xml version="1.0" encoding="utf-8"?>
<p:tagLst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25312"/>
  <p:tag name="KSO_WM_TEMPLATE_SLIDE_ID" val="slide_852d700e72c68e5e"/>
</p:tagLst>
</file>

<file path=ppt/tags/tag802.xml><?xml version="1.0" encoding="utf-8"?>
<p:tagLst xmlns:p="http://schemas.openxmlformats.org/presentationml/2006/main">
  <p:tag name="KSO_WM_BEAUTIFY_FLAG" val="#fgm#"/>
  <p:tag name="KSO_WM_FIGMA_FLAG" val="#fgm#"/>
  <p:tag name="KSO_WM_UNIT_INDEX" val="1"/>
  <p:tag name="KSO_WM_UNIT_TYPE" val="a"/>
  <p:tag name="KSO_WM_LAYOUT_CHECK_HASH" val="d9274277db23f93aee5ab84bc3b1fb62a7a9cfda"/>
  <p:tag name="KSO_WM_NEWLAYOUT_GROUP_ID" val="layout_30"/>
  <p:tag name="KSO_WM_NEWLAYOUT_ID" val="slide_25b27406bff22407"/>
  <p:tag name="KSO_WM_UNIT_PRESET_TEXT" val="单击此处添加标题"/>
</p:tagLst>
</file>

<file path=ppt/tags/tag803.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25312"/>
  <p:tag name="KSO_WM_TEMPLATE_SLIDE_ID" val="slide_25b27406bff22407"/>
</p:tagLst>
</file>

<file path=ppt/tags/tag804.xml><?xml version="1.0" encoding="utf-8"?>
<p:tagLst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1ac28e06584069192f823f07bae76ffaa0c488ca"/>
  <p:tag name="KSO_WM_NEWLAYOUT_ID" val="462"/>
  <p:tag name="KSO_WM_UNIT_ID" val="custom40490346_7*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90346"/>
  <p:tag name="KSO_WM_TEMPLATE_CATEGORY" val="custom"/>
  <p:tag name="KSO_WM_UNIT_PRESET_TEXT" val="单击此处添加章节标题"/>
</p:tagLst>
</file>

<file path=ppt/tags/tag805.xml><?xml version="1.0" encoding="utf-8"?>
<p:tagLst xmlns:p="http://schemas.openxmlformats.org/presentationml/2006/main">
  <p:tag name="KSO_WM_UNIT_HIGHLIGHT" val="0"/>
  <p:tag name="KSO_WM_BEAUTIFY_FLAG" val="#wm#"/>
  <p:tag name="KSO_WM_FIGMA_FLAG" val="#fgm#"/>
  <p:tag name="KSO_WM_UNIT_INDEX" val="1"/>
  <p:tag name="KSO_WM_UNIT_TYPE" val="e"/>
  <p:tag name="KSO_WM_UNIT_ID" val="custom40490346_7*e*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90346"/>
  <p:tag name="KSO_WM_TEMPLATE_CATEGORY" val="custom"/>
  <p:tag name="KSO_WM_UNIT_PRESET_TEXT" val="01"/>
</p:tagLst>
</file>

<file path=ppt/tags/tag806.xml><?xml version="1.0" encoding="utf-8"?>
<p:tagLst xmlns:p="http://schemas.openxmlformats.org/presentationml/2006/main">
  <p:tag name="KSO_WM_BEAUTIFY_FLAG" val="#fgm#"/>
  <p:tag name="KSO_WM_FIGMA_FLAG" val="#fgm#"/>
  <p:tag name="KSO_WM_UNIT_INDEX" val="1"/>
  <p:tag name="KSO_WM_UNIT_TYPE" val="a"/>
  <p:tag name="KSO_WM_LAYOUT_CHECK_HASH" val="046c62bcd3a036628bd6c75ce70bcb6a1141cedb"/>
  <p:tag name="KSO_WM_NEWLAYOUT_GROUP_ID" val="layout_49"/>
  <p:tag name="KSO_WM_NEWLAYOUT_ID" val="slide_c2bbdeee6f9d8775"/>
  <p:tag name="KSO_WM_UNIT_PRESET_TEXT" val="单击此处添加标题"/>
</p:tagLst>
</file>

<file path=ppt/tags/tag807.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808.xml><?xml version="1.0" encoding="utf-8"?>
<p:tagLst xmlns:p="http://schemas.openxmlformats.org/presentationml/2006/main">
  <p:tag name="KSO_WM_BEAUTIFY_FLAG" val="#fgm#"/>
  <p:tag name="KSO_WM_DIAGRAM_GROUP_CODE" val="1"/>
  <p:tag name="KSO_WM_FIGMA_FLAG" val="#fgm#"/>
  <p:tag name="KSO_WM_UNIT_INDEX" val="1_1_2"/>
  <p:tag name="KSO_WM_UNIT_SUBTYPE" val="d"/>
  <p:tag name="KSO_WM_UNIT_TYPE" val="l_h_i"/>
  <p:tag name="KSO_WM_UNIT_PRESET_TEXT" val="01"/>
</p:tagLst>
</file>

<file path=ppt/tags/tag809.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810.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811.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812.xml><?xml version="1.0" encoding="utf-8"?>
<p:tagLst xmlns:p="http://schemas.openxmlformats.org/presentationml/2006/main">
  <p:tag name="KSO_WM_BEAUTIFY_FLAG" val="#fgm#"/>
  <p:tag name="KSO_WM_DIAGRAM_GROUP_CODE" val="1"/>
  <p:tag name="KSO_WM_FIGMA_FLAG" val="#fgm#"/>
  <p:tag name="KSO_WM_UNIT_INDEX" val="1_2_2"/>
  <p:tag name="KSO_WM_UNIT_SUBTYPE" val="d"/>
  <p:tag name="KSO_WM_UNIT_TYPE" val="l_h_i"/>
  <p:tag name="KSO_WM_UNIT_PRESET_TEXT" val="02"/>
</p:tagLst>
</file>

<file path=ppt/tags/tag813.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814.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815.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3_1"/>
  <p:tag name="KSO_WM_UNIT_TYPE" val="l_h_i"/>
  <p:tag name="KSO_WM_UNIT_PRESET_TEXT" val=" "/>
</p:tagLst>
</file>

<file path=ppt/tags/tag816.xml><?xml version="1.0" encoding="utf-8"?>
<p:tagLst xmlns:p="http://schemas.openxmlformats.org/presentationml/2006/main">
  <p:tag name="KSO_WM_BEAUTIFY_FLAG" val="#fgm#"/>
  <p:tag name="KSO_WM_DIAGRAM_GROUP_CODE" val="1"/>
  <p:tag name="KSO_WM_FIGMA_FLAG" val="#fgm#"/>
  <p:tag name="KSO_WM_UNIT_INDEX" val="1_3_2"/>
  <p:tag name="KSO_WM_UNIT_SUBTYPE" val="d"/>
  <p:tag name="KSO_WM_UNIT_TYPE" val="l_h_i"/>
  <p:tag name="KSO_WM_UNIT_PRESET_TEXT" val="03"/>
</p:tagLst>
</file>

<file path=ppt/tags/tag817.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818.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819.xml><?xml version="1.0" encoding="utf-8"?>
<p:tagLst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25312"/>
  <p:tag name="KSO_WM_TEMPLATE_SLIDE_ID" val="slide_c2bbdeee6f9d8775"/>
</p:tagLst>
</file>

<file path=ppt/tags/tag820.xml><?xml version="1.0" encoding="utf-8"?>
<p:tagLst xmlns:p="http://schemas.openxmlformats.org/presentationml/2006/main">
  <p:tag name="KSO_WM_BEAUTIFY_FLAG" val="#fgm#"/>
  <p:tag name="KSO_WM_FIGMA_FLAG" val="#fgm#"/>
  <p:tag name="KSO_WM_UNIT_INDEX" val="1"/>
  <p:tag name="KSO_WM_UNIT_TYPE" val="a"/>
  <p:tag name="KSO_WM_LAYOUT_CHECK_HASH" val="af6f35d4a4d8c28a99fe5f0f1585af6c019eb96d"/>
  <p:tag name="KSO_WM_NEWLAYOUT_GROUP_ID" val="layout_10013"/>
  <p:tag name="KSO_WM_NEWLAYOUT_ID" val="slide_ee1db31ff1c30694"/>
  <p:tag name="KSO_WM_UNIT_PRESET_TEXT" val="单击此处添加标题"/>
</p:tagLst>
</file>

<file path=ppt/tags/tag821.xml><?xml version="1.0" encoding="utf-8"?>
<p:tagLst xmlns:p="http://schemas.openxmlformats.org/presentationml/2006/main">
  <p:tag name="KSO_WM_SLIDE_CONTENT_ORIENTATION" val=""/>
  <p:tag name="KSO_WM_SLIDE_HAS_MASK" val="0"/>
  <p:tag name="KSO_WM_SLIDE_ITEM_CNT" val="4"/>
  <p:tag name="KSO_WM_SLIDE_TYPE" val="text"/>
  <p:tag name="KSO_WM_TEMPLATE_SUBCATEGORY" val="29"/>
  <p:tag name="KSO_WM_BEAUTIFY_FLAG" val="#wm#"/>
  <p:tag name="KSO_WM_TEMPLATE_FIGMA_ID" val="69796625312"/>
  <p:tag name="KSO_WM_TEMPLATE_SLIDE_ID" val="slide_ee1db31ff1c30694"/>
</p:tagLst>
</file>

<file path=ppt/tags/tag822.xml><?xml version="1.0" encoding="utf-8"?>
<p:tagLst xmlns:p="http://schemas.openxmlformats.org/presentationml/2006/main">
  <p:tag name="KSO_WM_BEAUTIFY_FLAG" val="#fgm#"/>
  <p:tag name="KSO_WM_FIGMA_FLAG" val="#fgm#"/>
  <p:tag name="KSO_WM_UNIT_INDEX" val="1"/>
  <p:tag name="KSO_WM_UNIT_TYPE" val="a"/>
  <p:tag name="KSO_WM_LAYOUT_CHECK_HASH" val="af6f35d4a4d8c28a99fe5f0f1585af6c019eb96d"/>
  <p:tag name="KSO_WM_NEWLAYOUT_GROUP_ID" val="layout_10013"/>
  <p:tag name="KSO_WM_NEWLAYOUT_ID" val="slide_ee1db31ff1c30694"/>
</p:tagLst>
</file>

<file path=ppt/tags/tag823.xml><?xml version="1.0" encoding="utf-8"?>
<p:tagLst xmlns:p="http://schemas.openxmlformats.org/presentationml/2006/main">
  <p:tag name="KSO_WM_BEAUTIFY_FLAG" val="#fgm#"/>
  <p:tag name="KSO_WM_FIGMA_FLAG" val="#fgm#"/>
  <p:tag name="KSO_WM_UNIT_INDEX" val="1"/>
  <p:tag name="KSO_WM_UNIT_TYPE" val="a"/>
  <p:tag name="KSO_WM_LAYOUT_CHECK_HASH" val="dcf5bc6a8b9a68230fb26180e31883b41bb84609"/>
  <p:tag name="KSO_WM_NEWLAYOUT_GROUP_ID" val="layout_48"/>
  <p:tag name="KSO_WM_NEWLAYOUT_ID" val="slide_5641565affb8564a"/>
  <p:tag name="KSO_WM_UNIT_PRESET_TEXT" val="单击此处添加标题"/>
</p:tagLst>
</file>

<file path=ppt/tags/tag824.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25312"/>
  <p:tag name="KSO_WM_TEMPLATE_SLIDE_ID" val="slide_5641565affb8564a"/>
</p:tagLst>
</file>

<file path=ppt/tags/tag825.xml><?xml version="1.0" encoding="utf-8"?>
<p:tagLst xmlns:p="http://schemas.openxmlformats.org/presentationml/2006/main">
  <p:tag name="MH_OLD_SHAPE_ID" val="2"/>
  <p:tag name="REFSHAPE" val="146"/>
</p:tagLst>
</file>

<file path=ppt/tags/tag826.xml><?xml version="1.0" encoding="utf-8"?>
<p:tagLst xmlns:p="http://schemas.openxmlformats.org/presentationml/2006/main">
  <p:tag name="MH_OLD_SHAPE_ID" val="3"/>
  <p:tag name="REFSHAPE" val="147"/>
</p:tagLst>
</file>

<file path=ppt/tags/tag827.xml><?xml version="1.0" encoding="utf-8"?>
<p:tagLst xmlns:p="http://schemas.openxmlformats.org/presentationml/2006/main">
  <p:tag name="MH_OLD_SHAPE_ID" val="4"/>
  <p:tag name="REFSHAPE" val="148"/>
</p:tagLst>
</file>

<file path=ppt/tags/tag828.xml><?xml version="1.0" encoding="utf-8"?>
<p:tagLst xmlns:p="http://schemas.openxmlformats.org/presentationml/2006/main">
  <p:tag name="KSO_WM_BEAUTIFY_FLAG" val="#fgm#"/>
  <p:tag name="KSO_WM_FIGMA_FLAG" val="#fgm#"/>
  <p:tag name="KSO_WM_UNIT_INDEX" val="1"/>
  <p:tag name="KSO_WM_UNIT_TYPE" val="a"/>
  <p:tag name="KSO_WM_LAYOUT_CHECK_HASH" val="3675dc1bb6771ae3adf3187a8b22e0b104cb905a"/>
  <p:tag name="KSO_WM_NEWLAYOUT_GROUP_ID" val="layout_10004"/>
  <p:tag name="KSO_WM_NEWLAYOUT_ID" val="slide_f218b3514126d89d"/>
  <p:tag name="KSO_WM_UNIT_PRESET_TEXT" val="单击此处添加标题"/>
</p:tagLst>
</file>

<file path=ppt/tags/tag829.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 name="KSO_WM_UNIT_PRESET_TEXT" val=" "/>
</p:tagLst>
</file>

<file path=ppt/tags/tag830.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项标题"/>
</p:tagLst>
</file>

<file path=ppt/tags/tag831.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832.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 name="KSO_WM_UNIT_PRESET_TEXT" val=" "/>
</p:tagLst>
</file>

<file path=ppt/tags/tag833.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项标题"/>
</p:tagLst>
</file>

<file path=ppt/tags/tag834.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835.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 name="KSO_WM_UNIT_PRESET_TEXT" val=" "/>
</p:tagLst>
</file>

<file path=ppt/tags/tag836.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项标题"/>
</p:tagLst>
</file>

<file path=ppt/tags/tag837.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838.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4_1"/>
  <p:tag name="KSO_WM_UNIT_TYPE" val="l_h_i"/>
  <p:tag name="KSO_WM_UNIT_PRESET_TEXT" val=" "/>
</p:tagLst>
</file>

<file path=ppt/tags/tag839.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 name="KSO_WM_UNIT_PRESET_TEXT" val="项标题"/>
</p:tagLst>
</file>

<file path=ppt/tags/tag840.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 name="KSO_WM_UNIT_PRESET_TEXT" val="单击此处添加项正文"/>
</p:tagLst>
</file>

<file path=ppt/tags/tag841.xml><?xml version="1.0" encoding="utf-8"?>
<p:tagLst xmlns:p="http://schemas.openxmlformats.org/presentationml/2006/main">
  <p:tag name="KSO_WM_SLIDE_CONTENT_ORIENTATION" val=""/>
  <p:tag name="KSO_WM_SLIDE_HAS_MASK" val="0"/>
  <p:tag name="KSO_WM_SLIDE_ITEM_CNT" val="4"/>
  <p:tag name="KSO_WM_SLIDE_TYPE" val="text"/>
  <p:tag name="KSO_WM_TEMPLATE_SUBCATEGORY" val="29"/>
  <p:tag name="KSO_WM_BEAUTIFY_FLAG" val="#wm#"/>
  <p:tag name="KSO_WM_TEMPLATE_FIGMA_ID" val="69796625312"/>
  <p:tag name="KSO_WM_TEMPLATE_SLIDE_ID" val="slide_f218b3514126d89d"/>
</p:tagLst>
</file>

<file path=ppt/tags/tag842.xml><?xml version="1.0" encoding="utf-8"?>
<p:tagLst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1ac28e06584069192f823f07bae76ffaa0c488ca"/>
  <p:tag name="KSO_WM_NEWLAYOUT_ID" val="462"/>
  <p:tag name="KSO_WM_UNIT_ID" val="custom40490346_7*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90346"/>
  <p:tag name="KSO_WM_TEMPLATE_CATEGORY" val="custom"/>
  <p:tag name="KSO_WM_UNIT_PRESET_TEXT" val="单击此处添加章节标题"/>
</p:tagLst>
</file>

<file path=ppt/tags/tag843.xml><?xml version="1.0" encoding="utf-8"?>
<p:tagLst xmlns:p="http://schemas.openxmlformats.org/presentationml/2006/main">
  <p:tag name="KSO_WM_UNIT_HIGHLIGHT" val="0"/>
  <p:tag name="KSO_WM_BEAUTIFY_FLAG" val="#wm#"/>
  <p:tag name="KSO_WM_FIGMA_FLAG" val="#fgm#"/>
  <p:tag name="KSO_WM_UNIT_INDEX" val="1"/>
  <p:tag name="KSO_WM_UNIT_TYPE" val="e"/>
  <p:tag name="KSO_WM_UNIT_ID" val="custom40490346_7*e*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90346"/>
  <p:tag name="KSO_WM_TEMPLATE_CATEGORY" val="custom"/>
  <p:tag name="KSO_WM_UNIT_PRESET_TEXT" val="01"/>
</p:tagLst>
</file>

<file path=ppt/tags/tag844.xml><?xml version="1.0" encoding="utf-8"?>
<p:tagLst xmlns:p="http://schemas.openxmlformats.org/presentationml/2006/main">
  <p:tag name="KSO_WM_BEAUTIFY_FLAG" val="#fgm#"/>
  <p:tag name="KSO_WM_FIGMA_FLAG" val="#fgm#"/>
  <p:tag name="KSO_WM_UNIT_INDEX" val="1"/>
  <p:tag name="KSO_WM_UNIT_TYPE" val="a"/>
  <p:tag name="KSO_WM_LAYOUT_CHECK_HASH" val="0a43cf35cb4ff85a8b4ff38f2cce04612eb8514e"/>
  <p:tag name="KSO_WM_NEWLAYOUT_GROUP_ID" val="layout_2"/>
  <p:tag name="KSO_WM_NEWLAYOUT_ID" val="slide_cce2eb3a906a8f67"/>
  <p:tag name="KSO_WM_UNIT_PRESET_TEXT" val="单击此处添加标题"/>
</p:tagLst>
</file>

<file path=ppt/tags/tag845.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 name="KSO_WM_UNIT_PRESET_TEXT" val=" "/>
</p:tagLst>
</file>

<file path=ppt/tags/tag846.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项标题"/>
</p:tagLst>
</file>

<file path=ppt/tags/tag847.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848.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849.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项标题"/>
</p:tagLst>
</file>

<file path=ppt/tags/tag850.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851.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 name="KSO_WM_UNIT_PRESET_TEXT" val=" "/>
</p:tagLst>
</file>

<file path=ppt/tags/tag852.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项标题"/>
</p:tagLst>
</file>

<file path=ppt/tags/tag853.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854.xml><?xml version="1.0" encoding="utf-8"?>
<p:tagLst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25312"/>
  <p:tag name="KSO_WM_TEMPLATE_SLIDE_ID" val="slide_cce2eb3a906a8f67"/>
</p:tagLst>
</file>

<file path=ppt/tags/tag855.xml><?xml version="1.0" encoding="utf-8"?>
<p:tagLst xmlns:p="http://schemas.openxmlformats.org/presentationml/2006/main">
  <p:tag name="KSO_WM_BEAUTIFY_FLAG" val="#fgm#"/>
  <p:tag name="KSO_WM_FIGMA_FLAG" val="#fgm#"/>
  <p:tag name="KSO_WM_UNIT_INDEX" val="1"/>
  <p:tag name="KSO_WM_UNIT_TYPE" val="a"/>
  <p:tag name="KSO_WM_LAYOUT_CHECK_HASH" val="0a43cf35cb4ff85a8b4ff38f2cce04612eb8514e"/>
  <p:tag name="KSO_WM_NEWLAYOUT_GROUP_ID" val="layout_2"/>
  <p:tag name="KSO_WM_NEWLAYOUT_ID" val="slide_cce2eb3a906a8f67"/>
</p:tagLst>
</file>

<file path=ppt/tags/tag856.xml><?xml version="1.0" encoding="utf-8"?>
<p:tagLst xmlns:p="http://schemas.openxmlformats.org/presentationml/2006/main">
  <p:tag name="KSO_WM_BEAUTIFY_FLAG" val="#fgm#"/>
  <p:tag name="KSO_WM_FIGMA_FLAG" val="#fgm#"/>
  <p:tag name="KSO_WM_UNIT_INDEX" val="1"/>
  <p:tag name="KSO_WM_UNIT_TYPE" val="a"/>
  <p:tag name="KSO_WM_LAYOUT_CHECK_HASH" val="7231cfa7452994bacbbebe7902db1804b287b567"/>
  <p:tag name="KSO_WM_NEWLAYOUT_GROUP_ID" val="layout_62"/>
  <p:tag name="KSO_WM_NEWLAYOUT_ID" val="slide_72ee7055fb184196"/>
  <p:tag name="KSO_WM_UNIT_PRESET_TEXT" val="单击此处添加标题"/>
</p:tagLst>
</file>

<file path=ppt/tags/tag857.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858.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项标题"/>
</p:tagLst>
</file>

<file path=ppt/tags/tag859.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860.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861.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项标题"/>
</p:tagLst>
</file>

<file path=ppt/tags/tag862.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863.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864.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项标题"/>
</p:tagLst>
</file>

<file path=ppt/tags/tag865.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866.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项标题"/>
</p:tagLst>
</file>

<file path=ppt/tags/tag867.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项标题"/>
</p:tagLst>
</file>

<file path=ppt/tags/tag868.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25312"/>
  <p:tag name="KSO_WM_TEMPLATE_SLIDE_ID" val="slide_72ee7055fb184196"/>
</p:tagLst>
</file>

<file path=ppt/tags/tag869.xml><?xml version="1.0" encoding="utf-8"?>
<p:tagLst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1ac28e06584069192f823f07bae76ffaa0c488ca"/>
  <p:tag name="KSO_WM_NEWLAYOUT_ID" val="462"/>
  <p:tag name="KSO_WM_UNIT_ID" val="custom40490346_7*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90346"/>
  <p:tag name="KSO_WM_TEMPLATE_CATEGORY" val="custom"/>
  <p:tag name="KSO_WM_UNIT_PRESET_TEXT" val="单击此处添加章节标题"/>
</p:tagLst>
</file>

<file path=ppt/tags/tag870.xml><?xml version="1.0" encoding="utf-8"?>
<p:tagLst xmlns:p="http://schemas.openxmlformats.org/presentationml/2006/main">
  <p:tag name="KSO_WM_UNIT_HIGHLIGHT" val="0"/>
  <p:tag name="KSO_WM_BEAUTIFY_FLAG" val="#wm#"/>
  <p:tag name="KSO_WM_FIGMA_FLAG" val="#fgm#"/>
  <p:tag name="KSO_WM_UNIT_INDEX" val="1"/>
  <p:tag name="KSO_WM_UNIT_TYPE" val="e"/>
  <p:tag name="KSO_WM_UNIT_ID" val="custom40490346_7*e*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90346"/>
  <p:tag name="KSO_WM_TEMPLATE_CATEGORY" val="custom"/>
  <p:tag name="KSO_WM_UNIT_PRESET_TEXT" val="01"/>
</p:tagLst>
</file>

<file path=ppt/tags/tag871.xml><?xml version="1.0" encoding="utf-8"?>
<p:tagLst xmlns:p="http://schemas.openxmlformats.org/presentationml/2006/main">
  <p:tag name="KSO_WM_BEAUTIFY_FLAG" val="#fgm#"/>
  <p:tag name="KSO_WM_FIGMA_FLAG" val="#fgm#"/>
  <p:tag name="KSO_WM_UNIT_INDEX" val="1"/>
  <p:tag name="KSO_WM_UNIT_TYPE" val="a"/>
  <p:tag name="KSO_WM_LAYOUT_CHECK_HASH" val="edf50e669d4e047cbd6eb8911b4bbd1bd094c941"/>
  <p:tag name="KSO_WM_NEWLAYOUT_GROUP_ID" val="layout_39"/>
  <p:tag name="KSO_WM_NEWLAYOUT_ID" val="slide_b13232ea6ec1ed68"/>
  <p:tag name="KSO_WM_UNIT_PRESET_TEXT" val="单击此处添加标题"/>
</p:tagLst>
</file>

<file path=ppt/tags/tag872.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 name="KSO_WM_UNIT_PRESET_TEXT" val=" "/>
</p:tagLst>
</file>

<file path=ppt/tags/tag873.xml><?xml version="1.0" encoding="utf-8"?>
<p:tagLst xmlns:p="http://schemas.openxmlformats.org/presentationml/2006/main">
  <p:tag name="KSO_WM_FIGMA_DECORATION_INDEX" val="1"/>
  <p:tag name="$PH_EXT" val="1"/>
  <p:tag name="KSO_WM_BEAUTIFY_FLAG" val="#fgm#"/>
  <p:tag name="KSO_WM_DIAGRAM_GROUP_CODE" val="1"/>
  <p:tag name="KSO_WM_FIGMA_FLAG" val="#fgm#"/>
  <p:tag name="KSO_WM_UNIT_INDEX" val="1_1_1"/>
  <p:tag name="KSO_WM_UNIT_TYPE" val="l_h_x"/>
</p:tagLst>
</file>

<file path=ppt/tags/tag874.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项标题"/>
</p:tagLst>
</file>

<file path=ppt/tags/tag875.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876.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 name="KSO_WM_UNIT_PRESET_TEXT" val=" "/>
</p:tagLst>
</file>

<file path=ppt/tags/tag877.xml><?xml version="1.0" encoding="utf-8"?>
<p:tagLst xmlns:p="http://schemas.openxmlformats.org/presentationml/2006/main">
  <p:tag name="KSO_WM_FIGMA_DECORATION_INDEX" val="2"/>
  <p:tag name="$PH_EXT" val="1"/>
  <p:tag name="KSO_WM_BEAUTIFY_FLAG" val="#fgm#"/>
  <p:tag name="KSO_WM_DIAGRAM_GROUP_CODE" val="1"/>
  <p:tag name="KSO_WM_FIGMA_FLAG" val="#fgm#"/>
  <p:tag name="KSO_WM_UNIT_INDEX" val="1_2_1"/>
  <p:tag name="KSO_WM_UNIT_TYPE" val="l_h_x"/>
</p:tagLst>
</file>

<file path=ppt/tags/tag878.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项标题"/>
</p:tagLst>
</file>

<file path=ppt/tags/tag879.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880.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 name="KSO_WM_UNIT_PRESET_TEXT" val=" "/>
</p:tagLst>
</file>

<file path=ppt/tags/tag881.xml><?xml version="1.0" encoding="utf-8"?>
<p:tagLst xmlns:p="http://schemas.openxmlformats.org/presentationml/2006/main">
  <p:tag name="KSO_WM_FIGMA_DECORATION_INDEX" val="3"/>
  <p:tag name="$PH_EXT" val="1"/>
  <p:tag name="KSO_WM_BEAUTIFY_FLAG" val="#fgm#"/>
  <p:tag name="KSO_WM_DIAGRAM_GROUP_CODE" val="1"/>
  <p:tag name="KSO_WM_FIGMA_FLAG" val="#fgm#"/>
  <p:tag name="KSO_WM_UNIT_INDEX" val="1_3_1"/>
  <p:tag name="KSO_WM_UNIT_TYPE" val="l_h_x"/>
</p:tagLst>
</file>

<file path=ppt/tags/tag882.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项标题"/>
</p:tagLst>
</file>

<file path=ppt/tags/tag883.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884.xml><?xml version="1.0" encoding="utf-8"?>
<p:tagLst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25312"/>
  <p:tag name="KSO_WM_TEMPLATE_SLIDE_ID" val="slide_b13232ea6ec1ed68"/>
</p:tagLst>
</file>

<file path=ppt/tags/tag885.xml><?xml version="1.0" encoding="utf-8"?>
<p:tagLst xmlns:p="http://schemas.openxmlformats.org/presentationml/2006/main">
  <p:tag name="KSO_WM_BEAUTIFY_FLAG" val="#fgm#"/>
  <p:tag name="KSO_WM_FIGMA_FLAG" val="#fgm#"/>
  <p:tag name="KSO_WM_UNIT_INDEX" val="1"/>
  <p:tag name="KSO_WM_UNIT_TYPE" val="a"/>
  <p:tag name="KSO_WM_LAYOUT_CHECK_HASH" val="edf50e669d4e047cbd6eb8911b4bbd1bd094c941"/>
  <p:tag name="KSO_WM_NEWLAYOUT_GROUP_ID" val="layout_39"/>
  <p:tag name="KSO_WM_NEWLAYOUT_ID" val="slide_b13232ea6ec1ed68"/>
</p:tagLst>
</file>

<file path=ppt/tags/tag886.xml><?xml version="1.0" encoding="utf-8"?>
<p:tagLst xmlns:p="http://schemas.openxmlformats.org/presentationml/2006/main">
  <p:tag name="KSO_WM_BEAUTIFY_FLAG" val="#fgm#"/>
  <p:tag name="KSO_WM_FIGMA_FLAG" val="#fgm#"/>
  <p:tag name="KSO_WM_UNIT_INDEX" val="1"/>
  <p:tag name="KSO_WM_UNIT_TYPE" val="a"/>
  <p:tag name="KSO_WM_LAYOUT_CHECK_HASH" val="edf50e669d4e047cbd6eb8911b4bbd1bd094c941"/>
  <p:tag name="KSO_WM_NEWLAYOUT_GROUP_ID" val="layout_39"/>
  <p:tag name="KSO_WM_NEWLAYOUT_ID" val="slide_b13232ea6ec1ed68"/>
</p:tagLst>
</file>

<file path=ppt/tags/tag887.xml><?xml version="1.0" encoding="utf-8"?>
<p:tagLst xmlns:p="http://schemas.openxmlformats.org/presentationml/2006/main">
  <p:tag name="MH_OLD_SHAPE_ID" val="2"/>
  <p:tag name="REFSHAPE" val="101"/>
</p:tagLst>
</file>

<file path=ppt/tags/tag888.xml><?xml version="1.0" encoding="utf-8"?>
<p:tagLst xmlns:p="http://schemas.openxmlformats.org/presentationml/2006/main">
  <p:tag name="MH_OLD_SHAPE_ID" val="3"/>
  <p:tag name="REFSHAPE" val="102"/>
</p:tagLst>
</file>

<file path=ppt/tags/tag889.xml><?xml version="1.0" encoding="utf-8"?>
<p:tagLst xmlns:p="http://schemas.openxmlformats.org/presentationml/2006/main">
  <p:tag name="MH_OLD_SHAPE_ID" val="4"/>
  <p:tag name="REFSHAPE" val="103"/>
</p:tagLst>
</file>

<file path=ppt/tags/tag890.xml><?xml version="1.0" encoding="utf-8"?>
<p:tagLst xmlns:p="http://schemas.openxmlformats.org/presentationml/2006/main">
  <p:tag name="MH_OLD_SHAPE_ID" val="5"/>
  <p:tag name="REFSHAPE" val="104"/>
</p:tagLst>
</file>

<file path=ppt/tags/tag891.xml><?xml version="1.0" encoding="utf-8"?>
<p:tagLst xmlns:p="http://schemas.openxmlformats.org/presentationml/2006/main">
  <p:tag name="MH_OLD_SHAPE_ID" val="6"/>
  <p:tag name="REFSHAPE" val="105"/>
</p:tagLst>
</file>

<file path=ppt/tags/tag892.xml><?xml version="1.0" encoding="utf-8"?>
<p:tagLst xmlns:p="http://schemas.openxmlformats.org/presentationml/2006/main">
  <p:tag name="MH_OLD_SHAPE_ID" val="7"/>
  <p:tag name="REFSHAPE" val="106"/>
</p:tagLst>
</file>

<file path=ppt/tags/tag893.xml><?xml version="1.0" encoding="utf-8"?>
<p:tagLst xmlns:p="http://schemas.openxmlformats.org/presentationml/2006/main">
  <p:tag name="MH_OLD_SHAPE_ID" val="9"/>
  <p:tag name="REFSHAPE" val="108"/>
</p:tagLst>
</file>

<file path=ppt/tags/tag894.xml><?xml version="1.0" encoding="utf-8"?>
<p:tagLst xmlns:p="http://schemas.openxmlformats.org/presentationml/2006/main">
  <p:tag name="MH_OLD_SHAPE_ID" val="10"/>
  <p:tag name="REFSHAPE" val="109"/>
</p:tagLst>
</file>

<file path=ppt/tags/tag895.xml><?xml version="1.0" encoding="utf-8"?>
<p:tagLst xmlns:p="http://schemas.openxmlformats.org/presentationml/2006/main">
  <p:tag name="MH_OLD_SHAPE_ID" val="11"/>
  <p:tag name="REFSHAPE" val="110"/>
</p:tagLst>
</file>

<file path=ppt/tags/tag896.xml><?xml version="1.0" encoding="utf-8"?>
<p:tagLst xmlns:p="http://schemas.openxmlformats.org/presentationml/2006/main">
  <p:tag name="MH_OLD_SHAPE_ID" val="12"/>
  <p:tag name="REFSHAPE" val="111"/>
</p:tagLst>
</file>

<file path=ppt/tags/tag897.xml><?xml version="1.0" encoding="utf-8"?>
<p:tagLst xmlns:p="http://schemas.openxmlformats.org/presentationml/2006/main">
  <p:tag name="MH_OLD_SHAPE_ID" val="13"/>
  <p:tag name="REFSHAPE" val="112"/>
</p:tagLst>
</file>

<file path=ppt/tags/tag898.xml><?xml version="1.0" encoding="utf-8"?>
<p:tagLst xmlns:p="http://schemas.openxmlformats.org/presentationml/2006/main">
  <p:tag name="MH_OLD_SHAPE_ID" val="14"/>
  <p:tag name="REFSHAPE" val="113"/>
</p:tagLst>
</file>

<file path=ppt/tags/tag899.xml><?xml version="1.0" encoding="utf-8"?>
<p:tagLst xmlns:p="http://schemas.openxmlformats.org/presentationml/2006/main">
  <p:tag name="MH_OLD_SHAPE_ID" val="15"/>
  <p:tag name="REFSHAPE" val="114"/>
</p:tagLst>
</file>

<file path=ppt/tags/tag900.xml><?xml version="1.0" encoding="utf-8"?>
<p:tagLst xmlns:p="http://schemas.openxmlformats.org/presentationml/2006/main">
  <p:tag name="MH_OLD_SHAPE_ID" val="16"/>
  <p:tag name="REFSHAPE" val="115"/>
</p:tagLst>
</file>

<file path=ppt/tags/tag901.xml><?xml version="1.0" encoding="utf-8"?>
<p:tagLst xmlns:p="http://schemas.openxmlformats.org/presentationml/2006/main">
  <p:tag name="MH_OLD_SHAPE_ID" val="17"/>
  <p:tag name="REFSHAPE" val="116"/>
</p:tagLst>
</file>

<file path=ppt/tags/tag902.xml><?xml version="1.0" encoding="utf-8"?>
<p:tagLst xmlns:p="http://schemas.openxmlformats.org/presentationml/2006/main">
  <p:tag name="MH_OLD_SHAPE_ID" val="18"/>
  <p:tag name="REFSHAPE" val="117"/>
</p:tagLst>
</file>

<file path=ppt/tags/tag903.xml><?xml version="1.0" encoding="utf-8"?>
<p:tagLst xmlns:p="http://schemas.openxmlformats.org/presentationml/2006/main">
  <p:tag name="MH_OLD_SHAPE_ID" val="19"/>
  <p:tag name="REFSHAPE" val="118"/>
</p:tagLst>
</file>

<file path=ppt/tags/tag904.xml><?xml version="1.0" encoding="utf-8"?>
<p:tagLst xmlns:p="http://schemas.openxmlformats.org/presentationml/2006/main">
  <p:tag name="MH_OLD_SHAPE_ID" val="20"/>
  <p:tag name="REFSHAPE" val="119"/>
</p:tagLst>
</file>

<file path=ppt/tags/tag905.xml><?xml version="1.0" encoding="utf-8"?>
<p:tagLst xmlns:p="http://schemas.openxmlformats.org/presentationml/2006/main">
  <p:tag name="MH_OLD_SHAPE_ID" val="21"/>
  <p:tag name="REFSHAPE" val="120"/>
</p:tagLst>
</file>

<file path=ppt/tags/tag906.xml><?xml version="1.0" encoding="utf-8"?>
<p:tagLst xmlns:p="http://schemas.openxmlformats.org/presentationml/2006/main">
  <p:tag name="MH_OLD_SHAPE_ID" val="22"/>
  <p:tag name="REFSHAPE" val="121"/>
</p:tagLst>
</file>

<file path=ppt/tags/tag907.xml><?xml version="1.0" encoding="utf-8"?>
<p:tagLst xmlns:p="http://schemas.openxmlformats.org/presentationml/2006/main">
  <p:tag name="MH_OLD_SHAPE_ID" val="23"/>
  <p:tag name="REFSHAPE" val="122"/>
</p:tagLst>
</file>

<file path=ppt/tags/tag908.xml><?xml version="1.0" encoding="utf-8"?>
<p:tagLst xmlns:p="http://schemas.openxmlformats.org/presentationml/2006/main">
  <p:tag name="MH_OLD_SHAPE_ID" val="24"/>
  <p:tag name="REFSHAPE" val="123"/>
</p:tagLst>
</file>

<file path=ppt/tags/tag909.xml><?xml version="1.0" encoding="utf-8"?>
<p:tagLst xmlns:p="http://schemas.openxmlformats.org/presentationml/2006/main">
  <p:tag name="MH_OLD_SHAPE_ID" val="2"/>
  <p:tag name="REFSHAPE" val="124"/>
</p:tagLst>
</file>

<file path=ppt/tags/tag910.xml><?xml version="1.0" encoding="utf-8"?>
<p:tagLst xmlns:p="http://schemas.openxmlformats.org/presentationml/2006/main">
  <p:tag name="MH_OLD_SHAPE_ID" val="3"/>
  <p:tag name="REFSHAPE" val="125"/>
</p:tagLst>
</file>

<file path=ppt/tags/tag911.xml><?xml version="1.0" encoding="utf-8"?>
<p:tagLst xmlns:p="http://schemas.openxmlformats.org/presentationml/2006/main">
  <p:tag name="MH_OLD_SHAPE_ID" val="4"/>
  <p:tag name="REFSHAPE" val="126"/>
</p:tagLst>
</file>

<file path=ppt/tags/tag912.xml><?xml version="1.0" encoding="utf-8"?>
<p:tagLst xmlns:p="http://schemas.openxmlformats.org/presentationml/2006/main">
  <p:tag name="MH_OLD_SHAPE_ID" val="3"/>
  <p:tag name="REFSHAPE" val="101"/>
</p:tagLst>
</file>

<file path=ppt/tags/tag913.xml><?xml version="1.0" encoding="utf-8"?>
<p:tagLst xmlns:p="http://schemas.openxmlformats.org/presentationml/2006/main">
  <p:tag name="MH_OLD_SHAPE_ID" val="4"/>
  <p:tag name="REFSHAPE" val="102"/>
</p:tagLst>
</file>

<file path=ppt/tags/tag914.xml><?xml version="1.0" encoding="utf-8"?>
<p:tagLst xmlns:p="http://schemas.openxmlformats.org/presentationml/2006/main">
  <p:tag name="MH_OLD_SHAPE_ID" val="5"/>
  <p:tag name="REFSHAPE" val="103"/>
</p:tagLst>
</file>

<file path=ppt/tags/tag915.xml><?xml version="1.0" encoding="utf-8"?>
<p:tagLst xmlns:p="http://schemas.openxmlformats.org/presentationml/2006/main">
  <p:tag name="MH_OLD_SHAPE_ID" val="6"/>
  <p:tag name="REFSHAPE" val="104"/>
</p:tagLst>
</file>

<file path=ppt/tags/tag916.xml><?xml version="1.0" encoding="utf-8"?>
<p:tagLst xmlns:p="http://schemas.openxmlformats.org/presentationml/2006/main">
  <p:tag name="MH_OLD_SHAPE_ID" val="7"/>
  <p:tag name="REFSHAPE" val="105"/>
</p:tagLst>
</file>

<file path=ppt/tags/tag917.xml><?xml version="1.0" encoding="utf-8"?>
<p:tagLst xmlns:p="http://schemas.openxmlformats.org/presentationml/2006/main">
  <p:tag name="MH_OLD_SHAPE_ID" val="9"/>
  <p:tag name="REFSHAPE" val="107"/>
</p:tagLst>
</file>

<file path=ppt/tags/tag918.xml><?xml version="1.0" encoding="utf-8"?>
<p:tagLst xmlns:p="http://schemas.openxmlformats.org/presentationml/2006/main">
  <p:tag name="MH_OLD_SHAPE_ID" val="10"/>
  <p:tag name="REFSHAPE" val="108"/>
</p:tagLst>
</file>

<file path=ppt/tags/tag919.xml><?xml version="1.0" encoding="utf-8"?>
<p:tagLst xmlns:p="http://schemas.openxmlformats.org/presentationml/2006/main">
  <p:tag name="MH_OLD_SHAPE_ID" val="11"/>
  <p:tag name="REFSHAPE" val="109"/>
</p:tagLst>
</file>

<file path=ppt/tags/tag920.xml><?xml version="1.0" encoding="utf-8"?>
<p:tagLst xmlns:p="http://schemas.openxmlformats.org/presentationml/2006/main">
  <p:tag name="MH_OLD_SHAPE_ID" val="12"/>
  <p:tag name="REFSHAPE" val="110"/>
</p:tagLst>
</file>

<file path=ppt/tags/tag921.xml><?xml version="1.0" encoding="utf-8"?>
<p:tagLst xmlns:p="http://schemas.openxmlformats.org/presentationml/2006/main">
  <p:tag name="MH_OLD_SHAPE_ID" val="13"/>
  <p:tag name="REFSHAPE" val="111"/>
</p:tagLst>
</file>

<file path=ppt/tags/tag922.xml><?xml version="1.0" encoding="utf-8"?>
<p:tagLst xmlns:p="http://schemas.openxmlformats.org/presentationml/2006/main">
  <p:tag name="MH_OLD_SHAPE_ID" val="14"/>
  <p:tag name="REFSHAPE" val="112"/>
</p:tagLst>
</file>

<file path=ppt/tags/tag923.xml><?xml version="1.0" encoding="utf-8"?>
<p:tagLst xmlns:p="http://schemas.openxmlformats.org/presentationml/2006/main">
  <p:tag name="MH_OLD_SHAPE_ID" val="15"/>
  <p:tag name="REFSHAPE" val="113"/>
</p:tagLst>
</file>

<file path=ppt/tags/tag924.xml><?xml version="1.0" encoding="utf-8"?>
<p:tagLst xmlns:p="http://schemas.openxmlformats.org/presentationml/2006/main">
  <p:tag name="MH_OLD_SHAPE_ID" val="16"/>
  <p:tag name="REFSHAPE" val="114"/>
</p:tagLst>
</file>

<file path=ppt/tags/tag925.xml><?xml version="1.0" encoding="utf-8"?>
<p:tagLst xmlns:p="http://schemas.openxmlformats.org/presentationml/2006/main">
  <p:tag name="MH_OLD_SHAPE_ID" val="17"/>
  <p:tag name="REFSHAPE" val="115"/>
</p:tagLst>
</file>

<file path=ppt/tags/tag926.xml><?xml version="1.0" encoding="utf-8"?>
<p:tagLst xmlns:p="http://schemas.openxmlformats.org/presentationml/2006/main">
  <p:tag name="MH_OLD_SHAPE_ID" val="18"/>
  <p:tag name="REFSHAPE" val="116"/>
</p:tagLst>
</file>

<file path=ppt/tags/tag927.xml><?xml version="1.0" encoding="utf-8"?>
<p:tagLst xmlns:p="http://schemas.openxmlformats.org/presentationml/2006/main">
  <p:tag name="MH_OLD_SHAPE_ID" val="19"/>
  <p:tag name="REFSHAPE" val="117"/>
</p:tagLst>
</file>

<file path=ppt/tags/tag928.xml><?xml version="1.0" encoding="utf-8"?>
<p:tagLst xmlns:p="http://schemas.openxmlformats.org/presentationml/2006/main">
  <p:tag name="MH_OLD_SHAPE_ID" val="20"/>
  <p:tag name="REFSHAPE" val="118"/>
</p:tagLst>
</file>

<file path=ppt/tags/tag929.xml><?xml version="1.0" encoding="utf-8"?>
<p:tagLst xmlns:p="http://schemas.openxmlformats.org/presentationml/2006/main">
  <p:tag name="MH_OLD_SHAPE_ID" val="21"/>
  <p:tag name="REFSHAPE" val="119"/>
</p:tagLst>
</file>

<file path=ppt/tags/tag930.xml><?xml version="1.0" encoding="utf-8"?>
<p:tagLst xmlns:p="http://schemas.openxmlformats.org/presentationml/2006/main">
  <p:tag name="MH_OLD_SHAPE_ID" val="22"/>
  <p:tag name="REFSHAPE" val="120"/>
</p:tagLst>
</file>

<file path=ppt/tags/tag931.xml><?xml version="1.0" encoding="utf-8"?>
<p:tagLst xmlns:p="http://schemas.openxmlformats.org/presentationml/2006/main">
  <p:tag name="MH_OLD_SHAPE_ID" val="23"/>
  <p:tag name="REFSHAPE" val="121"/>
</p:tagLst>
</file>

<file path=ppt/tags/tag932.xml><?xml version="1.0" encoding="utf-8"?>
<p:tagLst xmlns:p="http://schemas.openxmlformats.org/presentationml/2006/main">
  <p:tag name="MH_OLD_SHAPE_ID" val="24"/>
  <p:tag name="REFSHAPE" val="122"/>
</p:tagLst>
</file>

<file path=ppt/tags/tag933.xml><?xml version="1.0" encoding="utf-8"?>
<p:tagLst xmlns:p="http://schemas.openxmlformats.org/presentationml/2006/main">
  <p:tag name="MH_OLD_SHAPE_ID" val="2"/>
  <p:tag name="REFSHAPE" val="123"/>
</p:tagLst>
</file>

<file path=ppt/tags/tag934.xml><?xml version="1.0" encoding="utf-8"?>
<p:tagLst xmlns:p="http://schemas.openxmlformats.org/presentationml/2006/main">
  <p:tag name="MH_OLD_SHAPE_ID" val="3"/>
  <p:tag name="REFSHAPE" val="124"/>
</p:tagLst>
</file>

<file path=ppt/tags/tag935.xml><?xml version="1.0" encoding="utf-8"?>
<p:tagLst xmlns:p="http://schemas.openxmlformats.org/presentationml/2006/main">
  <p:tag name="MH_OLD_SHAPE_ID" val="4"/>
  <p:tag name="REFSHAPE" val="125"/>
</p:tagLst>
</file>

<file path=ppt/tags/tag936.xml><?xml version="1.0" encoding="utf-8"?>
<p:tagLst xmlns:p="http://schemas.openxmlformats.org/presentationml/2006/main">
  <p:tag name="MH_OLD_SHAPE_ID" val="3"/>
  <p:tag name="REFSHAPE" val="101"/>
</p:tagLst>
</file>

<file path=ppt/tags/tag937.xml><?xml version="1.0" encoding="utf-8"?>
<p:tagLst xmlns:p="http://schemas.openxmlformats.org/presentationml/2006/main">
  <p:tag name="MH_OLD_SHAPE_ID" val="4"/>
  <p:tag name="REFSHAPE" val="102"/>
</p:tagLst>
</file>

<file path=ppt/tags/tag938.xml><?xml version="1.0" encoding="utf-8"?>
<p:tagLst xmlns:p="http://schemas.openxmlformats.org/presentationml/2006/main">
  <p:tag name="MH_OLD_SHAPE_ID" val="5"/>
  <p:tag name="REFSHAPE" val="103"/>
</p:tagLst>
</file>

<file path=ppt/tags/tag939.xml><?xml version="1.0" encoding="utf-8"?>
<p:tagLst xmlns:p="http://schemas.openxmlformats.org/presentationml/2006/main">
  <p:tag name="MH_OLD_SHAPE_ID" val="6"/>
  <p:tag name="REFSHAPE" val="104"/>
</p:tagLst>
</file>

<file path=ppt/tags/tag940.xml><?xml version="1.0" encoding="utf-8"?>
<p:tagLst xmlns:p="http://schemas.openxmlformats.org/presentationml/2006/main">
  <p:tag name="MH_OLD_SHAPE_ID" val="7"/>
  <p:tag name="REFSHAPE" val="105"/>
</p:tagLst>
</file>

<file path=ppt/tags/tag941.xml><?xml version="1.0" encoding="utf-8"?>
<p:tagLst xmlns:p="http://schemas.openxmlformats.org/presentationml/2006/main">
  <p:tag name="MH_OLD_SHAPE_ID" val="9"/>
  <p:tag name="REFSHAPE" val="107"/>
</p:tagLst>
</file>

<file path=ppt/tags/tag942.xml><?xml version="1.0" encoding="utf-8"?>
<p:tagLst xmlns:p="http://schemas.openxmlformats.org/presentationml/2006/main">
  <p:tag name="MH_OLD_SHAPE_ID" val="10"/>
  <p:tag name="REFSHAPE" val="108"/>
</p:tagLst>
</file>

<file path=ppt/tags/tag943.xml><?xml version="1.0" encoding="utf-8"?>
<p:tagLst xmlns:p="http://schemas.openxmlformats.org/presentationml/2006/main">
  <p:tag name="MH_OLD_SHAPE_ID" val="11"/>
  <p:tag name="REFSHAPE" val="109"/>
</p:tagLst>
</file>

<file path=ppt/tags/tag944.xml><?xml version="1.0" encoding="utf-8"?>
<p:tagLst xmlns:p="http://schemas.openxmlformats.org/presentationml/2006/main">
  <p:tag name="MH_OLD_SHAPE_ID" val="12"/>
  <p:tag name="REFSHAPE" val="110"/>
</p:tagLst>
</file>

<file path=ppt/tags/tag945.xml><?xml version="1.0" encoding="utf-8"?>
<p:tagLst xmlns:p="http://schemas.openxmlformats.org/presentationml/2006/main">
  <p:tag name="MH_OLD_SHAPE_ID" val="13"/>
  <p:tag name="REFSHAPE" val="111"/>
</p:tagLst>
</file>

<file path=ppt/tags/tag946.xml><?xml version="1.0" encoding="utf-8"?>
<p:tagLst xmlns:p="http://schemas.openxmlformats.org/presentationml/2006/main">
  <p:tag name="MH_OLD_SHAPE_ID" val="14"/>
  <p:tag name="REFSHAPE" val="112"/>
</p:tagLst>
</file>

<file path=ppt/tags/tag947.xml><?xml version="1.0" encoding="utf-8"?>
<p:tagLst xmlns:p="http://schemas.openxmlformats.org/presentationml/2006/main">
  <p:tag name="MH_OLD_SHAPE_ID" val="15"/>
  <p:tag name="REFSHAPE" val="113"/>
</p:tagLst>
</file>

<file path=ppt/tags/tag948.xml><?xml version="1.0" encoding="utf-8"?>
<p:tagLst xmlns:p="http://schemas.openxmlformats.org/presentationml/2006/main">
  <p:tag name="MH_OLD_SHAPE_ID" val="16"/>
  <p:tag name="REFSHAPE" val="114"/>
</p:tagLst>
</file>

<file path=ppt/tags/tag949.xml><?xml version="1.0" encoding="utf-8"?>
<p:tagLst xmlns:p="http://schemas.openxmlformats.org/presentationml/2006/main">
  <p:tag name="MH_OLD_SHAPE_ID" val="17"/>
  <p:tag name="REFSHAPE" val="115"/>
</p:tagLst>
</file>

<file path=ppt/tags/tag950.xml><?xml version="1.0" encoding="utf-8"?>
<p:tagLst xmlns:p="http://schemas.openxmlformats.org/presentationml/2006/main">
  <p:tag name="MH_OLD_SHAPE_ID" val="18"/>
  <p:tag name="REFSHAPE" val="116"/>
</p:tagLst>
</file>

<file path=ppt/tags/tag951.xml><?xml version="1.0" encoding="utf-8"?>
<p:tagLst xmlns:p="http://schemas.openxmlformats.org/presentationml/2006/main">
  <p:tag name="MH_OLD_SHAPE_ID" val="19"/>
  <p:tag name="REFSHAPE" val="117"/>
</p:tagLst>
</file>

<file path=ppt/tags/tag952.xml><?xml version="1.0" encoding="utf-8"?>
<p:tagLst xmlns:p="http://schemas.openxmlformats.org/presentationml/2006/main">
  <p:tag name="MH_OLD_SHAPE_ID" val="20"/>
  <p:tag name="REFSHAPE" val="118"/>
</p:tagLst>
</file>

<file path=ppt/tags/tag953.xml><?xml version="1.0" encoding="utf-8"?>
<p:tagLst xmlns:p="http://schemas.openxmlformats.org/presentationml/2006/main">
  <p:tag name="MH_OLD_SHAPE_ID" val="21"/>
  <p:tag name="REFSHAPE" val="119"/>
</p:tagLst>
</file>

<file path=ppt/tags/tag954.xml><?xml version="1.0" encoding="utf-8"?>
<p:tagLst xmlns:p="http://schemas.openxmlformats.org/presentationml/2006/main">
  <p:tag name="MH_OLD_SHAPE_ID" val="22"/>
  <p:tag name="REFSHAPE" val="120"/>
</p:tagLst>
</file>

<file path=ppt/tags/tag955.xml><?xml version="1.0" encoding="utf-8"?>
<p:tagLst xmlns:p="http://schemas.openxmlformats.org/presentationml/2006/main">
  <p:tag name="MH_OLD_SHAPE_ID" val="23"/>
  <p:tag name="REFSHAPE" val="121"/>
</p:tagLst>
</file>

<file path=ppt/tags/tag956.xml><?xml version="1.0" encoding="utf-8"?>
<p:tagLst xmlns:p="http://schemas.openxmlformats.org/presentationml/2006/main">
  <p:tag name="MH_OLD_SHAPE_ID" val="24"/>
  <p:tag name="REFSHAPE" val="122"/>
</p:tagLst>
</file>

<file path=ppt/tags/tag957.xml><?xml version="1.0" encoding="utf-8"?>
<p:tagLst xmlns:p="http://schemas.openxmlformats.org/presentationml/2006/main">
  <p:tag name="MH_OLD_SHAPE_ID" val="2"/>
  <p:tag name="REFSHAPE" val="123"/>
</p:tagLst>
</file>

<file path=ppt/tags/tag958.xml><?xml version="1.0" encoding="utf-8"?>
<p:tagLst xmlns:p="http://schemas.openxmlformats.org/presentationml/2006/main">
  <p:tag name="MH_OLD_SHAPE_ID" val="3"/>
  <p:tag name="REFSHAPE" val="124"/>
</p:tagLst>
</file>

<file path=ppt/tags/tag959.xml><?xml version="1.0" encoding="utf-8"?>
<p:tagLst xmlns:p="http://schemas.openxmlformats.org/presentationml/2006/main">
  <p:tag name="MH_OLD_SHAPE_ID" val="4"/>
  <p:tag name="REFSHAPE" val="125"/>
</p:tagLst>
</file>

<file path=ppt/tags/tag960.xml><?xml version="1.0" encoding="utf-8"?>
<p:tagLst xmlns:p="http://schemas.openxmlformats.org/presentationml/2006/main">
  <p:tag name="MH_OLD_SHAPE_ID" val="3"/>
  <p:tag name="REFSHAPE" val="101"/>
</p:tagLst>
</file>

<file path=ppt/tags/tag961.xml><?xml version="1.0" encoding="utf-8"?>
<p:tagLst xmlns:p="http://schemas.openxmlformats.org/presentationml/2006/main">
  <p:tag name="MH_OLD_SHAPE_ID" val="4"/>
  <p:tag name="REFSHAPE" val="102"/>
</p:tagLst>
</file>

<file path=ppt/tags/tag962.xml><?xml version="1.0" encoding="utf-8"?>
<p:tagLst xmlns:p="http://schemas.openxmlformats.org/presentationml/2006/main">
  <p:tag name="MH_OLD_SHAPE_ID" val="5"/>
  <p:tag name="REFSHAPE" val="103"/>
</p:tagLst>
</file>

<file path=ppt/tags/tag963.xml><?xml version="1.0" encoding="utf-8"?>
<p:tagLst xmlns:p="http://schemas.openxmlformats.org/presentationml/2006/main">
  <p:tag name="MH_OLD_SHAPE_ID" val="31"/>
  <p:tag name="REFSHAPE" val="105"/>
</p:tagLst>
</file>

<file path=ppt/tags/tag964.xml><?xml version="1.0" encoding="utf-8"?>
<p:tagLst xmlns:p="http://schemas.openxmlformats.org/presentationml/2006/main">
  <p:tag name="MH_OLD_SHAPE_ID" val="2"/>
  <p:tag name="REFSHAPE" val="106"/>
</p:tagLst>
</file>

<file path=ppt/tags/tag965.xml><?xml version="1.0" encoding="utf-8"?>
<p:tagLst xmlns:p="http://schemas.openxmlformats.org/presentationml/2006/main">
  <p:tag name="MH_OLD_SHAPE_ID" val="3"/>
  <p:tag name="REFSHAPE" val="107"/>
</p:tagLst>
</file>

<file path=ppt/tags/tag966.xml><?xml version="1.0" encoding="utf-8"?>
<p:tagLst xmlns:p="http://schemas.openxmlformats.org/presentationml/2006/main">
  <p:tag name="MH_OLD_SHAPE_ID" val="4"/>
  <p:tag name="REFSHAPE" val="108"/>
</p:tagLst>
</file>

<file path=ppt/tags/tag967.xml><?xml version="1.0" encoding="utf-8"?>
<p:tagLst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3552b3b2ebd6ca12603270fe7ee2ba274f3e7105"/>
  <p:tag name="KSO_WM_NEWLAYOUT_ID" val="454"/>
  <p:tag name="KSO_WM_UNIT_ID" val="custom40490346_1*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90346"/>
  <p:tag name="KSO_WM_TEMPLATE_CATEGORY" val="custom"/>
  <p:tag name="KSO_WM_UNIT_PRESET_TEXT" val="单击此处&#10;添加文档标题"/>
</p:tagLst>
</file>

<file path=ppt/tags/tag968.xml><?xml version="1.0" encoding="utf-8"?>
<p:tagLst xmlns:p="http://schemas.openxmlformats.org/presentationml/2006/main">
  <p:tag name="KSO_WM_BEAUTIFY_FLAG" val="#wm#"/>
  <p:tag name="KSO_WM_FIGMA_FLAG" val="#fgm#"/>
  <p:tag name="KSO_WM_UNIT_INDEX" val="1"/>
  <p:tag name="KSO_WM_UNIT_SUBTYPE" val="c"/>
  <p:tag name="KSO_WM_UNIT_TEXT_TYPE" val="1"/>
  <p:tag name="KSO_WM_UNIT_TYPE" val="f"/>
  <p:tag name="KSO_WM_UNIT_ID" val="custom40490346_1*f*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346"/>
  <p:tag name="KSO_WM_TEMPLATE_CATEGORY" val="custom"/>
  <p:tag name="KSO_WM_UNIT_PRESET_TEXT" val="20XX YEAR"/>
</p:tagLst>
</file>

<file path=ppt/tags/tag969.xml><?xml version="1.0" encoding="utf-8"?>
<p:tagLst xmlns:p="http://schemas.openxmlformats.org/presentationml/2006/main">
  <p:tag name="KSO_WPP_MARK_KEY" val="96b3c848-3307-4f3d-a191-4641c9f8c59c"/>
  <p:tag name="COMMONDATA" val="eyJoZGlkIjoiZWQ1NWJjNzIxZTJmMDM3ZWNmYmJlM2I4YmVkMGI2MjMifQ=="/>
  <p:tag name="commondata" val="eyJjb3VudCI6MjE0LCJoZGlkIjoiYWNlODEyNTNiZDQ3MjQ0NmY3YjE0ZDg1M2FjNGU2ODIiLCJ1c2VyQ291bnQiOjJ9"/>
</p:tagLst>
</file>

<file path=ppt/theme/theme1.xml><?xml version="1.0" encoding="utf-8"?>
<a:theme xmlns:a="http://schemas.openxmlformats.org/drawingml/2006/main" name="Office 主题​​">
  <a:themeElements>
    <a:clrScheme name="自定义 2712">
      <a:dk1>
        <a:srgbClr val="000000"/>
      </a:dk1>
      <a:lt1>
        <a:srgbClr val="FFFFFF"/>
      </a:lt1>
      <a:dk2>
        <a:srgbClr val="00071A"/>
      </a:dk2>
      <a:lt2>
        <a:srgbClr val="FFFFFF"/>
      </a:lt2>
      <a:accent1>
        <a:srgbClr val="BC5858"/>
      </a:accent1>
      <a:accent2>
        <a:srgbClr val="B83A3A"/>
      </a:accent2>
      <a:accent3>
        <a:srgbClr val="BA8080"/>
      </a:accent3>
      <a:accent4>
        <a:srgbClr val="CC3030"/>
      </a:accent4>
      <a:accent5>
        <a:srgbClr val="7C5050"/>
      </a:accent5>
      <a:accent6>
        <a:srgbClr val="8B5B5B"/>
      </a:accent6>
      <a:hlink>
        <a:srgbClr val="304FFE"/>
      </a:hlink>
      <a:folHlink>
        <a:srgbClr val="492067"/>
      </a:folHlink>
    </a:clrScheme>
    <a:fontScheme name="自定义 11">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dirty="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蜜橘橙">
      <a:dk1>
        <a:srgbClr val="000000"/>
      </a:dk1>
      <a:lt1>
        <a:srgbClr val="FFFFFF"/>
      </a:lt1>
      <a:dk2>
        <a:srgbClr val="4D2900"/>
      </a:dk2>
      <a:lt2>
        <a:srgbClr val="FFF6EB"/>
      </a:lt2>
      <a:accent1>
        <a:srgbClr val="F58300"/>
      </a:accent1>
      <a:accent2>
        <a:srgbClr val="F59300"/>
      </a:accent2>
      <a:accent3>
        <a:srgbClr val="F5A300"/>
      </a:accent3>
      <a:accent4>
        <a:srgbClr val="F5B400"/>
      </a:accent4>
      <a:accent5>
        <a:srgbClr val="F5C400"/>
      </a:accent5>
      <a:accent6>
        <a:srgbClr val="F5D400"/>
      </a:accent6>
      <a:hlink>
        <a:srgbClr val="8F4C00"/>
      </a:hlink>
      <a:folHlink>
        <a:srgbClr val="64492B"/>
      </a:folHlink>
    </a:clrScheme>
    <a:fontScheme name="Aspect">
      <a:majorFont>
        <a:latin typeface="微软雅黑"/>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微软雅黑"/>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自定义 2712">
      <a:dk1>
        <a:srgbClr val="000000"/>
      </a:dk1>
      <a:lt1>
        <a:srgbClr val="FFFFFF"/>
      </a:lt1>
      <a:dk2>
        <a:srgbClr val="00071A"/>
      </a:dk2>
      <a:lt2>
        <a:srgbClr val="FFFFFF"/>
      </a:lt2>
      <a:accent1>
        <a:srgbClr val="BC5858"/>
      </a:accent1>
      <a:accent2>
        <a:srgbClr val="B83A3A"/>
      </a:accent2>
      <a:accent3>
        <a:srgbClr val="BA8080"/>
      </a:accent3>
      <a:accent4>
        <a:srgbClr val="CC3030"/>
      </a:accent4>
      <a:accent5>
        <a:srgbClr val="7C5050"/>
      </a:accent5>
      <a:accent6>
        <a:srgbClr val="8B5B5B"/>
      </a:accent6>
      <a:hlink>
        <a:srgbClr val="304FFE"/>
      </a:hlink>
      <a:folHlink>
        <a:srgbClr val="492067"/>
      </a:folHlink>
    </a:clrScheme>
    <a:fontScheme name="自定义 11">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dirty="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5076</Words>
  <Application>WPS 演示</Application>
  <PresentationFormat>宽屏</PresentationFormat>
  <Paragraphs>611</Paragraphs>
  <Slides>33</Slides>
  <Notes>0</Notes>
  <HiddenSlides>0</HiddenSlides>
  <MMClips>0</MMClips>
  <ScaleCrop>false</ScaleCrop>
  <HeadingPairs>
    <vt:vector size="6" baseType="variant">
      <vt:variant>
        <vt:lpstr>已用的字体</vt:lpstr>
      </vt:variant>
      <vt:variant>
        <vt:i4>18</vt:i4>
      </vt:variant>
      <vt:variant>
        <vt:lpstr>主题</vt:lpstr>
      </vt:variant>
      <vt:variant>
        <vt:i4>3</vt:i4>
      </vt:variant>
      <vt:variant>
        <vt:lpstr>幻灯片标题</vt:lpstr>
      </vt:variant>
      <vt:variant>
        <vt:i4>33</vt:i4>
      </vt:variant>
    </vt:vector>
  </HeadingPairs>
  <TitlesOfParts>
    <vt:vector size="54" baseType="lpstr">
      <vt:lpstr>Arial</vt:lpstr>
      <vt:lpstr>宋体</vt:lpstr>
      <vt:lpstr>Wingdings</vt:lpstr>
      <vt:lpstr>汉仪雅酷黑简</vt:lpstr>
      <vt:lpstr>黑体</vt:lpstr>
      <vt:lpstr>汉仪旗黑-90S</vt:lpstr>
      <vt:lpstr>微软雅黑</vt:lpstr>
      <vt:lpstr>Arial Unicode MS</vt:lpstr>
      <vt:lpstr>Calibri</vt:lpstr>
      <vt:lpstr>Times New Roman</vt:lpstr>
      <vt:lpstr>Symbol</vt:lpstr>
      <vt:lpstr>等线</vt:lpstr>
      <vt:lpstr>等线 Light</vt:lpstr>
      <vt:lpstr>MiSans</vt:lpstr>
      <vt:lpstr>MingLiU-ExtB</vt:lpstr>
      <vt:lpstr>微软雅黑</vt:lpstr>
      <vt:lpstr>Liter</vt:lpstr>
      <vt:lpstr>PMingLiU-ExtB</vt:lpstr>
      <vt:lpstr>Office 主题​​</vt:lpstr>
      <vt:lpstr>Office 主题</vt:lpstr>
      <vt:lpstr>1_Office 主题​​</vt:lpstr>
      <vt:lpstr>华昌达WMS/WCS脑力升级 阶段性总结报告</vt:lpstr>
      <vt:lpstr>目录</vt:lpstr>
      <vt:lpstr>引言</vt:lpstr>
      <vt:lpstr>项目概述</vt:lpstr>
      <vt:lpstr>仓储与调度系统优化成果</vt:lpstr>
      <vt:lpstr>PowerPoint 演示文稿</vt:lpstr>
      <vt:lpstr>项目主要阶段与任务</vt:lpstr>
      <vt:lpstr>项目实施路径</vt:lpstr>
      <vt:lpstr>阶段任务细化</vt:lpstr>
      <vt:lpstr>后期规划</vt:lpstr>
      <vt:lpstr>前期调研与数据分析</vt:lpstr>
      <vt:lpstr>调研与数据分析</vt:lpstr>
      <vt:lpstr>数据分析成果</vt:lpstr>
      <vt:lpstr>策略思路与改进点</vt:lpstr>
      <vt:lpstr>策略优化</vt:lpstr>
      <vt:lpstr>调度策略优化流程</vt:lpstr>
      <vt:lpstr>PowerPoint 演示文稿</vt:lpstr>
      <vt:lpstr>调度策略与改进</vt:lpstr>
      <vt:lpstr>PowerPoint 演示文稿</vt:lpstr>
      <vt:lpstr>策略迭代与验证</vt:lpstr>
      <vt:lpstr>仿真环境与流程</vt:lpstr>
      <vt:lpstr>仿真环境与流程</vt:lpstr>
      <vt:lpstr>PowerPoint 演示文稿</vt:lpstr>
      <vt:lpstr>仿真运行模式</vt:lpstr>
      <vt:lpstr>结果与分析</vt:lpstr>
      <vt:lpstr>结果与分析</vt:lpstr>
      <vt:lpstr>PowerPoint 演示文稿</vt:lpstr>
      <vt:lpstr>PowerPoint 演示文稿</vt:lpstr>
      <vt:lpstr>PowerPoint 演示文稿</vt:lpstr>
      <vt:lpstr>PowerPoint 演示文稿</vt:lpstr>
      <vt:lpstr>PowerPoint 演示文稿</vt:lpstr>
      <vt:lpstr>PowerPoint 演示文稿</vt:lpstr>
      <vt:lpstr>华昌达WMS/WCS脑力升级 阶段性总结报告</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华昌达WMS/WCS脑力升级 阶段性总结报告</dc:title>
  <dc:creator/>
  <cp:lastModifiedBy>樊子逸</cp:lastModifiedBy>
  <cp:revision>35</cp:revision>
  <dcterms:created xsi:type="dcterms:W3CDTF">2026-01-14T17:00:00Z</dcterms:created>
  <dcterms:modified xsi:type="dcterms:W3CDTF">2026-01-15T05:25:51Z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B75C98F4C40948689CB49D1002CA5FAC</vt:lpwstr>
  </property>
  <property fmtid="{D5CDD505-2E9C-101B-9397-08002B2CF9AE}" pid="4" name="KSOTemplateUUID">
    <vt:lpwstr>v1.0_ai_69796643695</vt:lpwstr>
  </property>
</Properties>
</file>